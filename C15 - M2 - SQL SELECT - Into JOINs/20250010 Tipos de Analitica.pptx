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10"/>
  </p:notesMasterIdLst>
  <p:sldIdLst>
    <p:sldId id="312" r:id="rId2"/>
    <p:sldId id="313" r:id="rId3"/>
    <p:sldId id="311" r:id="rId4"/>
    <p:sldId id="314" r:id="rId5"/>
    <p:sldId id="315" r:id="rId6"/>
    <p:sldId id="316" r:id="rId7"/>
    <p:sldId id="317" r:id="rId8"/>
    <p:sldId id="318" r:id="rId9"/>
  </p:sldIdLst>
  <p:sldSz cx="9144000" cy="5143500" type="screen16x9"/>
  <p:notesSz cx="6858000" cy="9144000"/>
  <p:embeddedFontLst>
    <p:embeddedFont>
      <p:font typeface="Montserrat" pitchFamily="2" charset="0"/>
      <p:regular r:id="rId11"/>
      <p:bold r:id="rId12"/>
      <p:italic r:id="rId13"/>
      <p:boldItalic r:id="rId14"/>
    </p:embeddedFont>
    <p:embeddedFont>
      <p:font typeface="Montserrat ExtraBold" pitchFamily="2" charset="0"/>
      <p:bold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4D9A08-809C-400C-B495-1E2E4EAB77DB}">
  <a:tblStyle styleId="{0C4D9A08-809C-400C-B495-1E2E4EAB77D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41" autoAdjust="0"/>
    <p:restoredTop sz="94660"/>
  </p:normalViewPr>
  <p:slideViewPr>
    <p:cSldViewPr snapToGrid="0">
      <p:cViewPr varScale="1">
        <p:scale>
          <a:sx n="138" d="100"/>
          <a:sy n="138" d="100"/>
        </p:scale>
        <p:origin x="71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E57BAE-EF74-43B3-9C34-B2D3E881046D}" type="doc">
      <dgm:prSet loTypeId="urn:microsoft.com/office/officeart/2009/3/layout/StepUpProcess" loCatId="process" qsTypeId="urn:microsoft.com/office/officeart/2005/8/quickstyle/simple1" qsCatId="simple" csTypeId="urn:microsoft.com/office/officeart/2005/8/colors/colorful3" csCatId="colorful" phldr="1"/>
      <dgm:spPr/>
      <dgm:t>
        <a:bodyPr/>
        <a:lstStyle/>
        <a:p>
          <a:endParaRPr lang="es-SV"/>
        </a:p>
      </dgm:t>
    </dgm:pt>
    <dgm:pt modelId="{6C55E3BE-746B-455F-B000-E484211C18C5}">
      <dgm:prSet phldrT="[Texto]"/>
      <dgm:spPr/>
      <dgm:t>
        <a:bodyPr/>
        <a:lstStyle/>
        <a:p>
          <a:pPr algn="l">
            <a:buNone/>
          </a:pPr>
          <a:r>
            <a:rPr lang="es-SV">
              <a:solidFill>
                <a:schemeClr val="bg1"/>
              </a:solidFill>
            </a:rPr>
            <a:t>Analítica Descriptiva</a:t>
          </a:r>
          <a:endParaRPr lang="es-SV" dirty="0">
            <a:solidFill>
              <a:schemeClr val="bg1"/>
            </a:solidFill>
          </a:endParaRPr>
        </a:p>
      </dgm:t>
    </dgm:pt>
    <dgm:pt modelId="{7768E92F-E1D4-4E29-B8B6-9864D6EE157C}" type="parTrans" cxnId="{D6107192-222A-42F3-8303-6313FAF9D614}">
      <dgm:prSet/>
      <dgm:spPr/>
      <dgm:t>
        <a:bodyPr/>
        <a:lstStyle/>
        <a:p>
          <a:endParaRPr lang="es-SV">
            <a:solidFill>
              <a:schemeClr val="bg1"/>
            </a:solidFill>
          </a:endParaRPr>
        </a:p>
      </dgm:t>
    </dgm:pt>
    <dgm:pt modelId="{72880EBA-733A-4707-8EC8-0392B1522D9D}" type="sibTrans" cxnId="{D6107192-222A-42F3-8303-6313FAF9D614}">
      <dgm:prSet/>
      <dgm:spPr/>
      <dgm:t>
        <a:bodyPr/>
        <a:lstStyle/>
        <a:p>
          <a:endParaRPr lang="es-SV">
            <a:solidFill>
              <a:schemeClr val="bg1"/>
            </a:solidFill>
          </a:endParaRPr>
        </a:p>
      </dgm:t>
    </dgm:pt>
    <dgm:pt modelId="{AEED9B0B-673D-4DFA-80B0-2D9C2A61BB46}">
      <dgm:prSet phldrT="[Texto]"/>
      <dgm:spPr/>
      <dgm:t>
        <a:bodyPr/>
        <a:lstStyle/>
        <a:p>
          <a:pPr algn="l">
            <a:buNone/>
          </a:pPr>
          <a:r>
            <a:rPr lang="es-SV">
              <a:solidFill>
                <a:schemeClr val="bg1"/>
              </a:solidFill>
            </a:rPr>
            <a:t>Analítica Diagnostica</a:t>
          </a:r>
          <a:endParaRPr lang="es-SV" dirty="0">
            <a:solidFill>
              <a:schemeClr val="bg1"/>
            </a:solidFill>
          </a:endParaRPr>
        </a:p>
      </dgm:t>
    </dgm:pt>
    <dgm:pt modelId="{508192B2-363C-45CE-988B-FDF00650F062}" type="parTrans" cxnId="{46E3E7C9-A882-4622-85D8-60C22C0A49D1}">
      <dgm:prSet/>
      <dgm:spPr/>
      <dgm:t>
        <a:bodyPr/>
        <a:lstStyle/>
        <a:p>
          <a:endParaRPr lang="es-SV">
            <a:solidFill>
              <a:schemeClr val="bg1"/>
            </a:solidFill>
          </a:endParaRPr>
        </a:p>
      </dgm:t>
    </dgm:pt>
    <dgm:pt modelId="{F5C6A7F3-33AD-401E-9405-BA1D5D8F7195}" type="sibTrans" cxnId="{46E3E7C9-A882-4622-85D8-60C22C0A49D1}">
      <dgm:prSet/>
      <dgm:spPr/>
      <dgm:t>
        <a:bodyPr/>
        <a:lstStyle/>
        <a:p>
          <a:endParaRPr lang="es-SV">
            <a:solidFill>
              <a:schemeClr val="bg1"/>
            </a:solidFill>
          </a:endParaRPr>
        </a:p>
      </dgm:t>
    </dgm:pt>
    <dgm:pt modelId="{0E848038-A6CC-4DFF-8EA6-2085F4AA93E1}">
      <dgm:prSet phldrT="[Texto]"/>
      <dgm:spPr/>
      <dgm:t>
        <a:bodyPr/>
        <a:lstStyle/>
        <a:p>
          <a:pPr algn="l">
            <a:buNone/>
          </a:pPr>
          <a:r>
            <a:rPr lang="es-SV" dirty="0">
              <a:solidFill>
                <a:schemeClr val="bg1"/>
              </a:solidFill>
            </a:rPr>
            <a:t>Analítica Predictiva</a:t>
          </a:r>
        </a:p>
      </dgm:t>
    </dgm:pt>
    <dgm:pt modelId="{72998724-8847-4D65-91F0-248991463675}" type="parTrans" cxnId="{4D472E34-E797-4F78-ABE6-A3E741FCC752}">
      <dgm:prSet/>
      <dgm:spPr/>
      <dgm:t>
        <a:bodyPr/>
        <a:lstStyle/>
        <a:p>
          <a:endParaRPr lang="es-SV">
            <a:solidFill>
              <a:schemeClr val="bg1"/>
            </a:solidFill>
          </a:endParaRPr>
        </a:p>
      </dgm:t>
    </dgm:pt>
    <dgm:pt modelId="{FEA43F5C-F1C1-49A3-BC09-8234DADF5E63}" type="sibTrans" cxnId="{4D472E34-E797-4F78-ABE6-A3E741FCC752}">
      <dgm:prSet/>
      <dgm:spPr/>
      <dgm:t>
        <a:bodyPr/>
        <a:lstStyle/>
        <a:p>
          <a:endParaRPr lang="es-SV">
            <a:solidFill>
              <a:schemeClr val="bg1"/>
            </a:solidFill>
          </a:endParaRPr>
        </a:p>
      </dgm:t>
    </dgm:pt>
    <dgm:pt modelId="{87C319B7-9F7C-4B13-8BD7-38FCEAC83D4F}">
      <dgm:prSet phldrT="[Texto]"/>
      <dgm:spPr/>
      <dgm:t>
        <a:bodyPr/>
        <a:lstStyle/>
        <a:p>
          <a:pPr algn="ctr">
            <a:buNone/>
          </a:pPr>
          <a:r>
            <a:rPr lang="es-SV">
              <a:solidFill>
                <a:schemeClr val="bg1"/>
              </a:solidFill>
            </a:rPr>
            <a:t>¿Qué está pasando?</a:t>
          </a:r>
          <a:endParaRPr lang="es-SV" dirty="0">
            <a:solidFill>
              <a:schemeClr val="bg1"/>
            </a:solidFill>
          </a:endParaRPr>
        </a:p>
      </dgm:t>
    </dgm:pt>
    <dgm:pt modelId="{97A6979B-2842-48DA-815D-EA3887154FE6}" type="parTrans" cxnId="{B1E154F4-1111-49FF-8CC7-C953FE4AB5F9}">
      <dgm:prSet/>
      <dgm:spPr/>
      <dgm:t>
        <a:bodyPr/>
        <a:lstStyle/>
        <a:p>
          <a:endParaRPr lang="es-SV">
            <a:solidFill>
              <a:schemeClr val="bg1"/>
            </a:solidFill>
          </a:endParaRPr>
        </a:p>
      </dgm:t>
    </dgm:pt>
    <dgm:pt modelId="{289EAD75-2D22-45B5-8DB1-4B75F80A28DC}" type="sibTrans" cxnId="{B1E154F4-1111-49FF-8CC7-C953FE4AB5F9}">
      <dgm:prSet/>
      <dgm:spPr/>
      <dgm:t>
        <a:bodyPr/>
        <a:lstStyle/>
        <a:p>
          <a:endParaRPr lang="es-SV">
            <a:solidFill>
              <a:schemeClr val="bg1"/>
            </a:solidFill>
          </a:endParaRPr>
        </a:p>
      </dgm:t>
    </dgm:pt>
    <dgm:pt modelId="{427C409A-B4B6-4CFE-B0CF-8D4A606F6BD5}">
      <dgm:prSet phldrT="[Texto]"/>
      <dgm:spPr/>
      <dgm:t>
        <a:bodyPr/>
        <a:lstStyle/>
        <a:p>
          <a:pPr algn="ctr">
            <a:buNone/>
          </a:pPr>
          <a:r>
            <a:rPr lang="es-SV" dirty="0">
              <a:solidFill>
                <a:schemeClr val="bg1"/>
              </a:solidFill>
            </a:rPr>
            <a:t>¿Por qué ha pasado?</a:t>
          </a:r>
        </a:p>
      </dgm:t>
    </dgm:pt>
    <dgm:pt modelId="{E5386156-0BE5-4314-A65C-4F8A9CCD5AE8}" type="parTrans" cxnId="{C9F55642-7E9A-44B1-BD0C-27F2B0C28318}">
      <dgm:prSet/>
      <dgm:spPr/>
      <dgm:t>
        <a:bodyPr/>
        <a:lstStyle/>
        <a:p>
          <a:endParaRPr lang="es-SV">
            <a:solidFill>
              <a:schemeClr val="bg1"/>
            </a:solidFill>
          </a:endParaRPr>
        </a:p>
      </dgm:t>
    </dgm:pt>
    <dgm:pt modelId="{5E34B52E-624E-4163-8E92-461C18A50F66}" type="sibTrans" cxnId="{C9F55642-7E9A-44B1-BD0C-27F2B0C28318}">
      <dgm:prSet/>
      <dgm:spPr/>
      <dgm:t>
        <a:bodyPr/>
        <a:lstStyle/>
        <a:p>
          <a:endParaRPr lang="es-SV">
            <a:solidFill>
              <a:schemeClr val="bg1"/>
            </a:solidFill>
          </a:endParaRPr>
        </a:p>
      </dgm:t>
    </dgm:pt>
    <dgm:pt modelId="{80E7D88C-9F29-4A4C-8348-226199FE5593}">
      <dgm:prSet phldrT="[Texto]"/>
      <dgm:spPr/>
      <dgm:t>
        <a:bodyPr/>
        <a:lstStyle/>
        <a:p>
          <a:pPr algn="ctr">
            <a:buNone/>
          </a:pPr>
          <a:r>
            <a:rPr lang="es-SV">
              <a:solidFill>
                <a:schemeClr val="bg1"/>
              </a:solidFill>
            </a:rPr>
            <a:t>¿Qué va a pasar?</a:t>
          </a:r>
          <a:endParaRPr lang="es-SV" dirty="0">
            <a:solidFill>
              <a:schemeClr val="bg1"/>
            </a:solidFill>
          </a:endParaRPr>
        </a:p>
      </dgm:t>
    </dgm:pt>
    <dgm:pt modelId="{19177106-072C-4DB3-BFD2-E87089167452}" type="parTrans" cxnId="{EAD15F15-2A98-4DFF-9ED3-C4FBA4EF1E20}">
      <dgm:prSet/>
      <dgm:spPr/>
      <dgm:t>
        <a:bodyPr/>
        <a:lstStyle/>
        <a:p>
          <a:endParaRPr lang="es-SV">
            <a:solidFill>
              <a:schemeClr val="bg1"/>
            </a:solidFill>
          </a:endParaRPr>
        </a:p>
      </dgm:t>
    </dgm:pt>
    <dgm:pt modelId="{123AC515-88F4-4904-AE4C-CAFED451017D}" type="sibTrans" cxnId="{EAD15F15-2A98-4DFF-9ED3-C4FBA4EF1E20}">
      <dgm:prSet/>
      <dgm:spPr/>
      <dgm:t>
        <a:bodyPr/>
        <a:lstStyle/>
        <a:p>
          <a:endParaRPr lang="es-SV">
            <a:solidFill>
              <a:schemeClr val="bg1"/>
            </a:solidFill>
          </a:endParaRPr>
        </a:p>
      </dgm:t>
    </dgm:pt>
    <dgm:pt modelId="{CAEA3476-39D3-4EE8-9E26-5F3497E65B75}">
      <dgm:prSet phldrT="[Texto]"/>
      <dgm:spPr/>
      <dgm:t>
        <a:bodyPr/>
        <a:lstStyle/>
        <a:p>
          <a:pPr algn="l">
            <a:buNone/>
          </a:pPr>
          <a:r>
            <a:rPr lang="es-SV">
              <a:solidFill>
                <a:schemeClr val="bg1"/>
              </a:solidFill>
            </a:rPr>
            <a:t>Analítica Prescriptiva</a:t>
          </a:r>
          <a:endParaRPr lang="es-SV" dirty="0">
            <a:solidFill>
              <a:schemeClr val="bg1"/>
            </a:solidFill>
          </a:endParaRPr>
        </a:p>
      </dgm:t>
    </dgm:pt>
    <dgm:pt modelId="{78FBA773-FE38-46EF-BAE6-81FCC8992702}" type="parTrans" cxnId="{FD4DE6EA-918E-4256-8EF1-31D2ACA82CAF}">
      <dgm:prSet/>
      <dgm:spPr/>
      <dgm:t>
        <a:bodyPr/>
        <a:lstStyle/>
        <a:p>
          <a:endParaRPr lang="es-SV">
            <a:solidFill>
              <a:schemeClr val="bg1"/>
            </a:solidFill>
          </a:endParaRPr>
        </a:p>
      </dgm:t>
    </dgm:pt>
    <dgm:pt modelId="{9B0BB766-8C93-4D0E-9CCD-D863671BDAAB}" type="sibTrans" cxnId="{FD4DE6EA-918E-4256-8EF1-31D2ACA82CAF}">
      <dgm:prSet/>
      <dgm:spPr/>
      <dgm:t>
        <a:bodyPr/>
        <a:lstStyle/>
        <a:p>
          <a:endParaRPr lang="es-SV">
            <a:solidFill>
              <a:schemeClr val="bg1"/>
            </a:solidFill>
          </a:endParaRPr>
        </a:p>
      </dgm:t>
    </dgm:pt>
    <dgm:pt modelId="{BE551A1E-173D-4275-BB30-A169D6960472}">
      <dgm:prSet phldrT="[Texto]"/>
      <dgm:spPr/>
      <dgm:t>
        <a:bodyPr/>
        <a:lstStyle/>
        <a:p>
          <a:pPr algn="ctr">
            <a:buNone/>
          </a:pPr>
          <a:r>
            <a:rPr lang="es-SV" dirty="0">
              <a:solidFill>
                <a:schemeClr val="bg1"/>
              </a:solidFill>
            </a:rPr>
            <a:t>¿Qué hacer para que ocurra?</a:t>
          </a:r>
        </a:p>
      </dgm:t>
    </dgm:pt>
    <dgm:pt modelId="{966D695F-7CE7-4788-951B-E1F7AAD1DDCD}" type="parTrans" cxnId="{82C9CD64-74CE-4782-8631-1B5D3926D1CD}">
      <dgm:prSet/>
      <dgm:spPr/>
      <dgm:t>
        <a:bodyPr/>
        <a:lstStyle/>
        <a:p>
          <a:endParaRPr lang="es-SV">
            <a:solidFill>
              <a:schemeClr val="bg1"/>
            </a:solidFill>
          </a:endParaRPr>
        </a:p>
      </dgm:t>
    </dgm:pt>
    <dgm:pt modelId="{8AAB99A3-7FDB-4DBC-BD8C-A7BF87D2EE9D}" type="sibTrans" cxnId="{82C9CD64-74CE-4782-8631-1B5D3926D1CD}">
      <dgm:prSet/>
      <dgm:spPr/>
      <dgm:t>
        <a:bodyPr/>
        <a:lstStyle/>
        <a:p>
          <a:endParaRPr lang="es-SV">
            <a:solidFill>
              <a:schemeClr val="bg1"/>
            </a:solidFill>
          </a:endParaRPr>
        </a:p>
      </dgm:t>
    </dgm:pt>
    <dgm:pt modelId="{6B865B4E-6F4D-48FD-8CCC-A1FFDEFE720D}" type="pres">
      <dgm:prSet presAssocID="{90E57BAE-EF74-43B3-9C34-B2D3E881046D}" presName="rootnode" presStyleCnt="0">
        <dgm:presLayoutVars>
          <dgm:chMax/>
          <dgm:chPref/>
          <dgm:dir/>
          <dgm:animLvl val="lvl"/>
        </dgm:presLayoutVars>
      </dgm:prSet>
      <dgm:spPr/>
    </dgm:pt>
    <dgm:pt modelId="{4451A183-214C-40D2-A195-F6536C24B6E1}" type="pres">
      <dgm:prSet presAssocID="{6C55E3BE-746B-455F-B000-E484211C18C5}" presName="composite" presStyleCnt="0"/>
      <dgm:spPr/>
    </dgm:pt>
    <dgm:pt modelId="{671B1B8F-0D93-41DA-A902-E2C10C9B897D}" type="pres">
      <dgm:prSet presAssocID="{6C55E3BE-746B-455F-B000-E484211C18C5}" presName="LShape" presStyleLbl="alignNode1" presStyleIdx="0" presStyleCnt="7"/>
      <dgm:spPr/>
    </dgm:pt>
    <dgm:pt modelId="{BCB3A4D9-7D15-4F34-9644-C0FE4E2D243C}" type="pres">
      <dgm:prSet presAssocID="{6C55E3BE-746B-455F-B000-E484211C18C5}" presName="ParentText" presStyleLbl="revTx" presStyleIdx="0" presStyleCnt="4">
        <dgm:presLayoutVars>
          <dgm:chMax val="0"/>
          <dgm:chPref val="0"/>
          <dgm:bulletEnabled val="1"/>
        </dgm:presLayoutVars>
      </dgm:prSet>
      <dgm:spPr/>
    </dgm:pt>
    <dgm:pt modelId="{E1F1948C-2E0E-4EB7-B119-0F8AB294B5E5}" type="pres">
      <dgm:prSet presAssocID="{6C55E3BE-746B-455F-B000-E484211C18C5}" presName="Triangle" presStyleLbl="alignNode1" presStyleIdx="1" presStyleCnt="7"/>
      <dgm:spPr/>
    </dgm:pt>
    <dgm:pt modelId="{5716D878-A329-4CE1-AB83-F025E124CB9E}" type="pres">
      <dgm:prSet presAssocID="{72880EBA-733A-4707-8EC8-0392B1522D9D}" presName="sibTrans" presStyleCnt="0"/>
      <dgm:spPr/>
    </dgm:pt>
    <dgm:pt modelId="{C73B64EC-D6D6-4441-BDA3-E787BD1A182A}" type="pres">
      <dgm:prSet presAssocID="{72880EBA-733A-4707-8EC8-0392B1522D9D}" presName="space" presStyleCnt="0"/>
      <dgm:spPr/>
    </dgm:pt>
    <dgm:pt modelId="{ACD48865-9A6F-41C1-88AD-5CAE1CA25C10}" type="pres">
      <dgm:prSet presAssocID="{AEED9B0B-673D-4DFA-80B0-2D9C2A61BB46}" presName="composite" presStyleCnt="0"/>
      <dgm:spPr/>
    </dgm:pt>
    <dgm:pt modelId="{1273A0D6-878F-4D0E-9EF7-65113C72BBA6}" type="pres">
      <dgm:prSet presAssocID="{AEED9B0B-673D-4DFA-80B0-2D9C2A61BB46}" presName="LShape" presStyleLbl="alignNode1" presStyleIdx="2" presStyleCnt="7"/>
      <dgm:spPr/>
    </dgm:pt>
    <dgm:pt modelId="{1F032816-635E-4B7D-A873-AF308CD6E61B}" type="pres">
      <dgm:prSet presAssocID="{AEED9B0B-673D-4DFA-80B0-2D9C2A61BB46}" presName="ParentText" presStyleLbl="revTx" presStyleIdx="1" presStyleCnt="4">
        <dgm:presLayoutVars>
          <dgm:chMax val="0"/>
          <dgm:chPref val="0"/>
          <dgm:bulletEnabled val="1"/>
        </dgm:presLayoutVars>
      </dgm:prSet>
      <dgm:spPr/>
    </dgm:pt>
    <dgm:pt modelId="{F7F38249-4675-4E55-A088-9150BC012D5F}" type="pres">
      <dgm:prSet presAssocID="{AEED9B0B-673D-4DFA-80B0-2D9C2A61BB46}" presName="Triangle" presStyleLbl="alignNode1" presStyleIdx="3" presStyleCnt="7"/>
      <dgm:spPr/>
    </dgm:pt>
    <dgm:pt modelId="{C40E5DF3-4F29-4F32-8741-00128F2958CC}" type="pres">
      <dgm:prSet presAssocID="{F5C6A7F3-33AD-401E-9405-BA1D5D8F7195}" presName="sibTrans" presStyleCnt="0"/>
      <dgm:spPr/>
    </dgm:pt>
    <dgm:pt modelId="{6FD3B7AD-5653-43BB-915D-6F293F31F94F}" type="pres">
      <dgm:prSet presAssocID="{F5C6A7F3-33AD-401E-9405-BA1D5D8F7195}" presName="space" presStyleCnt="0"/>
      <dgm:spPr/>
    </dgm:pt>
    <dgm:pt modelId="{9981733B-0814-4A58-9321-1F4BC67A0C59}" type="pres">
      <dgm:prSet presAssocID="{0E848038-A6CC-4DFF-8EA6-2085F4AA93E1}" presName="composite" presStyleCnt="0"/>
      <dgm:spPr/>
    </dgm:pt>
    <dgm:pt modelId="{083E5F87-CD53-4840-B19A-4CA5F73E1211}" type="pres">
      <dgm:prSet presAssocID="{0E848038-A6CC-4DFF-8EA6-2085F4AA93E1}" presName="LShape" presStyleLbl="alignNode1" presStyleIdx="4" presStyleCnt="7"/>
      <dgm:spPr/>
    </dgm:pt>
    <dgm:pt modelId="{EE00BE1D-52B7-43D5-B8A3-31F2186811C1}" type="pres">
      <dgm:prSet presAssocID="{0E848038-A6CC-4DFF-8EA6-2085F4AA93E1}" presName="ParentText" presStyleLbl="revTx" presStyleIdx="2" presStyleCnt="4">
        <dgm:presLayoutVars>
          <dgm:chMax val="0"/>
          <dgm:chPref val="0"/>
          <dgm:bulletEnabled val="1"/>
        </dgm:presLayoutVars>
      </dgm:prSet>
      <dgm:spPr/>
    </dgm:pt>
    <dgm:pt modelId="{194B2006-CAAF-4E17-BF52-9C6208A0AC27}" type="pres">
      <dgm:prSet presAssocID="{0E848038-A6CC-4DFF-8EA6-2085F4AA93E1}" presName="Triangle" presStyleLbl="alignNode1" presStyleIdx="5" presStyleCnt="7"/>
      <dgm:spPr/>
    </dgm:pt>
    <dgm:pt modelId="{0949501E-5535-4653-BD51-5DD8DB089C11}" type="pres">
      <dgm:prSet presAssocID="{FEA43F5C-F1C1-49A3-BC09-8234DADF5E63}" presName="sibTrans" presStyleCnt="0"/>
      <dgm:spPr/>
    </dgm:pt>
    <dgm:pt modelId="{42BF94AB-A2F6-4356-94A1-ACE39F99BE4F}" type="pres">
      <dgm:prSet presAssocID="{FEA43F5C-F1C1-49A3-BC09-8234DADF5E63}" presName="space" presStyleCnt="0"/>
      <dgm:spPr/>
    </dgm:pt>
    <dgm:pt modelId="{018BB7D6-E638-4B2C-AF98-F30EE0381241}" type="pres">
      <dgm:prSet presAssocID="{CAEA3476-39D3-4EE8-9E26-5F3497E65B75}" presName="composite" presStyleCnt="0"/>
      <dgm:spPr/>
    </dgm:pt>
    <dgm:pt modelId="{14BF8656-3C1C-4F6A-BF89-97A78B1C008B}" type="pres">
      <dgm:prSet presAssocID="{CAEA3476-39D3-4EE8-9E26-5F3497E65B75}" presName="LShape" presStyleLbl="alignNode1" presStyleIdx="6" presStyleCnt="7"/>
      <dgm:spPr/>
    </dgm:pt>
    <dgm:pt modelId="{F58F827A-4594-46E9-A0FE-A1BED65A3AC0}" type="pres">
      <dgm:prSet presAssocID="{CAEA3476-39D3-4EE8-9E26-5F3497E65B75}" presName="ParentText" presStyleLbl="revTx" presStyleIdx="3" presStyleCnt="4">
        <dgm:presLayoutVars>
          <dgm:chMax val="0"/>
          <dgm:chPref val="0"/>
          <dgm:bulletEnabled val="1"/>
        </dgm:presLayoutVars>
      </dgm:prSet>
      <dgm:spPr/>
    </dgm:pt>
  </dgm:ptLst>
  <dgm:cxnLst>
    <dgm:cxn modelId="{9905C70B-913C-4110-8336-D6B54A97CC93}" type="presOf" srcId="{87C319B7-9F7C-4B13-8BD7-38FCEAC83D4F}" destId="{BCB3A4D9-7D15-4F34-9644-C0FE4E2D243C}" srcOrd="0" destOrd="1" presId="urn:microsoft.com/office/officeart/2009/3/layout/StepUpProcess"/>
    <dgm:cxn modelId="{64777D0C-2225-4045-8C4D-98E8D5FC8998}" type="presOf" srcId="{BE551A1E-173D-4275-BB30-A169D6960472}" destId="{F58F827A-4594-46E9-A0FE-A1BED65A3AC0}" srcOrd="0" destOrd="1" presId="urn:microsoft.com/office/officeart/2009/3/layout/StepUpProcess"/>
    <dgm:cxn modelId="{E949CC10-BB60-462A-B5DA-7F5CD5FA7A53}" type="presOf" srcId="{0E848038-A6CC-4DFF-8EA6-2085F4AA93E1}" destId="{EE00BE1D-52B7-43D5-B8A3-31F2186811C1}" srcOrd="0" destOrd="0" presId="urn:microsoft.com/office/officeart/2009/3/layout/StepUpProcess"/>
    <dgm:cxn modelId="{EAD15F15-2A98-4DFF-9ED3-C4FBA4EF1E20}" srcId="{0E848038-A6CC-4DFF-8EA6-2085F4AA93E1}" destId="{80E7D88C-9F29-4A4C-8348-226199FE5593}" srcOrd="0" destOrd="0" parTransId="{19177106-072C-4DB3-BFD2-E87089167452}" sibTransId="{123AC515-88F4-4904-AE4C-CAFED451017D}"/>
    <dgm:cxn modelId="{2468EB15-3660-4B7D-92FA-A60DBC16F94A}" type="presOf" srcId="{90E57BAE-EF74-43B3-9C34-B2D3E881046D}" destId="{6B865B4E-6F4D-48FD-8CCC-A1FFDEFE720D}" srcOrd="0" destOrd="0" presId="urn:microsoft.com/office/officeart/2009/3/layout/StepUpProcess"/>
    <dgm:cxn modelId="{4D472E34-E797-4F78-ABE6-A3E741FCC752}" srcId="{90E57BAE-EF74-43B3-9C34-B2D3E881046D}" destId="{0E848038-A6CC-4DFF-8EA6-2085F4AA93E1}" srcOrd="2" destOrd="0" parTransId="{72998724-8847-4D65-91F0-248991463675}" sibTransId="{FEA43F5C-F1C1-49A3-BC09-8234DADF5E63}"/>
    <dgm:cxn modelId="{C9F55642-7E9A-44B1-BD0C-27F2B0C28318}" srcId="{AEED9B0B-673D-4DFA-80B0-2D9C2A61BB46}" destId="{427C409A-B4B6-4CFE-B0CF-8D4A606F6BD5}" srcOrd="0" destOrd="0" parTransId="{E5386156-0BE5-4314-A65C-4F8A9CCD5AE8}" sibTransId="{5E34B52E-624E-4163-8E92-461C18A50F66}"/>
    <dgm:cxn modelId="{82C9CD64-74CE-4782-8631-1B5D3926D1CD}" srcId="{CAEA3476-39D3-4EE8-9E26-5F3497E65B75}" destId="{BE551A1E-173D-4275-BB30-A169D6960472}" srcOrd="0" destOrd="0" parTransId="{966D695F-7CE7-4788-951B-E1F7AAD1DDCD}" sibTransId="{8AAB99A3-7FDB-4DBC-BD8C-A7BF87D2EE9D}"/>
    <dgm:cxn modelId="{95894F4B-065E-4953-B0F3-57536BC7E874}" type="presOf" srcId="{AEED9B0B-673D-4DFA-80B0-2D9C2A61BB46}" destId="{1F032816-635E-4B7D-A873-AF308CD6E61B}" srcOrd="0" destOrd="0" presId="urn:microsoft.com/office/officeart/2009/3/layout/StepUpProcess"/>
    <dgm:cxn modelId="{E0139055-74AC-4BB3-B37D-73C415A4C00A}" type="presOf" srcId="{CAEA3476-39D3-4EE8-9E26-5F3497E65B75}" destId="{F58F827A-4594-46E9-A0FE-A1BED65A3AC0}" srcOrd="0" destOrd="0" presId="urn:microsoft.com/office/officeart/2009/3/layout/StepUpProcess"/>
    <dgm:cxn modelId="{1FEC828D-97E9-4D4A-823F-7AB0A7D4D255}" type="presOf" srcId="{427C409A-B4B6-4CFE-B0CF-8D4A606F6BD5}" destId="{1F032816-635E-4B7D-A873-AF308CD6E61B}" srcOrd="0" destOrd="1" presId="urn:microsoft.com/office/officeart/2009/3/layout/StepUpProcess"/>
    <dgm:cxn modelId="{D6107192-222A-42F3-8303-6313FAF9D614}" srcId="{90E57BAE-EF74-43B3-9C34-B2D3E881046D}" destId="{6C55E3BE-746B-455F-B000-E484211C18C5}" srcOrd="0" destOrd="0" parTransId="{7768E92F-E1D4-4E29-B8B6-9864D6EE157C}" sibTransId="{72880EBA-733A-4707-8EC8-0392B1522D9D}"/>
    <dgm:cxn modelId="{15842AB2-6231-4675-A3C8-E5155978988B}" type="presOf" srcId="{6C55E3BE-746B-455F-B000-E484211C18C5}" destId="{BCB3A4D9-7D15-4F34-9644-C0FE4E2D243C}" srcOrd="0" destOrd="0" presId="urn:microsoft.com/office/officeart/2009/3/layout/StepUpProcess"/>
    <dgm:cxn modelId="{79A17CC0-E8BC-4A4C-A0E7-625FF4F76D3A}" type="presOf" srcId="{80E7D88C-9F29-4A4C-8348-226199FE5593}" destId="{EE00BE1D-52B7-43D5-B8A3-31F2186811C1}" srcOrd="0" destOrd="1" presId="urn:microsoft.com/office/officeart/2009/3/layout/StepUpProcess"/>
    <dgm:cxn modelId="{46E3E7C9-A882-4622-85D8-60C22C0A49D1}" srcId="{90E57BAE-EF74-43B3-9C34-B2D3E881046D}" destId="{AEED9B0B-673D-4DFA-80B0-2D9C2A61BB46}" srcOrd="1" destOrd="0" parTransId="{508192B2-363C-45CE-988B-FDF00650F062}" sibTransId="{F5C6A7F3-33AD-401E-9405-BA1D5D8F7195}"/>
    <dgm:cxn modelId="{FD4DE6EA-918E-4256-8EF1-31D2ACA82CAF}" srcId="{90E57BAE-EF74-43B3-9C34-B2D3E881046D}" destId="{CAEA3476-39D3-4EE8-9E26-5F3497E65B75}" srcOrd="3" destOrd="0" parTransId="{78FBA773-FE38-46EF-BAE6-81FCC8992702}" sibTransId="{9B0BB766-8C93-4D0E-9CCD-D863671BDAAB}"/>
    <dgm:cxn modelId="{B1E154F4-1111-49FF-8CC7-C953FE4AB5F9}" srcId="{6C55E3BE-746B-455F-B000-E484211C18C5}" destId="{87C319B7-9F7C-4B13-8BD7-38FCEAC83D4F}" srcOrd="0" destOrd="0" parTransId="{97A6979B-2842-48DA-815D-EA3887154FE6}" sibTransId="{289EAD75-2D22-45B5-8DB1-4B75F80A28DC}"/>
    <dgm:cxn modelId="{529176E3-5C9A-4916-A292-1F3AF118326E}" type="presParOf" srcId="{6B865B4E-6F4D-48FD-8CCC-A1FFDEFE720D}" destId="{4451A183-214C-40D2-A195-F6536C24B6E1}" srcOrd="0" destOrd="0" presId="urn:microsoft.com/office/officeart/2009/3/layout/StepUpProcess"/>
    <dgm:cxn modelId="{32D47463-2245-4522-906D-7A2487E7C152}" type="presParOf" srcId="{4451A183-214C-40D2-A195-F6536C24B6E1}" destId="{671B1B8F-0D93-41DA-A902-E2C10C9B897D}" srcOrd="0" destOrd="0" presId="urn:microsoft.com/office/officeart/2009/3/layout/StepUpProcess"/>
    <dgm:cxn modelId="{C4287BEB-5CB3-4D68-BA93-0AB2F530745A}" type="presParOf" srcId="{4451A183-214C-40D2-A195-F6536C24B6E1}" destId="{BCB3A4D9-7D15-4F34-9644-C0FE4E2D243C}" srcOrd="1" destOrd="0" presId="urn:microsoft.com/office/officeart/2009/3/layout/StepUpProcess"/>
    <dgm:cxn modelId="{82F74864-41DF-4443-BC41-55DD093F7DEF}" type="presParOf" srcId="{4451A183-214C-40D2-A195-F6536C24B6E1}" destId="{E1F1948C-2E0E-4EB7-B119-0F8AB294B5E5}" srcOrd="2" destOrd="0" presId="urn:microsoft.com/office/officeart/2009/3/layout/StepUpProcess"/>
    <dgm:cxn modelId="{F23B8DE9-D6F2-472B-8F8A-F12214943877}" type="presParOf" srcId="{6B865B4E-6F4D-48FD-8CCC-A1FFDEFE720D}" destId="{5716D878-A329-4CE1-AB83-F025E124CB9E}" srcOrd="1" destOrd="0" presId="urn:microsoft.com/office/officeart/2009/3/layout/StepUpProcess"/>
    <dgm:cxn modelId="{C5752247-3D9E-4F40-9666-55CE3AA72496}" type="presParOf" srcId="{5716D878-A329-4CE1-AB83-F025E124CB9E}" destId="{C73B64EC-D6D6-4441-BDA3-E787BD1A182A}" srcOrd="0" destOrd="0" presId="urn:microsoft.com/office/officeart/2009/3/layout/StepUpProcess"/>
    <dgm:cxn modelId="{B87006D2-E031-400E-A14F-3FD97098C4FC}" type="presParOf" srcId="{6B865B4E-6F4D-48FD-8CCC-A1FFDEFE720D}" destId="{ACD48865-9A6F-41C1-88AD-5CAE1CA25C10}" srcOrd="2" destOrd="0" presId="urn:microsoft.com/office/officeart/2009/3/layout/StepUpProcess"/>
    <dgm:cxn modelId="{64F48A00-5A19-458C-81D8-01F07DA16B5B}" type="presParOf" srcId="{ACD48865-9A6F-41C1-88AD-5CAE1CA25C10}" destId="{1273A0D6-878F-4D0E-9EF7-65113C72BBA6}" srcOrd="0" destOrd="0" presId="urn:microsoft.com/office/officeart/2009/3/layout/StepUpProcess"/>
    <dgm:cxn modelId="{DEAFD3FD-1963-443B-9408-392F252A99E9}" type="presParOf" srcId="{ACD48865-9A6F-41C1-88AD-5CAE1CA25C10}" destId="{1F032816-635E-4B7D-A873-AF308CD6E61B}" srcOrd="1" destOrd="0" presId="urn:microsoft.com/office/officeart/2009/3/layout/StepUpProcess"/>
    <dgm:cxn modelId="{F846955A-8DDD-4DA9-AC52-1B268C4974CF}" type="presParOf" srcId="{ACD48865-9A6F-41C1-88AD-5CAE1CA25C10}" destId="{F7F38249-4675-4E55-A088-9150BC012D5F}" srcOrd="2" destOrd="0" presId="urn:microsoft.com/office/officeart/2009/3/layout/StepUpProcess"/>
    <dgm:cxn modelId="{A0AFFCED-8723-4A5A-8FD7-EADDC4E7070F}" type="presParOf" srcId="{6B865B4E-6F4D-48FD-8CCC-A1FFDEFE720D}" destId="{C40E5DF3-4F29-4F32-8741-00128F2958CC}" srcOrd="3" destOrd="0" presId="urn:microsoft.com/office/officeart/2009/3/layout/StepUpProcess"/>
    <dgm:cxn modelId="{F0ED9E4C-47A2-4EBD-B796-B086C4865E52}" type="presParOf" srcId="{C40E5DF3-4F29-4F32-8741-00128F2958CC}" destId="{6FD3B7AD-5653-43BB-915D-6F293F31F94F}" srcOrd="0" destOrd="0" presId="urn:microsoft.com/office/officeart/2009/3/layout/StepUpProcess"/>
    <dgm:cxn modelId="{F9B28A0C-4FD5-4C1C-8520-CEFBF3C22447}" type="presParOf" srcId="{6B865B4E-6F4D-48FD-8CCC-A1FFDEFE720D}" destId="{9981733B-0814-4A58-9321-1F4BC67A0C59}" srcOrd="4" destOrd="0" presId="urn:microsoft.com/office/officeart/2009/3/layout/StepUpProcess"/>
    <dgm:cxn modelId="{33DE68D6-3CEC-48AE-99B0-9285BBA531D9}" type="presParOf" srcId="{9981733B-0814-4A58-9321-1F4BC67A0C59}" destId="{083E5F87-CD53-4840-B19A-4CA5F73E1211}" srcOrd="0" destOrd="0" presId="urn:microsoft.com/office/officeart/2009/3/layout/StepUpProcess"/>
    <dgm:cxn modelId="{CF4868F4-212B-4F6E-A6CA-462AC222A706}" type="presParOf" srcId="{9981733B-0814-4A58-9321-1F4BC67A0C59}" destId="{EE00BE1D-52B7-43D5-B8A3-31F2186811C1}" srcOrd="1" destOrd="0" presId="urn:microsoft.com/office/officeart/2009/3/layout/StepUpProcess"/>
    <dgm:cxn modelId="{F706054A-BD35-40EE-97E4-A755218A0C9A}" type="presParOf" srcId="{9981733B-0814-4A58-9321-1F4BC67A0C59}" destId="{194B2006-CAAF-4E17-BF52-9C6208A0AC27}" srcOrd="2" destOrd="0" presId="urn:microsoft.com/office/officeart/2009/3/layout/StepUpProcess"/>
    <dgm:cxn modelId="{309A1599-8779-449F-AAB0-FD53250F88EF}" type="presParOf" srcId="{6B865B4E-6F4D-48FD-8CCC-A1FFDEFE720D}" destId="{0949501E-5535-4653-BD51-5DD8DB089C11}" srcOrd="5" destOrd="0" presId="urn:microsoft.com/office/officeart/2009/3/layout/StepUpProcess"/>
    <dgm:cxn modelId="{444CA9CC-B6E3-4CA4-8D0B-279D9F73E3E5}" type="presParOf" srcId="{0949501E-5535-4653-BD51-5DD8DB089C11}" destId="{42BF94AB-A2F6-4356-94A1-ACE39F99BE4F}" srcOrd="0" destOrd="0" presId="urn:microsoft.com/office/officeart/2009/3/layout/StepUpProcess"/>
    <dgm:cxn modelId="{50D08B39-C318-45DC-B1FA-59E9EDB9D542}" type="presParOf" srcId="{6B865B4E-6F4D-48FD-8CCC-A1FFDEFE720D}" destId="{018BB7D6-E638-4B2C-AF98-F30EE0381241}" srcOrd="6" destOrd="0" presId="urn:microsoft.com/office/officeart/2009/3/layout/StepUpProcess"/>
    <dgm:cxn modelId="{E32663AC-4795-430A-ADED-AD63F4BE2930}" type="presParOf" srcId="{018BB7D6-E638-4B2C-AF98-F30EE0381241}" destId="{14BF8656-3C1C-4F6A-BF89-97A78B1C008B}" srcOrd="0" destOrd="0" presId="urn:microsoft.com/office/officeart/2009/3/layout/StepUpProcess"/>
    <dgm:cxn modelId="{654D56DE-572C-4479-90B8-D73738B6F953}" type="presParOf" srcId="{018BB7D6-E638-4B2C-AF98-F30EE0381241}" destId="{F58F827A-4594-46E9-A0FE-A1BED65A3AC0}" srcOrd="1" destOrd="0" presId="urn:microsoft.com/office/officeart/2009/3/layout/StepUp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E57BAE-EF74-43B3-9C34-B2D3E881046D}" type="doc">
      <dgm:prSet loTypeId="urn:microsoft.com/office/officeart/2009/3/layout/StepUpProcess" loCatId="process" qsTypeId="urn:microsoft.com/office/officeart/2005/8/quickstyle/simple1" qsCatId="simple" csTypeId="urn:microsoft.com/office/officeart/2005/8/colors/colorful3" csCatId="colorful" phldr="1"/>
      <dgm:spPr/>
      <dgm:t>
        <a:bodyPr/>
        <a:lstStyle/>
        <a:p>
          <a:endParaRPr lang="es-SV"/>
        </a:p>
      </dgm:t>
    </dgm:pt>
    <dgm:pt modelId="{6C55E3BE-746B-455F-B000-E484211C18C5}">
      <dgm:prSet phldrT="[Texto]"/>
      <dgm:spPr/>
      <dgm:t>
        <a:bodyPr/>
        <a:lstStyle/>
        <a:p>
          <a:pPr algn="l">
            <a:buNone/>
          </a:pPr>
          <a:r>
            <a:rPr lang="es-SV">
              <a:solidFill>
                <a:schemeClr val="bg1"/>
              </a:solidFill>
            </a:rPr>
            <a:t>Analítica Descriptiva</a:t>
          </a:r>
          <a:endParaRPr lang="es-SV" dirty="0">
            <a:solidFill>
              <a:schemeClr val="bg1"/>
            </a:solidFill>
          </a:endParaRPr>
        </a:p>
      </dgm:t>
    </dgm:pt>
    <dgm:pt modelId="{7768E92F-E1D4-4E29-B8B6-9864D6EE157C}" type="parTrans" cxnId="{D6107192-222A-42F3-8303-6313FAF9D614}">
      <dgm:prSet/>
      <dgm:spPr/>
      <dgm:t>
        <a:bodyPr/>
        <a:lstStyle/>
        <a:p>
          <a:endParaRPr lang="es-SV">
            <a:solidFill>
              <a:schemeClr val="bg1"/>
            </a:solidFill>
          </a:endParaRPr>
        </a:p>
      </dgm:t>
    </dgm:pt>
    <dgm:pt modelId="{72880EBA-733A-4707-8EC8-0392B1522D9D}" type="sibTrans" cxnId="{D6107192-222A-42F3-8303-6313FAF9D614}">
      <dgm:prSet/>
      <dgm:spPr/>
      <dgm:t>
        <a:bodyPr/>
        <a:lstStyle/>
        <a:p>
          <a:endParaRPr lang="es-SV">
            <a:solidFill>
              <a:schemeClr val="bg1"/>
            </a:solidFill>
          </a:endParaRPr>
        </a:p>
      </dgm:t>
    </dgm:pt>
    <dgm:pt modelId="{AEED9B0B-673D-4DFA-80B0-2D9C2A61BB46}">
      <dgm:prSet phldrT="[Texto]"/>
      <dgm:spPr/>
      <dgm:t>
        <a:bodyPr/>
        <a:lstStyle/>
        <a:p>
          <a:pPr algn="l">
            <a:buNone/>
          </a:pPr>
          <a:r>
            <a:rPr lang="es-SV">
              <a:solidFill>
                <a:schemeClr val="bg1"/>
              </a:solidFill>
            </a:rPr>
            <a:t>Analítica Diagnostica</a:t>
          </a:r>
          <a:endParaRPr lang="es-SV" dirty="0">
            <a:solidFill>
              <a:schemeClr val="bg1"/>
            </a:solidFill>
          </a:endParaRPr>
        </a:p>
      </dgm:t>
    </dgm:pt>
    <dgm:pt modelId="{508192B2-363C-45CE-988B-FDF00650F062}" type="parTrans" cxnId="{46E3E7C9-A882-4622-85D8-60C22C0A49D1}">
      <dgm:prSet/>
      <dgm:spPr/>
      <dgm:t>
        <a:bodyPr/>
        <a:lstStyle/>
        <a:p>
          <a:endParaRPr lang="es-SV">
            <a:solidFill>
              <a:schemeClr val="bg1"/>
            </a:solidFill>
          </a:endParaRPr>
        </a:p>
      </dgm:t>
    </dgm:pt>
    <dgm:pt modelId="{F5C6A7F3-33AD-401E-9405-BA1D5D8F7195}" type="sibTrans" cxnId="{46E3E7C9-A882-4622-85D8-60C22C0A49D1}">
      <dgm:prSet/>
      <dgm:spPr/>
      <dgm:t>
        <a:bodyPr/>
        <a:lstStyle/>
        <a:p>
          <a:endParaRPr lang="es-SV">
            <a:solidFill>
              <a:schemeClr val="bg1"/>
            </a:solidFill>
          </a:endParaRPr>
        </a:p>
      </dgm:t>
    </dgm:pt>
    <dgm:pt modelId="{0E848038-A6CC-4DFF-8EA6-2085F4AA93E1}">
      <dgm:prSet phldrT="[Texto]"/>
      <dgm:spPr/>
      <dgm:t>
        <a:bodyPr/>
        <a:lstStyle/>
        <a:p>
          <a:pPr algn="l">
            <a:buNone/>
          </a:pPr>
          <a:r>
            <a:rPr lang="es-SV" dirty="0">
              <a:solidFill>
                <a:schemeClr val="bg1"/>
              </a:solidFill>
            </a:rPr>
            <a:t>Analítica Predictiva</a:t>
          </a:r>
        </a:p>
      </dgm:t>
    </dgm:pt>
    <dgm:pt modelId="{72998724-8847-4D65-91F0-248991463675}" type="parTrans" cxnId="{4D472E34-E797-4F78-ABE6-A3E741FCC752}">
      <dgm:prSet/>
      <dgm:spPr/>
      <dgm:t>
        <a:bodyPr/>
        <a:lstStyle/>
        <a:p>
          <a:endParaRPr lang="es-SV">
            <a:solidFill>
              <a:schemeClr val="bg1"/>
            </a:solidFill>
          </a:endParaRPr>
        </a:p>
      </dgm:t>
    </dgm:pt>
    <dgm:pt modelId="{FEA43F5C-F1C1-49A3-BC09-8234DADF5E63}" type="sibTrans" cxnId="{4D472E34-E797-4F78-ABE6-A3E741FCC752}">
      <dgm:prSet/>
      <dgm:spPr/>
      <dgm:t>
        <a:bodyPr/>
        <a:lstStyle/>
        <a:p>
          <a:endParaRPr lang="es-SV">
            <a:solidFill>
              <a:schemeClr val="bg1"/>
            </a:solidFill>
          </a:endParaRPr>
        </a:p>
      </dgm:t>
    </dgm:pt>
    <dgm:pt modelId="{87C319B7-9F7C-4B13-8BD7-38FCEAC83D4F}">
      <dgm:prSet phldrT="[Texto]"/>
      <dgm:spPr/>
      <dgm:t>
        <a:bodyPr/>
        <a:lstStyle/>
        <a:p>
          <a:pPr algn="ctr">
            <a:buNone/>
          </a:pPr>
          <a:r>
            <a:rPr lang="es-SV">
              <a:solidFill>
                <a:schemeClr val="bg1"/>
              </a:solidFill>
            </a:rPr>
            <a:t>¿Qué está pasando?</a:t>
          </a:r>
          <a:endParaRPr lang="es-SV" dirty="0">
            <a:solidFill>
              <a:schemeClr val="bg1"/>
            </a:solidFill>
          </a:endParaRPr>
        </a:p>
      </dgm:t>
    </dgm:pt>
    <dgm:pt modelId="{97A6979B-2842-48DA-815D-EA3887154FE6}" type="parTrans" cxnId="{B1E154F4-1111-49FF-8CC7-C953FE4AB5F9}">
      <dgm:prSet/>
      <dgm:spPr/>
      <dgm:t>
        <a:bodyPr/>
        <a:lstStyle/>
        <a:p>
          <a:endParaRPr lang="es-SV">
            <a:solidFill>
              <a:schemeClr val="bg1"/>
            </a:solidFill>
          </a:endParaRPr>
        </a:p>
      </dgm:t>
    </dgm:pt>
    <dgm:pt modelId="{289EAD75-2D22-45B5-8DB1-4B75F80A28DC}" type="sibTrans" cxnId="{B1E154F4-1111-49FF-8CC7-C953FE4AB5F9}">
      <dgm:prSet/>
      <dgm:spPr/>
      <dgm:t>
        <a:bodyPr/>
        <a:lstStyle/>
        <a:p>
          <a:endParaRPr lang="es-SV">
            <a:solidFill>
              <a:schemeClr val="bg1"/>
            </a:solidFill>
          </a:endParaRPr>
        </a:p>
      </dgm:t>
    </dgm:pt>
    <dgm:pt modelId="{427C409A-B4B6-4CFE-B0CF-8D4A606F6BD5}">
      <dgm:prSet phldrT="[Texto]"/>
      <dgm:spPr/>
      <dgm:t>
        <a:bodyPr/>
        <a:lstStyle/>
        <a:p>
          <a:pPr algn="ctr">
            <a:buNone/>
          </a:pPr>
          <a:r>
            <a:rPr lang="es-SV" dirty="0">
              <a:solidFill>
                <a:schemeClr val="bg1"/>
              </a:solidFill>
            </a:rPr>
            <a:t>¿Por qué ha pasado?</a:t>
          </a:r>
        </a:p>
      </dgm:t>
    </dgm:pt>
    <dgm:pt modelId="{E5386156-0BE5-4314-A65C-4F8A9CCD5AE8}" type="parTrans" cxnId="{C9F55642-7E9A-44B1-BD0C-27F2B0C28318}">
      <dgm:prSet/>
      <dgm:spPr/>
      <dgm:t>
        <a:bodyPr/>
        <a:lstStyle/>
        <a:p>
          <a:endParaRPr lang="es-SV">
            <a:solidFill>
              <a:schemeClr val="bg1"/>
            </a:solidFill>
          </a:endParaRPr>
        </a:p>
      </dgm:t>
    </dgm:pt>
    <dgm:pt modelId="{5E34B52E-624E-4163-8E92-461C18A50F66}" type="sibTrans" cxnId="{C9F55642-7E9A-44B1-BD0C-27F2B0C28318}">
      <dgm:prSet/>
      <dgm:spPr/>
      <dgm:t>
        <a:bodyPr/>
        <a:lstStyle/>
        <a:p>
          <a:endParaRPr lang="es-SV">
            <a:solidFill>
              <a:schemeClr val="bg1"/>
            </a:solidFill>
          </a:endParaRPr>
        </a:p>
      </dgm:t>
    </dgm:pt>
    <dgm:pt modelId="{80E7D88C-9F29-4A4C-8348-226199FE5593}">
      <dgm:prSet phldrT="[Texto]"/>
      <dgm:spPr/>
      <dgm:t>
        <a:bodyPr/>
        <a:lstStyle/>
        <a:p>
          <a:pPr algn="ctr">
            <a:buNone/>
          </a:pPr>
          <a:r>
            <a:rPr lang="es-SV">
              <a:solidFill>
                <a:schemeClr val="bg1"/>
              </a:solidFill>
            </a:rPr>
            <a:t>¿Qué va a pasar?</a:t>
          </a:r>
          <a:endParaRPr lang="es-SV" dirty="0">
            <a:solidFill>
              <a:schemeClr val="bg1"/>
            </a:solidFill>
          </a:endParaRPr>
        </a:p>
      </dgm:t>
    </dgm:pt>
    <dgm:pt modelId="{19177106-072C-4DB3-BFD2-E87089167452}" type="parTrans" cxnId="{EAD15F15-2A98-4DFF-9ED3-C4FBA4EF1E20}">
      <dgm:prSet/>
      <dgm:spPr/>
      <dgm:t>
        <a:bodyPr/>
        <a:lstStyle/>
        <a:p>
          <a:endParaRPr lang="es-SV">
            <a:solidFill>
              <a:schemeClr val="bg1"/>
            </a:solidFill>
          </a:endParaRPr>
        </a:p>
      </dgm:t>
    </dgm:pt>
    <dgm:pt modelId="{123AC515-88F4-4904-AE4C-CAFED451017D}" type="sibTrans" cxnId="{EAD15F15-2A98-4DFF-9ED3-C4FBA4EF1E20}">
      <dgm:prSet/>
      <dgm:spPr/>
      <dgm:t>
        <a:bodyPr/>
        <a:lstStyle/>
        <a:p>
          <a:endParaRPr lang="es-SV">
            <a:solidFill>
              <a:schemeClr val="bg1"/>
            </a:solidFill>
          </a:endParaRPr>
        </a:p>
      </dgm:t>
    </dgm:pt>
    <dgm:pt modelId="{CAEA3476-39D3-4EE8-9E26-5F3497E65B75}">
      <dgm:prSet phldrT="[Texto]"/>
      <dgm:spPr/>
      <dgm:t>
        <a:bodyPr/>
        <a:lstStyle/>
        <a:p>
          <a:pPr algn="l">
            <a:buNone/>
          </a:pPr>
          <a:r>
            <a:rPr lang="es-SV">
              <a:solidFill>
                <a:schemeClr val="bg1"/>
              </a:solidFill>
            </a:rPr>
            <a:t>Analítica Prescriptiva</a:t>
          </a:r>
          <a:endParaRPr lang="es-SV" dirty="0">
            <a:solidFill>
              <a:schemeClr val="bg1"/>
            </a:solidFill>
          </a:endParaRPr>
        </a:p>
      </dgm:t>
    </dgm:pt>
    <dgm:pt modelId="{78FBA773-FE38-46EF-BAE6-81FCC8992702}" type="parTrans" cxnId="{FD4DE6EA-918E-4256-8EF1-31D2ACA82CAF}">
      <dgm:prSet/>
      <dgm:spPr/>
      <dgm:t>
        <a:bodyPr/>
        <a:lstStyle/>
        <a:p>
          <a:endParaRPr lang="es-SV">
            <a:solidFill>
              <a:schemeClr val="bg1"/>
            </a:solidFill>
          </a:endParaRPr>
        </a:p>
      </dgm:t>
    </dgm:pt>
    <dgm:pt modelId="{9B0BB766-8C93-4D0E-9CCD-D863671BDAAB}" type="sibTrans" cxnId="{FD4DE6EA-918E-4256-8EF1-31D2ACA82CAF}">
      <dgm:prSet/>
      <dgm:spPr/>
      <dgm:t>
        <a:bodyPr/>
        <a:lstStyle/>
        <a:p>
          <a:endParaRPr lang="es-SV">
            <a:solidFill>
              <a:schemeClr val="bg1"/>
            </a:solidFill>
          </a:endParaRPr>
        </a:p>
      </dgm:t>
    </dgm:pt>
    <dgm:pt modelId="{BE551A1E-173D-4275-BB30-A169D6960472}">
      <dgm:prSet phldrT="[Texto]"/>
      <dgm:spPr/>
      <dgm:t>
        <a:bodyPr/>
        <a:lstStyle/>
        <a:p>
          <a:pPr algn="ctr">
            <a:buNone/>
          </a:pPr>
          <a:r>
            <a:rPr lang="es-SV" dirty="0">
              <a:solidFill>
                <a:schemeClr val="bg1"/>
              </a:solidFill>
            </a:rPr>
            <a:t>¿Qué hacer para que ocurra?</a:t>
          </a:r>
        </a:p>
      </dgm:t>
    </dgm:pt>
    <dgm:pt modelId="{966D695F-7CE7-4788-951B-E1F7AAD1DDCD}" type="parTrans" cxnId="{82C9CD64-74CE-4782-8631-1B5D3926D1CD}">
      <dgm:prSet/>
      <dgm:spPr/>
      <dgm:t>
        <a:bodyPr/>
        <a:lstStyle/>
        <a:p>
          <a:endParaRPr lang="es-SV">
            <a:solidFill>
              <a:schemeClr val="bg1"/>
            </a:solidFill>
          </a:endParaRPr>
        </a:p>
      </dgm:t>
    </dgm:pt>
    <dgm:pt modelId="{8AAB99A3-7FDB-4DBC-BD8C-A7BF87D2EE9D}" type="sibTrans" cxnId="{82C9CD64-74CE-4782-8631-1B5D3926D1CD}">
      <dgm:prSet/>
      <dgm:spPr/>
      <dgm:t>
        <a:bodyPr/>
        <a:lstStyle/>
        <a:p>
          <a:endParaRPr lang="es-SV">
            <a:solidFill>
              <a:schemeClr val="bg1"/>
            </a:solidFill>
          </a:endParaRPr>
        </a:p>
      </dgm:t>
    </dgm:pt>
    <dgm:pt modelId="{6B865B4E-6F4D-48FD-8CCC-A1FFDEFE720D}" type="pres">
      <dgm:prSet presAssocID="{90E57BAE-EF74-43B3-9C34-B2D3E881046D}" presName="rootnode" presStyleCnt="0">
        <dgm:presLayoutVars>
          <dgm:chMax/>
          <dgm:chPref/>
          <dgm:dir/>
          <dgm:animLvl val="lvl"/>
        </dgm:presLayoutVars>
      </dgm:prSet>
      <dgm:spPr/>
    </dgm:pt>
    <dgm:pt modelId="{4451A183-214C-40D2-A195-F6536C24B6E1}" type="pres">
      <dgm:prSet presAssocID="{6C55E3BE-746B-455F-B000-E484211C18C5}" presName="composite" presStyleCnt="0"/>
      <dgm:spPr/>
    </dgm:pt>
    <dgm:pt modelId="{671B1B8F-0D93-41DA-A902-E2C10C9B897D}" type="pres">
      <dgm:prSet presAssocID="{6C55E3BE-746B-455F-B000-E484211C18C5}" presName="LShape" presStyleLbl="alignNode1" presStyleIdx="0" presStyleCnt="7"/>
      <dgm:spPr/>
    </dgm:pt>
    <dgm:pt modelId="{BCB3A4D9-7D15-4F34-9644-C0FE4E2D243C}" type="pres">
      <dgm:prSet presAssocID="{6C55E3BE-746B-455F-B000-E484211C18C5}" presName="ParentText" presStyleLbl="revTx" presStyleIdx="0" presStyleCnt="4">
        <dgm:presLayoutVars>
          <dgm:chMax val="0"/>
          <dgm:chPref val="0"/>
          <dgm:bulletEnabled val="1"/>
        </dgm:presLayoutVars>
      </dgm:prSet>
      <dgm:spPr/>
    </dgm:pt>
    <dgm:pt modelId="{E1F1948C-2E0E-4EB7-B119-0F8AB294B5E5}" type="pres">
      <dgm:prSet presAssocID="{6C55E3BE-746B-455F-B000-E484211C18C5}" presName="Triangle" presStyleLbl="alignNode1" presStyleIdx="1" presStyleCnt="7"/>
      <dgm:spPr/>
    </dgm:pt>
    <dgm:pt modelId="{5716D878-A329-4CE1-AB83-F025E124CB9E}" type="pres">
      <dgm:prSet presAssocID="{72880EBA-733A-4707-8EC8-0392B1522D9D}" presName="sibTrans" presStyleCnt="0"/>
      <dgm:spPr/>
    </dgm:pt>
    <dgm:pt modelId="{C73B64EC-D6D6-4441-BDA3-E787BD1A182A}" type="pres">
      <dgm:prSet presAssocID="{72880EBA-733A-4707-8EC8-0392B1522D9D}" presName="space" presStyleCnt="0"/>
      <dgm:spPr/>
    </dgm:pt>
    <dgm:pt modelId="{ACD48865-9A6F-41C1-88AD-5CAE1CA25C10}" type="pres">
      <dgm:prSet presAssocID="{AEED9B0B-673D-4DFA-80B0-2D9C2A61BB46}" presName="composite" presStyleCnt="0"/>
      <dgm:spPr/>
    </dgm:pt>
    <dgm:pt modelId="{1273A0D6-878F-4D0E-9EF7-65113C72BBA6}" type="pres">
      <dgm:prSet presAssocID="{AEED9B0B-673D-4DFA-80B0-2D9C2A61BB46}" presName="LShape" presStyleLbl="alignNode1" presStyleIdx="2" presStyleCnt="7"/>
      <dgm:spPr/>
    </dgm:pt>
    <dgm:pt modelId="{1F032816-635E-4B7D-A873-AF308CD6E61B}" type="pres">
      <dgm:prSet presAssocID="{AEED9B0B-673D-4DFA-80B0-2D9C2A61BB46}" presName="ParentText" presStyleLbl="revTx" presStyleIdx="1" presStyleCnt="4">
        <dgm:presLayoutVars>
          <dgm:chMax val="0"/>
          <dgm:chPref val="0"/>
          <dgm:bulletEnabled val="1"/>
        </dgm:presLayoutVars>
      </dgm:prSet>
      <dgm:spPr/>
    </dgm:pt>
    <dgm:pt modelId="{F7F38249-4675-4E55-A088-9150BC012D5F}" type="pres">
      <dgm:prSet presAssocID="{AEED9B0B-673D-4DFA-80B0-2D9C2A61BB46}" presName="Triangle" presStyleLbl="alignNode1" presStyleIdx="3" presStyleCnt="7"/>
      <dgm:spPr/>
    </dgm:pt>
    <dgm:pt modelId="{C40E5DF3-4F29-4F32-8741-00128F2958CC}" type="pres">
      <dgm:prSet presAssocID="{F5C6A7F3-33AD-401E-9405-BA1D5D8F7195}" presName="sibTrans" presStyleCnt="0"/>
      <dgm:spPr/>
    </dgm:pt>
    <dgm:pt modelId="{6FD3B7AD-5653-43BB-915D-6F293F31F94F}" type="pres">
      <dgm:prSet presAssocID="{F5C6A7F3-33AD-401E-9405-BA1D5D8F7195}" presName="space" presStyleCnt="0"/>
      <dgm:spPr/>
    </dgm:pt>
    <dgm:pt modelId="{9981733B-0814-4A58-9321-1F4BC67A0C59}" type="pres">
      <dgm:prSet presAssocID="{0E848038-A6CC-4DFF-8EA6-2085F4AA93E1}" presName="composite" presStyleCnt="0"/>
      <dgm:spPr/>
    </dgm:pt>
    <dgm:pt modelId="{083E5F87-CD53-4840-B19A-4CA5F73E1211}" type="pres">
      <dgm:prSet presAssocID="{0E848038-A6CC-4DFF-8EA6-2085F4AA93E1}" presName="LShape" presStyleLbl="alignNode1" presStyleIdx="4" presStyleCnt="7"/>
      <dgm:spPr/>
    </dgm:pt>
    <dgm:pt modelId="{EE00BE1D-52B7-43D5-B8A3-31F2186811C1}" type="pres">
      <dgm:prSet presAssocID="{0E848038-A6CC-4DFF-8EA6-2085F4AA93E1}" presName="ParentText" presStyleLbl="revTx" presStyleIdx="2" presStyleCnt="4">
        <dgm:presLayoutVars>
          <dgm:chMax val="0"/>
          <dgm:chPref val="0"/>
          <dgm:bulletEnabled val="1"/>
        </dgm:presLayoutVars>
      </dgm:prSet>
      <dgm:spPr/>
    </dgm:pt>
    <dgm:pt modelId="{194B2006-CAAF-4E17-BF52-9C6208A0AC27}" type="pres">
      <dgm:prSet presAssocID="{0E848038-A6CC-4DFF-8EA6-2085F4AA93E1}" presName="Triangle" presStyleLbl="alignNode1" presStyleIdx="5" presStyleCnt="7"/>
      <dgm:spPr/>
    </dgm:pt>
    <dgm:pt modelId="{0949501E-5535-4653-BD51-5DD8DB089C11}" type="pres">
      <dgm:prSet presAssocID="{FEA43F5C-F1C1-49A3-BC09-8234DADF5E63}" presName="sibTrans" presStyleCnt="0"/>
      <dgm:spPr/>
    </dgm:pt>
    <dgm:pt modelId="{42BF94AB-A2F6-4356-94A1-ACE39F99BE4F}" type="pres">
      <dgm:prSet presAssocID="{FEA43F5C-F1C1-49A3-BC09-8234DADF5E63}" presName="space" presStyleCnt="0"/>
      <dgm:spPr/>
    </dgm:pt>
    <dgm:pt modelId="{018BB7D6-E638-4B2C-AF98-F30EE0381241}" type="pres">
      <dgm:prSet presAssocID="{CAEA3476-39D3-4EE8-9E26-5F3497E65B75}" presName="composite" presStyleCnt="0"/>
      <dgm:spPr/>
    </dgm:pt>
    <dgm:pt modelId="{14BF8656-3C1C-4F6A-BF89-97A78B1C008B}" type="pres">
      <dgm:prSet presAssocID="{CAEA3476-39D3-4EE8-9E26-5F3497E65B75}" presName="LShape" presStyleLbl="alignNode1" presStyleIdx="6" presStyleCnt="7"/>
      <dgm:spPr/>
    </dgm:pt>
    <dgm:pt modelId="{F58F827A-4594-46E9-A0FE-A1BED65A3AC0}" type="pres">
      <dgm:prSet presAssocID="{CAEA3476-39D3-4EE8-9E26-5F3497E65B75}" presName="ParentText" presStyleLbl="revTx" presStyleIdx="3" presStyleCnt="4">
        <dgm:presLayoutVars>
          <dgm:chMax val="0"/>
          <dgm:chPref val="0"/>
          <dgm:bulletEnabled val="1"/>
        </dgm:presLayoutVars>
      </dgm:prSet>
      <dgm:spPr/>
    </dgm:pt>
  </dgm:ptLst>
  <dgm:cxnLst>
    <dgm:cxn modelId="{9905C70B-913C-4110-8336-D6B54A97CC93}" type="presOf" srcId="{87C319B7-9F7C-4B13-8BD7-38FCEAC83D4F}" destId="{BCB3A4D9-7D15-4F34-9644-C0FE4E2D243C}" srcOrd="0" destOrd="1" presId="urn:microsoft.com/office/officeart/2009/3/layout/StepUpProcess"/>
    <dgm:cxn modelId="{64777D0C-2225-4045-8C4D-98E8D5FC8998}" type="presOf" srcId="{BE551A1E-173D-4275-BB30-A169D6960472}" destId="{F58F827A-4594-46E9-A0FE-A1BED65A3AC0}" srcOrd="0" destOrd="1" presId="urn:microsoft.com/office/officeart/2009/3/layout/StepUpProcess"/>
    <dgm:cxn modelId="{E949CC10-BB60-462A-B5DA-7F5CD5FA7A53}" type="presOf" srcId="{0E848038-A6CC-4DFF-8EA6-2085F4AA93E1}" destId="{EE00BE1D-52B7-43D5-B8A3-31F2186811C1}" srcOrd="0" destOrd="0" presId="urn:microsoft.com/office/officeart/2009/3/layout/StepUpProcess"/>
    <dgm:cxn modelId="{EAD15F15-2A98-4DFF-9ED3-C4FBA4EF1E20}" srcId="{0E848038-A6CC-4DFF-8EA6-2085F4AA93E1}" destId="{80E7D88C-9F29-4A4C-8348-226199FE5593}" srcOrd="0" destOrd="0" parTransId="{19177106-072C-4DB3-BFD2-E87089167452}" sibTransId="{123AC515-88F4-4904-AE4C-CAFED451017D}"/>
    <dgm:cxn modelId="{2468EB15-3660-4B7D-92FA-A60DBC16F94A}" type="presOf" srcId="{90E57BAE-EF74-43B3-9C34-B2D3E881046D}" destId="{6B865B4E-6F4D-48FD-8CCC-A1FFDEFE720D}" srcOrd="0" destOrd="0" presId="urn:microsoft.com/office/officeart/2009/3/layout/StepUpProcess"/>
    <dgm:cxn modelId="{4D472E34-E797-4F78-ABE6-A3E741FCC752}" srcId="{90E57BAE-EF74-43B3-9C34-B2D3E881046D}" destId="{0E848038-A6CC-4DFF-8EA6-2085F4AA93E1}" srcOrd="2" destOrd="0" parTransId="{72998724-8847-4D65-91F0-248991463675}" sibTransId="{FEA43F5C-F1C1-49A3-BC09-8234DADF5E63}"/>
    <dgm:cxn modelId="{C9F55642-7E9A-44B1-BD0C-27F2B0C28318}" srcId="{AEED9B0B-673D-4DFA-80B0-2D9C2A61BB46}" destId="{427C409A-B4B6-4CFE-B0CF-8D4A606F6BD5}" srcOrd="0" destOrd="0" parTransId="{E5386156-0BE5-4314-A65C-4F8A9CCD5AE8}" sibTransId="{5E34B52E-624E-4163-8E92-461C18A50F66}"/>
    <dgm:cxn modelId="{82C9CD64-74CE-4782-8631-1B5D3926D1CD}" srcId="{CAEA3476-39D3-4EE8-9E26-5F3497E65B75}" destId="{BE551A1E-173D-4275-BB30-A169D6960472}" srcOrd="0" destOrd="0" parTransId="{966D695F-7CE7-4788-951B-E1F7AAD1DDCD}" sibTransId="{8AAB99A3-7FDB-4DBC-BD8C-A7BF87D2EE9D}"/>
    <dgm:cxn modelId="{95894F4B-065E-4953-B0F3-57536BC7E874}" type="presOf" srcId="{AEED9B0B-673D-4DFA-80B0-2D9C2A61BB46}" destId="{1F032816-635E-4B7D-A873-AF308CD6E61B}" srcOrd="0" destOrd="0" presId="urn:microsoft.com/office/officeart/2009/3/layout/StepUpProcess"/>
    <dgm:cxn modelId="{E0139055-74AC-4BB3-B37D-73C415A4C00A}" type="presOf" srcId="{CAEA3476-39D3-4EE8-9E26-5F3497E65B75}" destId="{F58F827A-4594-46E9-A0FE-A1BED65A3AC0}" srcOrd="0" destOrd="0" presId="urn:microsoft.com/office/officeart/2009/3/layout/StepUpProcess"/>
    <dgm:cxn modelId="{1FEC828D-97E9-4D4A-823F-7AB0A7D4D255}" type="presOf" srcId="{427C409A-B4B6-4CFE-B0CF-8D4A606F6BD5}" destId="{1F032816-635E-4B7D-A873-AF308CD6E61B}" srcOrd="0" destOrd="1" presId="urn:microsoft.com/office/officeart/2009/3/layout/StepUpProcess"/>
    <dgm:cxn modelId="{D6107192-222A-42F3-8303-6313FAF9D614}" srcId="{90E57BAE-EF74-43B3-9C34-B2D3E881046D}" destId="{6C55E3BE-746B-455F-B000-E484211C18C5}" srcOrd="0" destOrd="0" parTransId="{7768E92F-E1D4-4E29-B8B6-9864D6EE157C}" sibTransId="{72880EBA-733A-4707-8EC8-0392B1522D9D}"/>
    <dgm:cxn modelId="{15842AB2-6231-4675-A3C8-E5155978988B}" type="presOf" srcId="{6C55E3BE-746B-455F-B000-E484211C18C5}" destId="{BCB3A4D9-7D15-4F34-9644-C0FE4E2D243C}" srcOrd="0" destOrd="0" presId="urn:microsoft.com/office/officeart/2009/3/layout/StepUpProcess"/>
    <dgm:cxn modelId="{79A17CC0-E8BC-4A4C-A0E7-625FF4F76D3A}" type="presOf" srcId="{80E7D88C-9F29-4A4C-8348-226199FE5593}" destId="{EE00BE1D-52B7-43D5-B8A3-31F2186811C1}" srcOrd="0" destOrd="1" presId="urn:microsoft.com/office/officeart/2009/3/layout/StepUpProcess"/>
    <dgm:cxn modelId="{46E3E7C9-A882-4622-85D8-60C22C0A49D1}" srcId="{90E57BAE-EF74-43B3-9C34-B2D3E881046D}" destId="{AEED9B0B-673D-4DFA-80B0-2D9C2A61BB46}" srcOrd="1" destOrd="0" parTransId="{508192B2-363C-45CE-988B-FDF00650F062}" sibTransId="{F5C6A7F3-33AD-401E-9405-BA1D5D8F7195}"/>
    <dgm:cxn modelId="{FD4DE6EA-918E-4256-8EF1-31D2ACA82CAF}" srcId="{90E57BAE-EF74-43B3-9C34-B2D3E881046D}" destId="{CAEA3476-39D3-4EE8-9E26-5F3497E65B75}" srcOrd="3" destOrd="0" parTransId="{78FBA773-FE38-46EF-BAE6-81FCC8992702}" sibTransId="{9B0BB766-8C93-4D0E-9CCD-D863671BDAAB}"/>
    <dgm:cxn modelId="{B1E154F4-1111-49FF-8CC7-C953FE4AB5F9}" srcId="{6C55E3BE-746B-455F-B000-E484211C18C5}" destId="{87C319B7-9F7C-4B13-8BD7-38FCEAC83D4F}" srcOrd="0" destOrd="0" parTransId="{97A6979B-2842-48DA-815D-EA3887154FE6}" sibTransId="{289EAD75-2D22-45B5-8DB1-4B75F80A28DC}"/>
    <dgm:cxn modelId="{529176E3-5C9A-4916-A292-1F3AF118326E}" type="presParOf" srcId="{6B865B4E-6F4D-48FD-8CCC-A1FFDEFE720D}" destId="{4451A183-214C-40D2-A195-F6536C24B6E1}" srcOrd="0" destOrd="0" presId="urn:microsoft.com/office/officeart/2009/3/layout/StepUpProcess"/>
    <dgm:cxn modelId="{32D47463-2245-4522-906D-7A2487E7C152}" type="presParOf" srcId="{4451A183-214C-40D2-A195-F6536C24B6E1}" destId="{671B1B8F-0D93-41DA-A902-E2C10C9B897D}" srcOrd="0" destOrd="0" presId="urn:microsoft.com/office/officeart/2009/3/layout/StepUpProcess"/>
    <dgm:cxn modelId="{C4287BEB-5CB3-4D68-BA93-0AB2F530745A}" type="presParOf" srcId="{4451A183-214C-40D2-A195-F6536C24B6E1}" destId="{BCB3A4D9-7D15-4F34-9644-C0FE4E2D243C}" srcOrd="1" destOrd="0" presId="urn:microsoft.com/office/officeart/2009/3/layout/StepUpProcess"/>
    <dgm:cxn modelId="{82F74864-41DF-4443-BC41-55DD093F7DEF}" type="presParOf" srcId="{4451A183-214C-40D2-A195-F6536C24B6E1}" destId="{E1F1948C-2E0E-4EB7-B119-0F8AB294B5E5}" srcOrd="2" destOrd="0" presId="urn:microsoft.com/office/officeart/2009/3/layout/StepUpProcess"/>
    <dgm:cxn modelId="{F23B8DE9-D6F2-472B-8F8A-F12214943877}" type="presParOf" srcId="{6B865B4E-6F4D-48FD-8CCC-A1FFDEFE720D}" destId="{5716D878-A329-4CE1-AB83-F025E124CB9E}" srcOrd="1" destOrd="0" presId="urn:microsoft.com/office/officeart/2009/3/layout/StepUpProcess"/>
    <dgm:cxn modelId="{C5752247-3D9E-4F40-9666-55CE3AA72496}" type="presParOf" srcId="{5716D878-A329-4CE1-AB83-F025E124CB9E}" destId="{C73B64EC-D6D6-4441-BDA3-E787BD1A182A}" srcOrd="0" destOrd="0" presId="urn:microsoft.com/office/officeart/2009/3/layout/StepUpProcess"/>
    <dgm:cxn modelId="{B87006D2-E031-400E-A14F-3FD97098C4FC}" type="presParOf" srcId="{6B865B4E-6F4D-48FD-8CCC-A1FFDEFE720D}" destId="{ACD48865-9A6F-41C1-88AD-5CAE1CA25C10}" srcOrd="2" destOrd="0" presId="urn:microsoft.com/office/officeart/2009/3/layout/StepUpProcess"/>
    <dgm:cxn modelId="{64F48A00-5A19-458C-81D8-01F07DA16B5B}" type="presParOf" srcId="{ACD48865-9A6F-41C1-88AD-5CAE1CA25C10}" destId="{1273A0D6-878F-4D0E-9EF7-65113C72BBA6}" srcOrd="0" destOrd="0" presId="urn:microsoft.com/office/officeart/2009/3/layout/StepUpProcess"/>
    <dgm:cxn modelId="{DEAFD3FD-1963-443B-9408-392F252A99E9}" type="presParOf" srcId="{ACD48865-9A6F-41C1-88AD-5CAE1CA25C10}" destId="{1F032816-635E-4B7D-A873-AF308CD6E61B}" srcOrd="1" destOrd="0" presId="urn:microsoft.com/office/officeart/2009/3/layout/StepUpProcess"/>
    <dgm:cxn modelId="{F846955A-8DDD-4DA9-AC52-1B268C4974CF}" type="presParOf" srcId="{ACD48865-9A6F-41C1-88AD-5CAE1CA25C10}" destId="{F7F38249-4675-4E55-A088-9150BC012D5F}" srcOrd="2" destOrd="0" presId="urn:microsoft.com/office/officeart/2009/3/layout/StepUpProcess"/>
    <dgm:cxn modelId="{A0AFFCED-8723-4A5A-8FD7-EADDC4E7070F}" type="presParOf" srcId="{6B865B4E-6F4D-48FD-8CCC-A1FFDEFE720D}" destId="{C40E5DF3-4F29-4F32-8741-00128F2958CC}" srcOrd="3" destOrd="0" presId="urn:microsoft.com/office/officeart/2009/3/layout/StepUpProcess"/>
    <dgm:cxn modelId="{F0ED9E4C-47A2-4EBD-B796-B086C4865E52}" type="presParOf" srcId="{C40E5DF3-4F29-4F32-8741-00128F2958CC}" destId="{6FD3B7AD-5653-43BB-915D-6F293F31F94F}" srcOrd="0" destOrd="0" presId="urn:microsoft.com/office/officeart/2009/3/layout/StepUpProcess"/>
    <dgm:cxn modelId="{F9B28A0C-4FD5-4C1C-8520-CEFBF3C22447}" type="presParOf" srcId="{6B865B4E-6F4D-48FD-8CCC-A1FFDEFE720D}" destId="{9981733B-0814-4A58-9321-1F4BC67A0C59}" srcOrd="4" destOrd="0" presId="urn:microsoft.com/office/officeart/2009/3/layout/StepUpProcess"/>
    <dgm:cxn modelId="{33DE68D6-3CEC-48AE-99B0-9285BBA531D9}" type="presParOf" srcId="{9981733B-0814-4A58-9321-1F4BC67A0C59}" destId="{083E5F87-CD53-4840-B19A-4CA5F73E1211}" srcOrd="0" destOrd="0" presId="urn:microsoft.com/office/officeart/2009/3/layout/StepUpProcess"/>
    <dgm:cxn modelId="{CF4868F4-212B-4F6E-A6CA-462AC222A706}" type="presParOf" srcId="{9981733B-0814-4A58-9321-1F4BC67A0C59}" destId="{EE00BE1D-52B7-43D5-B8A3-31F2186811C1}" srcOrd="1" destOrd="0" presId="urn:microsoft.com/office/officeart/2009/3/layout/StepUpProcess"/>
    <dgm:cxn modelId="{F706054A-BD35-40EE-97E4-A755218A0C9A}" type="presParOf" srcId="{9981733B-0814-4A58-9321-1F4BC67A0C59}" destId="{194B2006-CAAF-4E17-BF52-9C6208A0AC27}" srcOrd="2" destOrd="0" presId="urn:microsoft.com/office/officeart/2009/3/layout/StepUpProcess"/>
    <dgm:cxn modelId="{309A1599-8779-449F-AAB0-FD53250F88EF}" type="presParOf" srcId="{6B865B4E-6F4D-48FD-8CCC-A1FFDEFE720D}" destId="{0949501E-5535-4653-BD51-5DD8DB089C11}" srcOrd="5" destOrd="0" presId="urn:microsoft.com/office/officeart/2009/3/layout/StepUpProcess"/>
    <dgm:cxn modelId="{444CA9CC-B6E3-4CA4-8D0B-279D9F73E3E5}" type="presParOf" srcId="{0949501E-5535-4653-BD51-5DD8DB089C11}" destId="{42BF94AB-A2F6-4356-94A1-ACE39F99BE4F}" srcOrd="0" destOrd="0" presId="urn:microsoft.com/office/officeart/2009/3/layout/StepUpProcess"/>
    <dgm:cxn modelId="{50D08B39-C318-45DC-B1FA-59E9EDB9D542}" type="presParOf" srcId="{6B865B4E-6F4D-48FD-8CCC-A1FFDEFE720D}" destId="{018BB7D6-E638-4B2C-AF98-F30EE0381241}" srcOrd="6" destOrd="0" presId="urn:microsoft.com/office/officeart/2009/3/layout/StepUpProcess"/>
    <dgm:cxn modelId="{E32663AC-4795-430A-ADED-AD63F4BE2930}" type="presParOf" srcId="{018BB7D6-E638-4B2C-AF98-F30EE0381241}" destId="{14BF8656-3C1C-4F6A-BF89-97A78B1C008B}" srcOrd="0" destOrd="0" presId="urn:microsoft.com/office/officeart/2009/3/layout/StepUpProcess"/>
    <dgm:cxn modelId="{654D56DE-572C-4479-90B8-D73738B6F953}" type="presParOf" srcId="{018BB7D6-E638-4B2C-AF98-F30EE0381241}" destId="{F58F827A-4594-46E9-A0FE-A1BED65A3AC0}" srcOrd="1" destOrd="0" presId="urn:microsoft.com/office/officeart/2009/3/layout/StepUp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E57BAE-EF74-43B3-9C34-B2D3E881046D}" type="doc">
      <dgm:prSet loTypeId="urn:microsoft.com/office/officeart/2009/3/layout/StepUpProcess" loCatId="process" qsTypeId="urn:microsoft.com/office/officeart/2005/8/quickstyle/simple1" qsCatId="simple" csTypeId="urn:microsoft.com/office/officeart/2005/8/colors/colorful3" csCatId="colorful" phldr="1"/>
      <dgm:spPr/>
      <dgm:t>
        <a:bodyPr/>
        <a:lstStyle/>
        <a:p>
          <a:endParaRPr lang="es-SV"/>
        </a:p>
      </dgm:t>
    </dgm:pt>
    <dgm:pt modelId="{6C55E3BE-746B-455F-B000-E484211C18C5}">
      <dgm:prSet phldrT="[Texto]"/>
      <dgm:spPr/>
      <dgm:t>
        <a:bodyPr/>
        <a:lstStyle/>
        <a:p>
          <a:pPr algn="l">
            <a:buNone/>
          </a:pPr>
          <a:r>
            <a:rPr lang="es-SV">
              <a:solidFill>
                <a:schemeClr val="bg1"/>
              </a:solidFill>
            </a:rPr>
            <a:t>Analítica Descriptiva</a:t>
          </a:r>
          <a:endParaRPr lang="es-SV" dirty="0">
            <a:solidFill>
              <a:schemeClr val="bg1"/>
            </a:solidFill>
          </a:endParaRPr>
        </a:p>
      </dgm:t>
    </dgm:pt>
    <dgm:pt modelId="{7768E92F-E1D4-4E29-B8B6-9864D6EE157C}" type="parTrans" cxnId="{D6107192-222A-42F3-8303-6313FAF9D614}">
      <dgm:prSet/>
      <dgm:spPr/>
      <dgm:t>
        <a:bodyPr/>
        <a:lstStyle/>
        <a:p>
          <a:endParaRPr lang="es-SV">
            <a:solidFill>
              <a:schemeClr val="bg1"/>
            </a:solidFill>
          </a:endParaRPr>
        </a:p>
      </dgm:t>
    </dgm:pt>
    <dgm:pt modelId="{72880EBA-733A-4707-8EC8-0392B1522D9D}" type="sibTrans" cxnId="{D6107192-222A-42F3-8303-6313FAF9D614}">
      <dgm:prSet/>
      <dgm:spPr/>
      <dgm:t>
        <a:bodyPr/>
        <a:lstStyle/>
        <a:p>
          <a:endParaRPr lang="es-SV">
            <a:solidFill>
              <a:schemeClr val="bg1"/>
            </a:solidFill>
          </a:endParaRPr>
        </a:p>
      </dgm:t>
    </dgm:pt>
    <dgm:pt modelId="{AEED9B0B-673D-4DFA-80B0-2D9C2A61BB46}">
      <dgm:prSet phldrT="[Texto]"/>
      <dgm:spPr/>
      <dgm:t>
        <a:bodyPr/>
        <a:lstStyle/>
        <a:p>
          <a:pPr algn="l">
            <a:buNone/>
          </a:pPr>
          <a:r>
            <a:rPr lang="es-SV">
              <a:solidFill>
                <a:schemeClr val="bg1"/>
              </a:solidFill>
            </a:rPr>
            <a:t>Analítica Diagnostica</a:t>
          </a:r>
          <a:endParaRPr lang="es-SV" dirty="0">
            <a:solidFill>
              <a:schemeClr val="bg1"/>
            </a:solidFill>
          </a:endParaRPr>
        </a:p>
      </dgm:t>
    </dgm:pt>
    <dgm:pt modelId="{508192B2-363C-45CE-988B-FDF00650F062}" type="parTrans" cxnId="{46E3E7C9-A882-4622-85D8-60C22C0A49D1}">
      <dgm:prSet/>
      <dgm:spPr/>
      <dgm:t>
        <a:bodyPr/>
        <a:lstStyle/>
        <a:p>
          <a:endParaRPr lang="es-SV">
            <a:solidFill>
              <a:schemeClr val="bg1"/>
            </a:solidFill>
          </a:endParaRPr>
        </a:p>
      </dgm:t>
    </dgm:pt>
    <dgm:pt modelId="{F5C6A7F3-33AD-401E-9405-BA1D5D8F7195}" type="sibTrans" cxnId="{46E3E7C9-A882-4622-85D8-60C22C0A49D1}">
      <dgm:prSet/>
      <dgm:spPr/>
      <dgm:t>
        <a:bodyPr/>
        <a:lstStyle/>
        <a:p>
          <a:endParaRPr lang="es-SV">
            <a:solidFill>
              <a:schemeClr val="bg1"/>
            </a:solidFill>
          </a:endParaRPr>
        </a:p>
      </dgm:t>
    </dgm:pt>
    <dgm:pt modelId="{0E848038-A6CC-4DFF-8EA6-2085F4AA93E1}">
      <dgm:prSet phldrT="[Texto]"/>
      <dgm:spPr/>
      <dgm:t>
        <a:bodyPr/>
        <a:lstStyle/>
        <a:p>
          <a:pPr algn="l">
            <a:buNone/>
          </a:pPr>
          <a:r>
            <a:rPr lang="es-SV" dirty="0">
              <a:solidFill>
                <a:schemeClr val="bg1"/>
              </a:solidFill>
            </a:rPr>
            <a:t>Analítica Predictiva</a:t>
          </a:r>
        </a:p>
      </dgm:t>
    </dgm:pt>
    <dgm:pt modelId="{72998724-8847-4D65-91F0-248991463675}" type="parTrans" cxnId="{4D472E34-E797-4F78-ABE6-A3E741FCC752}">
      <dgm:prSet/>
      <dgm:spPr/>
      <dgm:t>
        <a:bodyPr/>
        <a:lstStyle/>
        <a:p>
          <a:endParaRPr lang="es-SV">
            <a:solidFill>
              <a:schemeClr val="bg1"/>
            </a:solidFill>
          </a:endParaRPr>
        </a:p>
      </dgm:t>
    </dgm:pt>
    <dgm:pt modelId="{FEA43F5C-F1C1-49A3-BC09-8234DADF5E63}" type="sibTrans" cxnId="{4D472E34-E797-4F78-ABE6-A3E741FCC752}">
      <dgm:prSet/>
      <dgm:spPr/>
      <dgm:t>
        <a:bodyPr/>
        <a:lstStyle/>
        <a:p>
          <a:endParaRPr lang="es-SV">
            <a:solidFill>
              <a:schemeClr val="bg1"/>
            </a:solidFill>
          </a:endParaRPr>
        </a:p>
      </dgm:t>
    </dgm:pt>
    <dgm:pt modelId="{87C319B7-9F7C-4B13-8BD7-38FCEAC83D4F}">
      <dgm:prSet phldrT="[Texto]"/>
      <dgm:spPr/>
      <dgm:t>
        <a:bodyPr/>
        <a:lstStyle/>
        <a:p>
          <a:pPr algn="ctr">
            <a:buNone/>
          </a:pPr>
          <a:r>
            <a:rPr lang="es-SV">
              <a:solidFill>
                <a:schemeClr val="bg1"/>
              </a:solidFill>
            </a:rPr>
            <a:t>¿Qué está pasando?</a:t>
          </a:r>
          <a:endParaRPr lang="es-SV" dirty="0">
            <a:solidFill>
              <a:schemeClr val="bg1"/>
            </a:solidFill>
          </a:endParaRPr>
        </a:p>
      </dgm:t>
    </dgm:pt>
    <dgm:pt modelId="{97A6979B-2842-48DA-815D-EA3887154FE6}" type="parTrans" cxnId="{B1E154F4-1111-49FF-8CC7-C953FE4AB5F9}">
      <dgm:prSet/>
      <dgm:spPr/>
      <dgm:t>
        <a:bodyPr/>
        <a:lstStyle/>
        <a:p>
          <a:endParaRPr lang="es-SV">
            <a:solidFill>
              <a:schemeClr val="bg1"/>
            </a:solidFill>
          </a:endParaRPr>
        </a:p>
      </dgm:t>
    </dgm:pt>
    <dgm:pt modelId="{289EAD75-2D22-45B5-8DB1-4B75F80A28DC}" type="sibTrans" cxnId="{B1E154F4-1111-49FF-8CC7-C953FE4AB5F9}">
      <dgm:prSet/>
      <dgm:spPr/>
      <dgm:t>
        <a:bodyPr/>
        <a:lstStyle/>
        <a:p>
          <a:endParaRPr lang="es-SV">
            <a:solidFill>
              <a:schemeClr val="bg1"/>
            </a:solidFill>
          </a:endParaRPr>
        </a:p>
      </dgm:t>
    </dgm:pt>
    <dgm:pt modelId="{427C409A-B4B6-4CFE-B0CF-8D4A606F6BD5}">
      <dgm:prSet phldrT="[Texto]"/>
      <dgm:spPr/>
      <dgm:t>
        <a:bodyPr/>
        <a:lstStyle/>
        <a:p>
          <a:pPr algn="ctr">
            <a:buNone/>
          </a:pPr>
          <a:r>
            <a:rPr lang="es-SV" dirty="0">
              <a:solidFill>
                <a:schemeClr val="bg1"/>
              </a:solidFill>
            </a:rPr>
            <a:t>¿Por qué ha pasado?</a:t>
          </a:r>
        </a:p>
      </dgm:t>
    </dgm:pt>
    <dgm:pt modelId="{E5386156-0BE5-4314-A65C-4F8A9CCD5AE8}" type="parTrans" cxnId="{C9F55642-7E9A-44B1-BD0C-27F2B0C28318}">
      <dgm:prSet/>
      <dgm:spPr/>
      <dgm:t>
        <a:bodyPr/>
        <a:lstStyle/>
        <a:p>
          <a:endParaRPr lang="es-SV">
            <a:solidFill>
              <a:schemeClr val="bg1"/>
            </a:solidFill>
          </a:endParaRPr>
        </a:p>
      </dgm:t>
    </dgm:pt>
    <dgm:pt modelId="{5E34B52E-624E-4163-8E92-461C18A50F66}" type="sibTrans" cxnId="{C9F55642-7E9A-44B1-BD0C-27F2B0C28318}">
      <dgm:prSet/>
      <dgm:spPr/>
      <dgm:t>
        <a:bodyPr/>
        <a:lstStyle/>
        <a:p>
          <a:endParaRPr lang="es-SV">
            <a:solidFill>
              <a:schemeClr val="bg1"/>
            </a:solidFill>
          </a:endParaRPr>
        </a:p>
      </dgm:t>
    </dgm:pt>
    <dgm:pt modelId="{80E7D88C-9F29-4A4C-8348-226199FE5593}">
      <dgm:prSet phldrT="[Texto]"/>
      <dgm:spPr/>
      <dgm:t>
        <a:bodyPr/>
        <a:lstStyle/>
        <a:p>
          <a:pPr algn="ctr">
            <a:buNone/>
          </a:pPr>
          <a:r>
            <a:rPr lang="es-SV">
              <a:solidFill>
                <a:schemeClr val="bg1"/>
              </a:solidFill>
            </a:rPr>
            <a:t>¿Qué va a pasar?</a:t>
          </a:r>
          <a:endParaRPr lang="es-SV" dirty="0">
            <a:solidFill>
              <a:schemeClr val="bg1"/>
            </a:solidFill>
          </a:endParaRPr>
        </a:p>
      </dgm:t>
    </dgm:pt>
    <dgm:pt modelId="{19177106-072C-4DB3-BFD2-E87089167452}" type="parTrans" cxnId="{EAD15F15-2A98-4DFF-9ED3-C4FBA4EF1E20}">
      <dgm:prSet/>
      <dgm:spPr/>
      <dgm:t>
        <a:bodyPr/>
        <a:lstStyle/>
        <a:p>
          <a:endParaRPr lang="es-SV">
            <a:solidFill>
              <a:schemeClr val="bg1"/>
            </a:solidFill>
          </a:endParaRPr>
        </a:p>
      </dgm:t>
    </dgm:pt>
    <dgm:pt modelId="{123AC515-88F4-4904-AE4C-CAFED451017D}" type="sibTrans" cxnId="{EAD15F15-2A98-4DFF-9ED3-C4FBA4EF1E20}">
      <dgm:prSet/>
      <dgm:spPr/>
      <dgm:t>
        <a:bodyPr/>
        <a:lstStyle/>
        <a:p>
          <a:endParaRPr lang="es-SV">
            <a:solidFill>
              <a:schemeClr val="bg1"/>
            </a:solidFill>
          </a:endParaRPr>
        </a:p>
      </dgm:t>
    </dgm:pt>
    <dgm:pt modelId="{CAEA3476-39D3-4EE8-9E26-5F3497E65B75}">
      <dgm:prSet phldrT="[Texto]"/>
      <dgm:spPr/>
      <dgm:t>
        <a:bodyPr/>
        <a:lstStyle/>
        <a:p>
          <a:pPr algn="l">
            <a:buNone/>
          </a:pPr>
          <a:r>
            <a:rPr lang="es-SV">
              <a:solidFill>
                <a:schemeClr val="bg1"/>
              </a:solidFill>
            </a:rPr>
            <a:t>Analítica Prescriptiva</a:t>
          </a:r>
          <a:endParaRPr lang="es-SV" dirty="0">
            <a:solidFill>
              <a:schemeClr val="bg1"/>
            </a:solidFill>
          </a:endParaRPr>
        </a:p>
      </dgm:t>
    </dgm:pt>
    <dgm:pt modelId="{78FBA773-FE38-46EF-BAE6-81FCC8992702}" type="parTrans" cxnId="{FD4DE6EA-918E-4256-8EF1-31D2ACA82CAF}">
      <dgm:prSet/>
      <dgm:spPr/>
      <dgm:t>
        <a:bodyPr/>
        <a:lstStyle/>
        <a:p>
          <a:endParaRPr lang="es-SV">
            <a:solidFill>
              <a:schemeClr val="bg1"/>
            </a:solidFill>
          </a:endParaRPr>
        </a:p>
      </dgm:t>
    </dgm:pt>
    <dgm:pt modelId="{9B0BB766-8C93-4D0E-9CCD-D863671BDAAB}" type="sibTrans" cxnId="{FD4DE6EA-918E-4256-8EF1-31D2ACA82CAF}">
      <dgm:prSet/>
      <dgm:spPr/>
      <dgm:t>
        <a:bodyPr/>
        <a:lstStyle/>
        <a:p>
          <a:endParaRPr lang="es-SV">
            <a:solidFill>
              <a:schemeClr val="bg1"/>
            </a:solidFill>
          </a:endParaRPr>
        </a:p>
      </dgm:t>
    </dgm:pt>
    <dgm:pt modelId="{BE551A1E-173D-4275-BB30-A169D6960472}">
      <dgm:prSet phldrT="[Texto]"/>
      <dgm:spPr/>
      <dgm:t>
        <a:bodyPr/>
        <a:lstStyle/>
        <a:p>
          <a:pPr algn="ctr">
            <a:buNone/>
          </a:pPr>
          <a:r>
            <a:rPr lang="es-SV" dirty="0">
              <a:solidFill>
                <a:schemeClr val="bg1"/>
              </a:solidFill>
            </a:rPr>
            <a:t>¿Qué hacer para que ocurra?</a:t>
          </a:r>
        </a:p>
      </dgm:t>
    </dgm:pt>
    <dgm:pt modelId="{966D695F-7CE7-4788-951B-E1F7AAD1DDCD}" type="parTrans" cxnId="{82C9CD64-74CE-4782-8631-1B5D3926D1CD}">
      <dgm:prSet/>
      <dgm:spPr/>
      <dgm:t>
        <a:bodyPr/>
        <a:lstStyle/>
        <a:p>
          <a:endParaRPr lang="es-SV">
            <a:solidFill>
              <a:schemeClr val="bg1"/>
            </a:solidFill>
          </a:endParaRPr>
        </a:p>
      </dgm:t>
    </dgm:pt>
    <dgm:pt modelId="{8AAB99A3-7FDB-4DBC-BD8C-A7BF87D2EE9D}" type="sibTrans" cxnId="{82C9CD64-74CE-4782-8631-1B5D3926D1CD}">
      <dgm:prSet/>
      <dgm:spPr/>
      <dgm:t>
        <a:bodyPr/>
        <a:lstStyle/>
        <a:p>
          <a:endParaRPr lang="es-SV">
            <a:solidFill>
              <a:schemeClr val="bg1"/>
            </a:solidFill>
          </a:endParaRPr>
        </a:p>
      </dgm:t>
    </dgm:pt>
    <dgm:pt modelId="{6B865B4E-6F4D-48FD-8CCC-A1FFDEFE720D}" type="pres">
      <dgm:prSet presAssocID="{90E57BAE-EF74-43B3-9C34-B2D3E881046D}" presName="rootnode" presStyleCnt="0">
        <dgm:presLayoutVars>
          <dgm:chMax/>
          <dgm:chPref/>
          <dgm:dir/>
          <dgm:animLvl val="lvl"/>
        </dgm:presLayoutVars>
      </dgm:prSet>
      <dgm:spPr/>
    </dgm:pt>
    <dgm:pt modelId="{4451A183-214C-40D2-A195-F6536C24B6E1}" type="pres">
      <dgm:prSet presAssocID="{6C55E3BE-746B-455F-B000-E484211C18C5}" presName="composite" presStyleCnt="0"/>
      <dgm:spPr/>
    </dgm:pt>
    <dgm:pt modelId="{671B1B8F-0D93-41DA-A902-E2C10C9B897D}" type="pres">
      <dgm:prSet presAssocID="{6C55E3BE-746B-455F-B000-E484211C18C5}" presName="LShape" presStyleLbl="alignNode1" presStyleIdx="0" presStyleCnt="7"/>
      <dgm:spPr/>
    </dgm:pt>
    <dgm:pt modelId="{BCB3A4D9-7D15-4F34-9644-C0FE4E2D243C}" type="pres">
      <dgm:prSet presAssocID="{6C55E3BE-746B-455F-B000-E484211C18C5}" presName="ParentText" presStyleLbl="revTx" presStyleIdx="0" presStyleCnt="4">
        <dgm:presLayoutVars>
          <dgm:chMax val="0"/>
          <dgm:chPref val="0"/>
          <dgm:bulletEnabled val="1"/>
        </dgm:presLayoutVars>
      </dgm:prSet>
      <dgm:spPr/>
    </dgm:pt>
    <dgm:pt modelId="{E1F1948C-2E0E-4EB7-B119-0F8AB294B5E5}" type="pres">
      <dgm:prSet presAssocID="{6C55E3BE-746B-455F-B000-E484211C18C5}" presName="Triangle" presStyleLbl="alignNode1" presStyleIdx="1" presStyleCnt="7"/>
      <dgm:spPr/>
    </dgm:pt>
    <dgm:pt modelId="{5716D878-A329-4CE1-AB83-F025E124CB9E}" type="pres">
      <dgm:prSet presAssocID="{72880EBA-733A-4707-8EC8-0392B1522D9D}" presName="sibTrans" presStyleCnt="0"/>
      <dgm:spPr/>
    </dgm:pt>
    <dgm:pt modelId="{C73B64EC-D6D6-4441-BDA3-E787BD1A182A}" type="pres">
      <dgm:prSet presAssocID="{72880EBA-733A-4707-8EC8-0392B1522D9D}" presName="space" presStyleCnt="0"/>
      <dgm:spPr/>
    </dgm:pt>
    <dgm:pt modelId="{ACD48865-9A6F-41C1-88AD-5CAE1CA25C10}" type="pres">
      <dgm:prSet presAssocID="{AEED9B0B-673D-4DFA-80B0-2D9C2A61BB46}" presName="composite" presStyleCnt="0"/>
      <dgm:spPr/>
    </dgm:pt>
    <dgm:pt modelId="{1273A0D6-878F-4D0E-9EF7-65113C72BBA6}" type="pres">
      <dgm:prSet presAssocID="{AEED9B0B-673D-4DFA-80B0-2D9C2A61BB46}" presName="LShape" presStyleLbl="alignNode1" presStyleIdx="2" presStyleCnt="7"/>
      <dgm:spPr/>
    </dgm:pt>
    <dgm:pt modelId="{1F032816-635E-4B7D-A873-AF308CD6E61B}" type="pres">
      <dgm:prSet presAssocID="{AEED9B0B-673D-4DFA-80B0-2D9C2A61BB46}" presName="ParentText" presStyleLbl="revTx" presStyleIdx="1" presStyleCnt="4">
        <dgm:presLayoutVars>
          <dgm:chMax val="0"/>
          <dgm:chPref val="0"/>
          <dgm:bulletEnabled val="1"/>
        </dgm:presLayoutVars>
      </dgm:prSet>
      <dgm:spPr/>
    </dgm:pt>
    <dgm:pt modelId="{F7F38249-4675-4E55-A088-9150BC012D5F}" type="pres">
      <dgm:prSet presAssocID="{AEED9B0B-673D-4DFA-80B0-2D9C2A61BB46}" presName="Triangle" presStyleLbl="alignNode1" presStyleIdx="3" presStyleCnt="7"/>
      <dgm:spPr/>
    </dgm:pt>
    <dgm:pt modelId="{C40E5DF3-4F29-4F32-8741-00128F2958CC}" type="pres">
      <dgm:prSet presAssocID="{F5C6A7F3-33AD-401E-9405-BA1D5D8F7195}" presName="sibTrans" presStyleCnt="0"/>
      <dgm:spPr/>
    </dgm:pt>
    <dgm:pt modelId="{6FD3B7AD-5653-43BB-915D-6F293F31F94F}" type="pres">
      <dgm:prSet presAssocID="{F5C6A7F3-33AD-401E-9405-BA1D5D8F7195}" presName="space" presStyleCnt="0"/>
      <dgm:spPr/>
    </dgm:pt>
    <dgm:pt modelId="{9981733B-0814-4A58-9321-1F4BC67A0C59}" type="pres">
      <dgm:prSet presAssocID="{0E848038-A6CC-4DFF-8EA6-2085F4AA93E1}" presName="composite" presStyleCnt="0"/>
      <dgm:spPr/>
    </dgm:pt>
    <dgm:pt modelId="{083E5F87-CD53-4840-B19A-4CA5F73E1211}" type="pres">
      <dgm:prSet presAssocID="{0E848038-A6CC-4DFF-8EA6-2085F4AA93E1}" presName="LShape" presStyleLbl="alignNode1" presStyleIdx="4" presStyleCnt="7"/>
      <dgm:spPr/>
    </dgm:pt>
    <dgm:pt modelId="{EE00BE1D-52B7-43D5-B8A3-31F2186811C1}" type="pres">
      <dgm:prSet presAssocID="{0E848038-A6CC-4DFF-8EA6-2085F4AA93E1}" presName="ParentText" presStyleLbl="revTx" presStyleIdx="2" presStyleCnt="4">
        <dgm:presLayoutVars>
          <dgm:chMax val="0"/>
          <dgm:chPref val="0"/>
          <dgm:bulletEnabled val="1"/>
        </dgm:presLayoutVars>
      </dgm:prSet>
      <dgm:spPr/>
    </dgm:pt>
    <dgm:pt modelId="{194B2006-CAAF-4E17-BF52-9C6208A0AC27}" type="pres">
      <dgm:prSet presAssocID="{0E848038-A6CC-4DFF-8EA6-2085F4AA93E1}" presName="Triangle" presStyleLbl="alignNode1" presStyleIdx="5" presStyleCnt="7"/>
      <dgm:spPr/>
    </dgm:pt>
    <dgm:pt modelId="{0949501E-5535-4653-BD51-5DD8DB089C11}" type="pres">
      <dgm:prSet presAssocID="{FEA43F5C-F1C1-49A3-BC09-8234DADF5E63}" presName="sibTrans" presStyleCnt="0"/>
      <dgm:spPr/>
    </dgm:pt>
    <dgm:pt modelId="{42BF94AB-A2F6-4356-94A1-ACE39F99BE4F}" type="pres">
      <dgm:prSet presAssocID="{FEA43F5C-F1C1-49A3-BC09-8234DADF5E63}" presName="space" presStyleCnt="0"/>
      <dgm:spPr/>
    </dgm:pt>
    <dgm:pt modelId="{018BB7D6-E638-4B2C-AF98-F30EE0381241}" type="pres">
      <dgm:prSet presAssocID="{CAEA3476-39D3-4EE8-9E26-5F3497E65B75}" presName="composite" presStyleCnt="0"/>
      <dgm:spPr/>
    </dgm:pt>
    <dgm:pt modelId="{14BF8656-3C1C-4F6A-BF89-97A78B1C008B}" type="pres">
      <dgm:prSet presAssocID="{CAEA3476-39D3-4EE8-9E26-5F3497E65B75}" presName="LShape" presStyleLbl="alignNode1" presStyleIdx="6" presStyleCnt="7"/>
      <dgm:spPr/>
    </dgm:pt>
    <dgm:pt modelId="{F58F827A-4594-46E9-A0FE-A1BED65A3AC0}" type="pres">
      <dgm:prSet presAssocID="{CAEA3476-39D3-4EE8-9E26-5F3497E65B75}" presName="ParentText" presStyleLbl="revTx" presStyleIdx="3" presStyleCnt="4">
        <dgm:presLayoutVars>
          <dgm:chMax val="0"/>
          <dgm:chPref val="0"/>
          <dgm:bulletEnabled val="1"/>
        </dgm:presLayoutVars>
      </dgm:prSet>
      <dgm:spPr/>
    </dgm:pt>
  </dgm:ptLst>
  <dgm:cxnLst>
    <dgm:cxn modelId="{9905C70B-913C-4110-8336-D6B54A97CC93}" type="presOf" srcId="{87C319B7-9F7C-4B13-8BD7-38FCEAC83D4F}" destId="{BCB3A4D9-7D15-4F34-9644-C0FE4E2D243C}" srcOrd="0" destOrd="1" presId="urn:microsoft.com/office/officeart/2009/3/layout/StepUpProcess"/>
    <dgm:cxn modelId="{64777D0C-2225-4045-8C4D-98E8D5FC8998}" type="presOf" srcId="{BE551A1E-173D-4275-BB30-A169D6960472}" destId="{F58F827A-4594-46E9-A0FE-A1BED65A3AC0}" srcOrd="0" destOrd="1" presId="urn:microsoft.com/office/officeart/2009/3/layout/StepUpProcess"/>
    <dgm:cxn modelId="{E949CC10-BB60-462A-B5DA-7F5CD5FA7A53}" type="presOf" srcId="{0E848038-A6CC-4DFF-8EA6-2085F4AA93E1}" destId="{EE00BE1D-52B7-43D5-B8A3-31F2186811C1}" srcOrd="0" destOrd="0" presId="urn:microsoft.com/office/officeart/2009/3/layout/StepUpProcess"/>
    <dgm:cxn modelId="{EAD15F15-2A98-4DFF-9ED3-C4FBA4EF1E20}" srcId="{0E848038-A6CC-4DFF-8EA6-2085F4AA93E1}" destId="{80E7D88C-9F29-4A4C-8348-226199FE5593}" srcOrd="0" destOrd="0" parTransId="{19177106-072C-4DB3-BFD2-E87089167452}" sibTransId="{123AC515-88F4-4904-AE4C-CAFED451017D}"/>
    <dgm:cxn modelId="{2468EB15-3660-4B7D-92FA-A60DBC16F94A}" type="presOf" srcId="{90E57BAE-EF74-43B3-9C34-B2D3E881046D}" destId="{6B865B4E-6F4D-48FD-8CCC-A1FFDEFE720D}" srcOrd="0" destOrd="0" presId="urn:microsoft.com/office/officeart/2009/3/layout/StepUpProcess"/>
    <dgm:cxn modelId="{4D472E34-E797-4F78-ABE6-A3E741FCC752}" srcId="{90E57BAE-EF74-43B3-9C34-B2D3E881046D}" destId="{0E848038-A6CC-4DFF-8EA6-2085F4AA93E1}" srcOrd="2" destOrd="0" parTransId="{72998724-8847-4D65-91F0-248991463675}" sibTransId="{FEA43F5C-F1C1-49A3-BC09-8234DADF5E63}"/>
    <dgm:cxn modelId="{C9F55642-7E9A-44B1-BD0C-27F2B0C28318}" srcId="{AEED9B0B-673D-4DFA-80B0-2D9C2A61BB46}" destId="{427C409A-B4B6-4CFE-B0CF-8D4A606F6BD5}" srcOrd="0" destOrd="0" parTransId="{E5386156-0BE5-4314-A65C-4F8A9CCD5AE8}" sibTransId="{5E34B52E-624E-4163-8E92-461C18A50F66}"/>
    <dgm:cxn modelId="{82C9CD64-74CE-4782-8631-1B5D3926D1CD}" srcId="{CAEA3476-39D3-4EE8-9E26-5F3497E65B75}" destId="{BE551A1E-173D-4275-BB30-A169D6960472}" srcOrd="0" destOrd="0" parTransId="{966D695F-7CE7-4788-951B-E1F7AAD1DDCD}" sibTransId="{8AAB99A3-7FDB-4DBC-BD8C-A7BF87D2EE9D}"/>
    <dgm:cxn modelId="{95894F4B-065E-4953-B0F3-57536BC7E874}" type="presOf" srcId="{AEED9B0B-673D-4DFA-80B0-2D9C2A61BB46}" destId="{1F032816-635E-4B7D-A873-AF308CD6E61B}" srcOrd="0" destOrd="0" presId="urn:microsoft.com/office/officeart/2009/3/layout/StepUpProcess"/>
    <dgm:cxn modelId="{E0139055-74AC-4BB3-B37D-73C415A4C00A}" type="presOf" srcId="{CAEA3476-39D3-4EE8-9E26-5F3497E65B75}" destId="{F58F827A-4594-46E9-A0FE-A1BED65A3AC0}" srcOrd="0" destOrd="0" presId="urn:microsoft.com/office/officeart/2009/3/layout/StepUpProcess"/>
    <dgm:cxn modelId="{1FEC828D-97E9-4D4A-823F-7AB0A7D4D255}" type="presOf" srcId="{427C409A-B4B6-4CFE-B0CF-8D4A606F6BD5}" destId="{1F032816-635E-4B7D-A873-AF308CD6E61B}" srcOrd="0" destOrd="1" presId="urn:microsoft.com/office/officeart/2009/3/layout/StepUpProcess"/>
    <dgm:cxn modelId="{D6107192-222A-42F3-8303-6313FAF9D614}" srcId="{90E57BAE-EF74-43B3-9C34-B2D3E881046D}" destId="{6C55E3BE-746B-455F-B000-E484211C18C5}" srcOrd="0" destOrd="0" parTransId="{7768E92F-E1D4-4E29-B8B6-9864D6EE157C}" sibTransId="{72880EBA-733A-4707-8EC8-0392B1522D9D}"/>
    <dgm:cxn modelId="{15842AB2-6231-4675-A3C8-E5155978988B}" type="presOf" srcId="{6C55E3BE-746B-455F-B000-E484211C18C5}" destId="{BCB3A4D9-7D15-4F34-9644-C0FE4E2D243C}" srcOrd="0" destOrd="0" presId="urn:microsoft.com/office/officeart/2009/3/layout/StepUpProcess"/>
    <dgm:cxn modelId="{79A17CC0-E8BC-4A4C-A0E7-625FF4F76D3A}" type="presOf" srcId="{80E7D88C-9F29-4A4C-8348-226199FE5593}" destId="{EE00BE1D-52B7-43D5-B8A3-31F2186811C1}" srcOrd="0" destOrd="1" presId="urn:microsoft.com/office/officeart/2009/3/layout/StepUpProcess"/>
    <dgm:cxn modelId="{46E3E7C9-A882-4622-85D8-60C22C0A49D1}" srcId="{90E57BAE-EF74-43B3-9C34-B2D3E881046D}" destId="{AEED9B0B-673D-4DFA-80B0-2D9C2A61BB46}" srcOrd="1" destOrd="0" parTransId="{508192B2-363C-45CE-988B-FDF00650F062}" sibTransId="{F5C6A7F3-33AD-401E-9405-BA1D5D8F7195}"/>
    <dgm:cxn modelId="{FD4DE6EA-918E-4256-8EF1-31D2ACA82CAF}" srcId="{90E57BAE-EF74-43B3-9C34-B2D3E881046D}" destId="{CAEA3476-39D3-4EE8-9E26-5F3497E65B75}" srcOrd="3" destOrd="0" parTransId="{78FBA773-FE38-46EF-BAE6-81FCC8992702}" sibTransId="{9B0BB766-8C93-4D0E-9CCD-D863671BDAAB}"/>
    <dgm:cxn modelId="{B1E154F4-1111-49FF-8CC7-C953FE4AB5F9}" srcId="{6C55E3BE-746B-455F-B000-E484211C18C5}" destId="{87C319B7-9F7C-4B13-8BD7-38FCEAC83D4F}" srcOrd="0" destOrd="0" parTransId="{97A6979B-2842-48DA-815D-EA3887154FE6}" sibTransId="{289EAD75-2D22-45B5-8DB1-4B75F80A28DC}"/>
    <dgm:cxn modelId="{529176E3-5C9A-4916-A292-1F3AF118326E}" type="presParOf" srcId="{6B865B4E-6F4D-48FD-8CCC-A1FFDEFE720D}" destId="{4451A183-214C-40D2-A195-F6536C24B6E1}" srcOrd="0" destOrd="0" presId="urn:microsoft.com/office/officeart/2009/3/layout/StepUpProcess"/>
    <dgm:cxn modelId="{32D47463-2245-4522-906D-7A2487E7C152}" type="presParOf" srcId="{4451A183-214C-40D2-A195-F6536C24B6E1}" destId="{671B1B8F-0D93-41DA-A902-E2C10C9B897D}" srcOrd="0" destOrd="0" presId="urn:microsoft.com/office/officeart/2009/3/layout/StepUpProcess"/>
    <dgm:cxn modelId="{C4287BEB-5CB3-4D68-BA93-0AB2F530745A}" type="presParOf" srcId="{4451A183-214C-40D2-A195-F6536C24B6E1}" destId="{BCB3A4D9-7D15-4F34-9644-C0FE4E2D243C}" srcOrd="1" destOrd="0" presId="urn:microsoft.com/office/officeart/2009/3/layout/StepUpProcess"/>
    <dgm:cxn modelId="{82F74864-41DF-4443-BC41-55DD093F7DEF}" type="presParOf" srcId="{4451A183-214C-40D2-A195-F6536C24B6E1}" destId="{E1F1948C-2E0E-4EB7-B119-0F8AB294B5E5}" srcOrd="2" destOrd="0" presId="urn:microsoft.com/office/officeart/2009/3/layout/StepUpProcess"/>
    <dgm:cxn modelId="{F23B8DE9-D6F2-472B-8F8A-F12214943877}" type="presParOf" srcId="{6B865B4E-6F4D-48FD-8CCC-A1FFDEFE720D}" destId="{5716D878-A329-4CE1-AB83-F025E124CB9E}" srcOrd="1" destOrd="0" presId="urn:microsoft.com/office/officeart/2009/3/layout/StepUpProcess"/>
    <dgm:cxn modelId="{C5752247-3D9E-4F40-9666-55CE3AA72496}" type="presParOf" srcId="{5716D878-A329-4CE1-AB83-F025E124CB9E}" destId="{C73B64EC-D6D6-4441-BDA3-E787BD1A182A}" srcOrd="0" destOrd="0" presId="urn:microsoft.com/office/officeart/2009/3/layout/StepUpProcess"/>
    <dgm:cxn modelId="{B87006D2-E031-400E-A14F-3FD97098C4FC}" type="presParOf" srcId="{6B865B4E-6F4D-48FD-8CCC-A1FFDEFE720D}" destId="{ACD48865-9A6F-41C1-88AD-5CAE1CA25C10}" srcOrd="2" destOrd="0" presId="urn:microsoft.com/office/officeart/2009/3/layout/StepUpProcess"/>
    <dgm:cxn modelId="{64F48A00-5A19-458C-81D8-01F07DA16B5B}" type="presParOf" srcId="{ACD48865-9A6F-41C1-88AD-5CAE1CA25C10}" destId="{1273A0D6-878F-4D0E-9EF7-65113C72BBA6}" srcOrd="0" destOrd="0" presId="urn:microsoft.com/office/officeart/2009/3/layout/StepUpProcess"/>
    <dgm:cxn modelId="{DEAFD3FD-1963-443B-9408-392F252A99E9}" type="presParOf" srcId="{ACD48865-9A6F-41C1-88AD-5CAE1CA25C10}" destId="{1F032816-635E-4B7D-A873-AF308CD6E61B}" srcOrd="1" destOrd="0" presId="urn:microsoft.com/office/officeart/2009/3/layout/StepUpProcess"/>
    <dgm:cxn modelId="{F846955A-8DDD-4DA9-AC52-1B268C4974CF}" type="presParOf" srcId="{ACD48865-9A6F-41C1-88AD-5CAE1CA25C10}" destId="{F7F38249-4675-4E55-A088-9150BC012D5F}" srcOrd="2" destOrd="0" presId="urn:microsoft.com/office/officeart/2009/3/layout/StepUpProcess"/>
    <dgm:cxn modelId="{A0AFFCED-8723-4A5A-8FD7-EADDC4E7070F}" type="presParOf" srcId="{6B865B4E-6F4D-48FD-8CCC-A1FFDEFE720D}" destId="{C40E5DF3-4F29-4F32-8741-00128F2958CC}" srcOrd="3" destOrd="0" presId="urn:microsoft.com/office/officeart/2009/3/layout/StepUpProcess"/>
    <dgm:cxn modelId="{F0ED9E4C-47A2-4EBD-B796-B086C4865E52}" type="presParOf" srcId="{C40E5DF3-4F29-4F32-8741-00128F2958CC}" destId="{6FD3B7AD-5653-43BB-915D-6F293F31F94F}" srcOrd="0" destOrd="0" presId="urn:microsoft.com/office/officeart/2009/3/layout/StepUpProcess"/>
    <dgm:cxn modelId="{F9B28A0C-4FD5-4C1C-8520-CEFBF3C22447}" type="presParOf" srcId="{6B865B4E-6F4D-48FD-8CCC-A1FFDEFE720D}" destId="{9981733B-0814-4A58-9321-1F4BC67A0C59}" srcOrd="4" destOrd="0" presId="urn:microsoft.com/office/officeart/2009/3/layout/StepUpProcess"/>
    <dgm:cxn modelId="{33DE68D6-3CEC-48AE-99B0-9285BBA531D9}" type="presParOf" srcId="{9981733B-0814-4A58-9321-1F4BC67A0C59}" destId="{083E5F87-CD53-4840-B19A-4CA5F73E1211}" srcOrd="0" destOrd="0" presId="urn:microsoft.com/office/officeart/2009/3/layout/StepUpProcess"/>
    <dgm:cxn modelId="{CF4868F4-212B-4F6E-A6CA-462AC222A706}" type="presParOf" srcId="{9981733B-0814-4A58-9321-1F4BC67A0C59}" destId="{EE00BE1D-52B7-43D5-B8A3-31F2186811C1}" srcOrd="1" destOrd="0" presId="urn:microsoft.com/office/officeart/2009/3/layout/StepUpProcess"/>
    <dgm:cxn modelId="{F706054A-BD35-40EE-97E4-A755218A0C9A}" type="presParOf" srcId="{9981733B-0814-4A58-9321-1F4BC67A0C59}" destId="{194B2006-CAAF-4E17-BF52-9C6208A0AC27}" srcOrd="2" destOrd="0" presId="urn:microsoft.com/office/officeart/2009/3/layout/StepUpProcess"/>
    <dgm:cxn modelId="{309A1599-8779-449F-AAB0-FD53250F88EF}" type="presParOf" srcId="{6B865B4E-6F4D-48FD-8CCC-A1FFDEFE720D}" destId="{0949501E-5535-4653-BD51-5DD8DB089C11}" srcOrd="5" destOrd="0" presId="urn:microsoft.com/office/officeart/2009/3/layout/StepUpProcess"/>
    <dgm:cxn modelId="{444CA9CC-B6E3-4CA4-8D0B-279D9F73E3E5}" type="presParOf" srcId="{0949501E-5535-4653-BD51-5DD8DB089C11}" destId="{42BF94AB-A2F6-4356-94A1-ACE39F99BE4F}" srcOrd="0" destOrd="0" presId="urn:microsoft.com/office/officeart/2009/3/layout/StepUpProcess"/>
    <dgm:cxn modelId="{50D08B39-C318-45DC-B1FA-59E9EDB9D542}" type="presParOf" srcId="{6B865B4E-6F4D-48FD-8CCC-A1FFDEFE720D}" destId="{018BB7D6-E638-4B2C-AF98-F30EE0381241}" srcOrd="6" destOrd="0" presId="urn:microsoft.com/office/officeart/2009/3/layout/StepUpProcess"/>
    <dgm:cxn modelId="{E32663AC-4795-430A-ADED-AD63F4BE2930}" type="presParOf" srcId="{018BB7D6-E638-4B2C-AF98-F30EE0381241}" destId="{14BF8656-3C1C-4F6A-BF89-97A78B1C008B}" srcOrd="0" destOrd="0" presId="urn:microsoft.com/office/officeart/2009/3/layout/StepUpProcess"/>
    <dgm:cxn modelId="{654D56DE-572C-4479-90B8-D73738B6F953}" type="presParOf" srcId="{018BB7D6-E638-4B2C-AF98-F30EE0381241}" destId="{F58F827A-4594-46E9-A0FE-A1BED65A3AC0}" srcOrd="1" destOrd="0" presId="urn:microsoft.com/office/officeart/2009/3/layout/StepUp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0E57BAE-EF74-43B3-9C34-B2D3E881046D}" type="doc">
      <dgm:prSet loTypeId="urn:microsoft.com/office/officeart/2009/3/layout/StepUpProcess" loCatId="process" qsTypeId="urn:microsoft.com/office/officeart/2005/8/quickstyle/simple1" qsCatId="simple" csTypeId="urn:microsoft.com/office/officeart/2005/8/colors/colorful3" csCatId="colorful" phldr="1"/>
      <dgm:spPr/>
      <dgm:t>
        <a:bodyPr/>
        <a:lstStyle/>
        <a:p>
          <a:endParaRPr lang="es-SV"/>
        </a:p>
      </dgm:t>
    </dgm:pt>
    <dgm:pt modelId="{6C55E3BE-746B-455F-B000-E484211C18C5}">
      <dgm:prSet phldrT="[Texto]"/>
      <dgm:spPr/>
      <dgm:t>
        <a:bodyPr/>
        <a:lstStyle/>
        <a:p>
          <a:pPr algn="l">
            <a:buNone/>
          </a:pPr>
          <a:r>
            <a:rPr lang="es-SV">
              <a:solidFill>
                <a:schemeClr val="bg1"/>
              </a:solidFill>
            </a:rPr>
            <a:t>Analítica Descriptiva</a:t>
          </a:r>
          <a:endParaRPr lang="es-SV" dirty="0">
            <a:solidFill>
              <a:schemeClr val="bg1"/>
            </a:solidFill>
          </a:endParaRPr>
        </a:p>
      </dgm:t>
    </dgm:pt>
    <dgm:pt modelId="{7768E92F-E1D4-4E29-B8B6-9864D6EE157C}" type="parTrans" cxnId="{D6107192-222A-42F3-8303-6313FAF9D614}">
      <dgm:prSet/>
      <dgm:spPr/>
      <dgm:t>
        <a:bodyPr/>
        <a:lstStyle/>
        <a:p>
          <a:endParaRPr lang="es-SV">
            <a:solidFill>
              <a:schemeClr val="bg1"/>
            </a:solidFill>
          </a:endParaRPr>
        </a:p>
      </dgm:t>
    </dgm:pt>
    <dgm:pt modelId="{72880EBA-733A-4707-8EC8-0392B1522D9D}" type="sibTrans" cxnId="{D6107192-222A-42F3-8303-6313FAF9D614}">
      <dgm:prSet/>
      <dgm:spPr/>
      <dgm:t>
        <a:bodyPr/>
        <a:lstStyle/>
        <a:p>
          <a:endParaRPr lang="es-SV">
            <a:solidFill>
              <a:schemeClr val="bg1"/>
            </a:solidFill>
          </a:endParaRPr>
        </a:p>
      </dgm:t>
    </dgm:pt>
    <dgm:pt modelId="{AEED9B0B-673D-4DFA-80B0-2D9C2A61BB46}">
      <dgm:prSet phldrT="[Texto]"/>
      <dgm:spPr/>
      <dgm:t>
        <a:bodyPr/>
        <a:lstStyle/>
        <a:p>
          <a:pPr algn="l">
            <a:buNone/>
          </a:pPr>
          <a:r>
            <a:rPr lang="es-SV">
              <a:solidFill>
                <a:schemeClr val="bg1"/>
              </a:solidFill>
            </a:rPr>
            <a:t>Analítica Diagnostica</a:t>
          </a:r>
          <a:endParaRPr lang="es-SV" dirty="0">
            <a:solidFill>
              <a:schemeClr val="bg1"/>
            </a:solidFill>
          </a:endParaRPr>
        </a:p>
      </dgm:t>
    </dgm:pt>
    <dgm:pt modelId="{508192B2-363C-45CE-988B-FDF00650F062}" type="parTrans" cxnId="{46E3E7C9-A882-4622-85D8-60C22C0A49D1}">
      <dgm:prSet/>
      <dgm:spPr/>
      <dgm:t>
        <a:bodyPr/>
        <a:lstStyle/>
        <a:p>
          <a:endParaRPr lang="es-SV">
            <a:solidFill>
              <a:schemeClr val="bg1"/>
            </a:solidFill>
          </a:endParaRPr>
        </a:p>
      </dgm:t>
    </dgm:pt>
    <dgm:pt modelId="{F5C6A7F3-33AD-401E-9405-BA1D5D8F7195}" type="sibTrans" cxnId="{46E3E7C9-A882-4622-85D8-60C22C0A49D1}">
      <dgm:prSet/>
      <dgm:spPr/>
      <dgm:t>
        <a:bodyPr/>
        <a:lstStyle/>
        <a:p>
          <a:endParaRPr lang="es-SV">
            <a:solidFill>
              <a:schemeClr val="bg1"/>
            </a:solidFill>
          </a:endParaRPr>
        </a:p>
      </dgm:t>
    </dgm:pt>
    <dgm:pt modelId="{0E848038-A6CC-4DFF-8EA6-2085F4AA93E1}">
      <dgm:prSet phldrT="[Texto]"/>
      <dgm:spPr/>
      <dgm:t>
        <a:bodyPr/>
        <a:lstStyle/>
        <a:p>
          <a:pPr algn="l">
            <a:buNone/>
          </a:pPr>
          <a:r>
            <a:rPr lang="es-SV" dirty="0">
              <a:solidFill>
                <a:schemeClr val="bg1"/>
              </a:solidFill>
            </a:rPr>
            <a:t>Analítica Predictiva</a:t>
          </a:r>
        </a:p>
      </dgm:t>
    </dgm:pt>
    <dgm:pt modelId="{72998724-8847-4D65-91F0-248991463675}" type="parTrans" cxnId="{4D472E34-E797-4F78-ABE6-A3E741FCC752}">
      <dgm:prSet/>
      <dgm:spPr/>
      <dgm:t>
        <a:bodyPr/>
        <a:lstStyle/>
        <a:p>
          <a:endParaRPr lang="es-SV">
            <a:solidFill>
              <a:schemeClr val="bg1"/>
            </a:solidFill>
          </a:endParaRPr>
        </a:p>
      </dgm:t>
    </dgm:pt>
    <dgm:pt modelId="{FEA43F5C-F1C1-49A3-BC09-8234DADF5E63}" type="sibTrans" cxnId="{4D472E34-E797-4F78-ABE6-A3E741FCC752}">
      <dgm:prSet/>
      <dgm:spPr/>
      <dgm:t>
        <a:bodyPr/>
        <a:lstStyle/>
        <a:p>
          <a:endParaRPr lang="es-SV">
            <a:solidFill>
              <a:schemeClr val="bg1"/>
            </a:solidFill>
          </a:endParaRPr>
        </a:p>
      </dgm:t>
    </dgm:pt>
    <dgm:pt modelId="{87C319B7-9F7C-4B13-8BD7-38FCEAC83D4F}">
      <dgm:prSet phldrT="[Texto]"/>
      <dgm:spPr/>
      <dgm:t>
        <a:bodyPr/>
        <a:lstStyle/>
        <a:p>
          <a:pPr algn="ctr">
            <a:buNone/>
          </a:pPr>
          <a:r>
            <a:rPr lang="es-SV">
              <a:solidFill>
                <a:schemeClr val="bg1"/>
              </a:solidFill>
            </a:rPr>
            <a:t>¿Qué está pasando?</a:t>
          </a:r>
          <a:endParaRPr lang="es-SV" dirty="0">
            <a:solidFill>
              <a:schemeClr val="bg1"/>
            </a:solidFill>
          </a:endParaRPr>
        </a:p>
      </dgm:t>
    </dgm:pt>
    <dgm:pt modelId="{97A6979B-2842-48DA-815D-EA3887154FE6}" type="parTrans" cxnId="{B1E154F4-1111-49FF-8CC7-C953FE4AB5F9}">
      <dgm:prSet/>
      <dgm:spPr/>
      <dgm:t>
        <a:bodyPr/>
        <a:lstStyle/>
        <a:p>
          <a:endParaRPr lang="es-SV">
            <a:solidFill>
              <a:schemeClr val="bg1"/>
            </a:solidFill>
          </a:endParaRPr>
        </a:p>
      </dgm:t>
    </dgm:pt>
    <dgm:pt modelId="{289EAD75-2D22-45B5-8DB1-4B75F80A28DC}" type="sibTrans" cxnId="{B1E154F4-1111-49FF-8CC7-C953FE4AB5F9}">
      <dgm:prSet/>
      <dgm:spPr/>
      <dgm:t>
        <a:bodyPr/>
        <a:lstStyle/>
        <a:p>
          <a:endParaRPr lang="es-SV">
            <a:solidFill>
              <a:schemeClr val="bg1"/>
            </a:solidFill>
          </a:endParaRPr>
        </a:p>
      </dgm:t>
    </dgm:pt>
    <dgm:pt modelId="{427C409A-B4B6-4CFE-B0CF-8D4A606F6BD5}">
      <dgm:prSet phldrT="[Texto]"/>
      <dgm:spPr/>
      <dgm:t>
        <a:bodyPr/>
        <a:lstStyle/>
        <a:p>
          <a:pPr algn="ctr">
            <a:buNone/>
          </a:pPr>
          <a:r>
            <a:rPr lang="es-SV" dirty="0">
              <a:solidFill>
                <a:schemeClr val="bg1"/>
              </a:solidFill>
            </a:rPr>
            <a:t>¿Por qué ha pasado?</a:t>
          </a:r>
        </a:p>
      </dgm:t>
    </dgm:pt>
    <dgm:pt modelId="{E5386156-0BE5-4314-A65C-4F8A9CCD5AE8}" type="parTrans" cxnId="{C9F55642-7E9A-44B1-BD0C-27F2B0C28318}">
      <dgm:prSet/>
      <dgm:spPr/>
      <dgm:t>
        <a:bodyPr/>
        <a:lstStyle/>
        <a:p>
          <a:endParaRPr lang="es-SV">
            <a:solidFill>
              <a:schemeClr val="bg1"/>
            </a:solidFill>
          </a:endParaRPr>
        </a:p>
      </dgm:t>
    </dgm:pt>
    <dgm:pt modelId="{5E34B52E-624E-4163-8E92-461C18A50F66}" type="sibTrans" cxnId="{C9F55642-7E9A-44B1-BD0C-27F2B0C28318}">
      <dgm:prSet/>
      <dgm:spPr/>
      <dgm:t>
        <a:bodyPr/>
        <a:lstStyle/>
        <a:p>
          <a:endParaRPr lang="es-SV">
            <a:solidFill>
              <a:schemeClr val="bg1"/>
            </a:solidFill>
          </a:endParaRPr>
        </a:p>
      </dgm:t>
    </dgm:pt>
    <dgm:pt modelId="{80E7D88C-9F29-4A4C-8348-226199FE5593}">
      <dgm:prSet phldrT="[Texto]"/>
      <dgm:spPr/>
      <dgm:t>
        <a:bodyPr/>
        <a:lstStyle/>
        <a:p>
          <a:pPr algn="ctr">
            <a:buNone/>
          </a:pPr>
          <a:r>
            <a:rPr lang="es-SV">
              <a:solidFill>
                <a:schemeClr val="bg1"/>
              </a:solidFill>
            </a:rPr>
            <a:t>¿Qué va a pasar?</a:t>
          </a:r>
          <a:endParaRPr lang="es-SV" dirty="0">
            <a:solidFill>
              <a:schemeClr val="bg1"/>
            </a:solidFill>
          </a:endParaRPr>
        </a:p>
      </dgm:t>
    </dgm:pt>
    <dgm:pt modelId="{19177106-072C-4DB3-BFD2-E87089167452}" type="parTrans" cxnId="{EAD15F15-2A98-4DFF-9ED3-C4FBA4EF1E20}">
      <dgm:prSet/>
      <dgm:spPr/>
      <dgm:t>
        <a:bodyPr/>
        <a:lstStyle/>
        <a:p>
          <a:endParaRPr lang="es-SV">
            <a:solidFill>
              <a:schemeClr val="bg1"/>
            </a:solidFill>
          </a:endParaRPr>
        </a:p>
      </dgm:t>
    </dgm:pt>
    <dgm:pt modelId="{123AC515-88F4-4904-AE4C-CAFED451017D}" type="sibTrans" cxnId="{EAD15F15-2A98-4DFF-9ED3-C4FBA4EF1E20}">
      <dgm:prSet/>
      <dgm:spPr/>
      <dgm:t>
        <a:bodyPr/>
        <a:lstStyle/>
        <a:p>
          <a:endParaRPr lang="es-SV">
            <a:solidFill>
              <a:schemeClr val="bg1"/>
            </a:solidFill>
          </a:endParaRPr>
        </a:p>
      </dgm:t>
    </dgm:pt>
    <dgm:pt modelId="{CAEA3476-39D3-4EE8-9E26-5F3497E65B75}">
      <dgm:prSet phldrT="[Texto]"/>
      <dgm:spPr/>
      <dgm:t>
        <a:bodyPr/>
        <a:lstStyle/>
        <a:p>
          <a:pPr algn="l">
            <a:buNone/>
          </a:pPr>
          <a:r>
            <a:rPr lang="es-SV">
              <a:solidFill>
                <a:schemeClr val="bg1"/>
              </a:solidFill>
            </a:rPr>
            <a:t>Analítica Prescriptiva</a:t>
          </a:r>
          <a:endParaRPr lang="es-SV" dirty="0">
            <a:solidFill>
              <a:schemeClr val="bg1"/>
            </a:solidFill>
          </a:endParaRPr>
        </a:p>
      </dgm:t>
    </dgm:pt>
    <dgm:pt modelId="{78FBA773-FE38-46EF-BAE6-81FCC8992702}" type="parTrans" cxnId="{FD4DE6EA-918E-4256-8EF1-31D2ACA82CAF}">
      <dgm:prSet/>
      <dgm:spPr/>
      <dgm:t>
        <a:bodyPr/>
        <a:lstStyle/>
        <a:p>
          <a:endParaRPr lang="es-SV">
            <a:solidFill>
              <a:schemeClr val="bg1"/>
            </a:solidFill>
          </a:endParaRPr>
        </a:p>
      </dgm:t>
    </dgm:pt>
    <dgm:pt modelId="{9B0BB766-8C93-4D0E-9CCD-D863671BDAAB}" type="sibTrans" cxnId="{FD4DE6EA-918E-4256-8EF1-31D2ACA82CAF}">
      <dgm:prSet/>
      <dgm:spPr/>
      <dgm:t>
        <a:bodyPr/>
        <a:lstStyle/>
        <a:p>
          <a:endParaRPr lang="es-SV">
            <a:solidFill>
              <a:schemeClr val="bg1"/>
            </a:solidFill>
          </a:endParaRPr>
        </a:p>
      </dgm:t>
    </dgm:pt>
    <dgm:pt modelId="{BE551A1E-173D-4275-BB30-A169D6960472}">
      <dgm:prSet phldrT="[Texto]"/>
      <dgm:spPr/>
      <dgm:t>
        <a:bodyPr/>
        <a:lstStyle/>
        <a:p>
          <a:pPr algn="ctr">
            <a:buNone/>
          </a:pPr>
          <a:r>
            <a:rPr lang="es-SV" dirty="0">
              <a:solidFill>
                <a:schemeClr val="bg1"/>
              </a:solidFill>
            </a:rPr>
            <a:t>¿Qué hacer para que ocurra?</a:t>
          </a:r>
        </a:p>
      </dgm:t>
    </dgm:pt>
    <dgm:pt modelId="{966D695F-7CE7-4788-951B-E1F7AAD1DDCD}" type="parTrans" cxnId="{82C9CD64-74CE-4782-8631-1B5D3926D1CD}">
      <dgm:prSet/>
      <dgm:spPr/>
      <dgm:t>
        <a:bodyPr/>
        <a:lstStyle/>
        <a:p>
          <a:endParaRPr lang="es-SV">
            <a:solidFill>
              <a:schemeClr val="bg1"/>
            </a:solidFill>
          </a:endParaRPr>
        </a:p>
      </dgm:t>
    </dgm:pt>
    <dgm:pt modelId="{8AAB99A3-7FDB-4DBC-BD8C-A7BF87D2EE9D}" type="sibTrans" cxnId="{82C9CD64-74CE-4782-8631-1B5D3926D1CD}">
      <dgm:prSet/>
      <dgm:spPr/>
      <dgm:t>
        <a:bodyPr/>
        <a:lstStyle/>
        <a:p>
          <a:endParaRPr lang="es-SV">
            <a:solidFill>
              <a:schemeClr val="bg1"/>
            </a:solidFill>
          </a:endParaRPr>
        </a:p>
      </dgm:t>
    </dgm:pt>
    <dgm:pt modelId="{6B865B4E-6F4D-48FD-8CCC-A1FFDEFE720D}" type="pres">
      <dgm:prSet presAssocID="{90E57BAE-EF74-43B3-9C34-B2D3E881046D}" presName="rootnode" presStyleCnt="0">
        <dgm:presLayoutVars>
          <dgm:chMax/>
          <dgm:chPref/>
          <dgm:dir/>
          <dgm:animLvl val="lvl"/>
        </dgm:presLayoutVars>
      </dgm:prSet>
      <dgm:spPr/>
    </dgm:pt>
    <dgm:pt modelId="{4451A183-214C-40D2-A195-F6536C24B6E1}" type="pres">
      <dgm:prSet presAssocID="{6C55E3BE-746B-455F-B000-E484211C18C5}" presName="composite" presStyleCnt="0"/>
      <dgm:spPr/>
    </dgm:pt>
    <dgm:pt modelId="{671B1B8F-0D93-41DA-A902-E2C10C9B897D}" type="pres">
      <dgm:prSet presAssocID="{6C55E3BE-746B-455F-B000-E484211C18C5}" presName="LShape" presStyleLbl="alignNode1" presStyleIdx="0" presStyleCnt="7"/>
      <dgm:spPr/>
    </dgm:pt>
    <dgm:pt modelId="{BCB3A4D9-7D15-4F34-9644-C0FE4E2D243C}" type="pres">
      <dgm:prSet presAssocID="{6C55E3BE-746B-455F-B000-E484211C18C5}" presName="ParentText" presStyleLbl="revTx" presStyleIdx="0" presStyleCnt="4">
        <dgm:presLayoutVars>
          <dgm:chMax val="0"/>
          <dgm:chPref val="0"/>
          <dgm:bulletEnabled val="1"/>
        </dgm:presLayoutVars>
      </dgm:prSet>
      <dgm:spPr/>
    </dgm:pt>
    <dgm:pt modelId="{E1F1948C-2E0E-4EB7-B119-0F8AB294B5E5}" type="pres">
      <dgm:prSet presAssocID="{6C55E3BE-746B-455F-B000-E484211C18C5}" presName="Triangle" presStyleLbl="alignNode1" presStyleIdx="1" presStyleCnt="7"/>
      <dgm:spPr/>
    </dgm:pt>
    <dgm:pt modelId="{5716D878-A329-4CE1-AB83-F025E124CB9E}" type="pres">
      <dgm:prSet presAssocID="{72880EBA-733A-4707-8EC8-0392B1522D9D}" presName="sibTrans" presStyleCnt="0"/>
      <dgm:spPr/>
    </dgm:pt>
    <dgm:pt modelId="{C73B64EC-D6D6-4441-BDA3-E787BD1A182A}" type="pres">
      <dgm:prSet presAssocID="{72880EBA-733A-4707-8EC8-0392B1522D9D}" presName="space" presStyleCnt="0"/>
      <dgm:spPr/>
    </dgm:pt>
    <dgm:pt modelId="{ACD48865-9A6F-41C1-88AD-5CAE1CA25C10}" type="pres">
      <dgm:prSet presAssocID="{AEED9B0B-673D-4DFA-80B0-2D9C2A61BB46}" presName="composite" presStyleCnt="0"/>
      <dgm:spPr/>
    </dgm:pt>
    <dgm:pt modelId="{1273A0D6-878F-4D0E-9EF7-65113C72BBA6}" type="pres">
      <dgm:prSet presAssocID="{AEED9B0B-673D-4DFA-80B0-2D9C2A61BB46}" presName="LShape" presStyleLbl="alignNode1" presStyleIdx="2" presStyleCnt="7"/>
      <dgm:spPr/>
    </dgm:pt>
    <dgm:pt modelId="{1F032816-635E-4B7D-A873-AF308CD6E61B}" type="pres">
      <dgm:prSet presAssocID="{AEED9B0B-673D-4DFA-80B0-2D9C2A61BB46}" presName="ParentText" presStyleLbl="revTx" presStyleIdx="1" presStyleCnt="4">
        <dgm:presLayoutVars>
          <dgm:chMax val="0"/>
          <dgm:chPref val="0"/>
          <dgm:bulletEnabled val="1"/>
        </dgm:presLayoutVars>
      </dgm:prSet>
      <dgm:spPr/>
    </dgm:pt>
    <dgm:pt modelId="{F7F38249-4675-4E55-A088-9150BC012D5F}" type="pres">
      <dgm:prSet presAssocID="{AEED9B0B-673D-4DFA-80B0-2D9C2A61BB46}" presName="Triangle" presStyleLbl="alignNode1" presStyleIdx="3" presStyleCnt="7"/>
      <dgm:spPr/>
    </dgm:pt>
    <dgm:pt modelId="{C40E5DF3-4F29-4F32-8741-00128F2958CC}" type="pres">
      <dgm:prSet presAssocID="{F5C6A7F3-33AD-401E-9405-BA1D5D8F7195}" presName="sibTrans" presStyleCnt="0"/>
      <dgm:spPr/>
    </dgm:pt>
    <dgm:pt modelId="{6FD3B7AD-5653-43BB-915D-6F293F31F94F}" type="pres">
      <dgm:prSet presAssocID="{F5C6A7F3-33AD-401E-9405-BA1D5D8F7195}" presName="space" presStyleCnt="0"/>
      <dgm:spPr/>
    </dgm:pt>
    <dgm:pt modelId="{9981733B-0814-4A58-9321-1F4BC67A0C59}" type="pres">
      <dgm:prSet presAssocID="{0E848038-A6CC-4DFF-8EA6-2085F4AA93E1}" presName="composite" presStyleCnt="0"/>
      <dgm:spPr/>
    </dgm:pt>
    <dgm:pt modelId="{083E5F87-CD53-4840-B19A-4CA5F73E1211}" type="pres">
      <dgm:prSet presAssocID="{0E848038-A6CC-4DFF-8EA6-2085F4AA93E1}" presName="LShape" presStyleLbl="alignNode1" presStyleIdx="4" presStyleCnt="7"/>
      <dgm:spPr/>
    </dgm:pt>
    <dgm:pt modelId="{EE00BE1D-52B7-43D5-B8A3-31F2186811C1}" type="pres">
      <dgm:prSet presAssocID="{0E848038-A6CC-4DFF-8EA6-2085F4AA93E1}" presName="ParentText" presStyleLbl="revTx" presStyleIdx="2" presStyleCnt="4">
        <dgm:presLayoutVars>
          <dgm:chMax val="0"/>
          <dgm:chPref val="0"/>
          <dgm:bulletEnabled val="1"/>
        </dgm:presLayoutVars>
      </dgm:prSet>
      <dgm:spPr/>
    </dgm:pt>
    <dgm:pt modelId="{194B2006-CAAF-4E17-BF52-9C6208A0AC27}" type="pres">
      <dgm:prSet presAssocID="{0E848038-A6CC-4DFF-8EA6-2085F4AA93E1}" presName="Triangle" presStyleLbl="alignNode1" presStyleIdx="5" presStyleCnt="7"/>
      <dgm:spPr/>
    </dgm:pt>
    <dgm:pt modelId="{0949501E-5535-4653-BD51-5DD8DB089C11}" type="pres">
      <dgm:prSet presAssocID="{FEA43F5C-F1C1-49A3-BC09-8234DADF5E63}" presName="sibTrans" presStyleCnt="0"/>
      <dgm:spPr/>
    </dgm:pt>
    <dgm:pt modelId="{42BF94AB-A2F6-4356-94A1-ACE39F99BE4F}" type="pres">
      <dgm:prSet presAssocID="{FEA43F5C-F1C1-49A3-BC09-8234DADF5E63}" presName="space" presStyleCnt="0"/>
      <dgm:spPr/>
    </dgm:pt>
    <dgm:pt modelId="{018BB7D6-E638-4B2C-AF98-F30EE0381241}" type="pres">
      <dgm:prSet presAssocID="{CAEA3476-39D3-4EE8-9E26-5F3497E65B75}" presName="composite" presStyleCnt="0"/>
      <dgm:spPr/>
    </dgm:pt>
    <dgm:pt modelId="{14BF8656-3C1C-4F6A-BF89-97A78B1C008B}" type="pres">
      <dgm:prSet presAssocID="{CAEA3476-39D3-4EE8-9E26-5F3497E65B75}" presName="LShape" presStyleLbl="alignNode1" presStyleIdx="6" presStyleCnt="7"/>
      <dgm:spPr/>
    </dgm:pt>
    <dgm:pt modelId="{F58F827A-4594-46E9-A0FE-A1BED65A3AC0}" type="pres">
      <dgm:prSet presAssocID="{CAEA3476-39D3-4EE8-9E26-5F3497E65B75}" presName="ParentText" presStyleLbl="revTx" presStyleIdx="3" presStyleCnt="4">
        <dgm:presLayoutVars>
          <dgm:chMax val="0"/>
          <dgm:chPref val="0"/>
          <dgm:bulletEnabled val="1"/>
        </dgm:presLayoutVars>
      </dgm:prSet>
      <dgm:spPr/>
    </dgm:pt>
  </dgm:ptLst>
  <dgm:cxnLst>
    <dgm:cxn modelId="{9905C70B-913C-4110-8336-D6B54A97CC93}" type="presOf" srcId="{87C319B7-9F7C-4B13-8BD7-38FCEAC83D4F}" destId="{BCB3A4D9-7D15-4F34-9644-C0FE4E2D243C}" srcOrd="0" destOrd="1" presId="urn:microsoft.com/office/officeart/2009/3/layout/StepUpProcess"/>
    <dgm:cxn modelId="{64777D0C-2225-4045-8C4D-98E8D5FC8998}" type="presOf" srcId="{BE551A1E-173D-4275-BB30-A169D6960472}" destId="{F58F827A-4594-46E9-A0FE-A1BED65A3AC0}" srcOrd="0" destOrd="1" presId="urn:microsoft.com/office/officeart/2009/3/layout/StepUpProcess"/>
    <dgm:cxn modelId="{E949CC10-BB60-462A-B5DA-7F5CD5FA7A53}" type="presOf" srcId="{0E848038-A6CC-4DFF-8EA6-2085F4AA93E1}" destId="{EE00BE1D-52B7-43D5-B8A3-31F2186811C1}" srcOrd="0" destOrd="0" presId="urn:microsoft.com/office/officeart/2009/3/layout/StepUpProcess"/>
    <dgm:cxn modelId="{EAD15F15-2A98-4DFF-9ED3-C4FBA4EF1E20}" srcId="{0E848038-A6CC-4DFF-8EA6-2085F4AA93E1}" destId="{80E7D88C-9F29-4A4C-8348-226199FE5593}" srcOrd="0" destOrd="0" parTransId="{19177106-072C-4DB3-BFD2-E87089167452}" sibTransId="{123AC515-88F4-4904-AE4C-CAFED451017D}"/>
    <dgm:cxn modelId="{2468EB15-3660-4B7D-92FA-A60DBC16F94A}" type="presOf" srcId="{90E57BAE-EF74-43B3-9C34-B2D3E881046D}" destId="{6B865B4E-6F4D-48FD-8CCC-A1FFDEFE720D}" srcOrd="0" destOrd="0" presId="urn:microsoft.com/office/officeart/2009/3/layout/StepUpProcess"/>
    <dgm:cxn modelId="{4D472E34-E797-4F78-ABE6-A3E741FCC752}" srcId="{90E57BAE-EF74-43B3-9C34-B2D3E881046D}" destId="{0E848038-A6CC-4DFF-8EA6-2085F4AA93E1}" srcOrd="2" destOrd="0" parTransId="{72998724-8847-4D65-91F0-248991463675}" sibTransId="{FEA43F5C-F1C1-49A3-BC09-8234DADF5E63}"/>
    <dgm:cxn modelId="{C9F55642-7E9A-44B1-BD0C-27F2B0C28318}" srcId="{AEED9B0B-673D-4DFA-80B0-2D9C2A61BB46}" destId="{427C409A-B4B6-4CFE-B0CF-8D4A606F6BD5}" srcOrd="0" destOrd="0" parTransId="{E5386156-0BE5-4314-A65C-4F8A9CCD5AE8}" sibTransId="{5E34B52E-624E-4163-8E92-461C18A50F66}"/>
    <dgm:cxn modelId="{82C9CD64-74CE-4782-8631-1B5D3926D1CD}" srcId="{CAEA3476-39D3-4EE8-9E26-5F3497E65B75}" destId="{BE551A1E-173D-4275-BB30-A169D6960472}" srcOrd="0" destOrd="0" parTransId="{966D695F-7CE7-4788-951B-E1F7AAD1DDCD}" sibTransId="{8AAB99A3-7FDB-4DBC-BD8C-A7BF87D2EE9D}"/>
    <dgm:cxn modelId="{95894F4B-065E-4953-B0F3-57536BC7E874}" type="presOf" srcId="{AEED9B0B-673D-4DFA-80B0-2D9C2A61BB46}" destId="{1F032816-635E-4B7D-A873-AF308CD6E61B}" srcOrd="0" destOrd="0" presId="urn:microsoft.com/office/officeart/2009/3/layout/StepUpProcess"/>
    <dgm:cxn modelId="{E0139055-74AC-4BB3-B37D-73C415A4C00A}" type="presOf" srcId="{CAEA3476-39D3-4EE8-9E26-5F3497E65B75}" destId="{F58F827A-4594-46E9-A0FE-A1BED65A3AC0}" srcOrd="0" destOrd="0" presId="urn:microsoft.com/office/officeart/2009/3/layout/StepUpProcess"/>
    <dgm:cxn modelId="{1FEC828D-97E9-4D4A-823F-7AB0A7D4D255}" type="presOf" srcId="{427C409A-B4B6-4CFE-B0CF-8D4A606F6BD5}" destId="{1F032816-635E-4B7D-A873-AF308CD6E61B}" srcOrd="0" destOrd="1" presId="urn:microsoft.com/office/officeart/2009/3/layout/StepUpProcess"/>
    <dgm:cxn modelId="{D6107192-222A-42F3-8303-6313FAF9D614}" srcId="{90E57BAE-EF74-43B3-9C34-B2D3E881046D}" destId="{6C55E3BE-746B-455F-B000-E484211C18C5}" srcOrd="0" destOrd="0" parTransId="{7768E92F-E1D4-4E29-B8B6-9864D6EE157C}" sibTransId="{72880EBA-733A-4707-8EC8-0392B1522D9D}"/>
    <dgm:cxn modelId="{15842AB2-6231-4675-A3C8-E5155978988B}" type="presOf" srcId="{6C55E3BE-746B-455F-B000-E484211C18C5}" destId="{BCB3A4D9-7D15-4F34-9644-C0FE4E2D243C}" srcOrd="0" destOrd="0" presId="urn:microsoft.com/office/officeart/2009/3/layout/StepUpProcess"/>
    <dgm:cxn modelId="{79A17CC0-E8BC-4A4C-A0E7-625FF4F76D3A}" type="presOf" srcId="{80E7D88C-9F29-4A4C-8348-226199FE5593}" destId="{EE00BE1D-52B7-43D5-B8A3-31F2186811C1}" srcOrd="0" destOrd="1" presId="urn:microsoft.com/office/officeart/2009/3/layout/StepUpProcess"/>
    <dgm:cxn modelId="{46E3E7C9-A882-4622-85D8-60C22C0A49D1}" srcId="{90E57BAE-EF74-43B3-9C34-B2D3E881046D}" destId="{AEED9B0B-673D-4DFA-80B0-2D9C2A61BB46}" srcOrd="1" destOrd="0" parTransId="{508192B2-363C-45CE-988B-FDF00650F062}" sibTransId="{F5C6A7F3-33AD-401E-9405-BA1D5D8F7195}"/>
    <dgm:cxn modelId="{FD4DE6EA-918E-4256-8EF1-31D2ACA82CAF}" srcId="{90E57BAE-EF74-43B3-9C34-B2D3E881046D}" destId="{CAEA3476-39D3-4EE8-9E26-5F3497E65B75}" srcOrd="3" destOrd="0" parTransId="{78FBA773-FE38-46EF-BAE6-81FCC8992702}" sibTransId="{9B0BB766-8C93-4D0E-9CCD-D863671BDAAB}"/>
    <dgm:cxn modelId="{B1E154F4-1111-49FF-8CC7-C953FE4AB5F9}" srcId="{6C55E3BE-746B-455F-B000-E484211C18C5}" destId="{87C319B7-9F7C-4B13-8BD7-38FCEAC83D4F}" srcOrd="0" destOrd="0" parTransId="{97A6979B-2842-48DA-815D-EA3887154FE6}" sibTransId="{289EAD75-2D22-45B5-8DB1-4B75F80A28DC}"/>
    <dgm:cxn modelId="{529176E3-5C9A-4916-A292-1F3AF118326E}" type="presParOf" srcId="{6B865B4E-6F4D-48FD-8CCC-A1FFDEFE720D}" destId="{4451A183-214C-40D2-A195-F6536C24B6E1}" srcOrd="0" destOrd="0" presId="urn:microsoft.com/office/officeart/2009/3/layout/StepUpProcess"/>
    <dgm:cxn modelId="{32D47463-2245-4522-906D-7A2487E7C152}" type="presParOf" srcId="{4451A183-214C-40D2-A195-F6536C24B6E1}" destId="{671B1B8F-0D93-41DA-A902-E2C10C9B897D}" srcOrd="0" destOrd="0" presId="urn:microsoft.com/office/officeart/2009/3/layout/StepUpProcess"/>
    <dgm:cxn modelId="{C4287BEB-5CB3-4D68-BA93-0AB2F530745A}" type="presParOf" srcId="{4451A183-214C-40D2-A195-F6536C24B6E1}" destId="{BCB3A4D9-7D15-4F34-9644-C0FE4E2D243C}" srcOrd="1" destOrd="0" presId="urn:microsoft.com/office/officeart/2009/3/layout/StepUpProcess"/>
    <dgm:cxn modelId="{82F74864-41DF-4443-BC41-55DD093F7DEF}" type="presParOf" srcId="{4451A183-214C-40D2-A195-F6536C24B6E1}" destId="{E1F1948C-2E0E-4EB7-B119-0F8AB294B5E5}" srcOrd="2" destOrd="0" presId="urn:microsoft.com/office/officeart/2009/3/layout/StepUpProcess"/>
    <dgm:cxn modelId="{F23B8DE9-D6F2-472B-8F8A-F12214943877}" type="presParOf" srcId="{6B865B4E-6F4D-48FD-8CCC-A1FFDEFE720D}" destId="{5716D878-A329-4CE1-AB83-F025E124CB9E}" srcOrd="1" destOrd="0" presId="urn:microsoft.com/office/officeart/2009/3/layout/StepUpProcess"/>
    <dgm:cxn modelId="{C5752247-3D9E-4F40-9666-55CE3AA72496}" type="presParOf" srcId="{5716D878-A329-4CE1-AB83-F025E124CB9E}" destId="{C73B64EC-D6D6-4441-BDA3-E787BD1A182A}" srcOrd="0" destOrd="0" presId="urn:microsoft.com/office/officeart/2009/3/layout/StepUpProcess"/>
    <dgm:cxn modelId="{B87006D2-E031-400E-A14F-3FD97098C4FC}" type="presParOf" srcId="{6B865B4E-6F4D-48FD-8CCC-A1FFDEFE720D}" destId="{ACD48865-9A6F-41C1-88AD-5CAE1CA25C10}" srcOrd="2" destOrd="0" presId="urn:microsoft.com/office/officeart/2009/3/layout/StepUpProcess"/>
    <dgm:cxn modelId="{64F48A00-5A19-458C-81D8-01F07DA16B5B}" type="presParOf" srcId="{ACD48865-9A6F-41C1-88AD-5CAE1CA25C10}" destId="{1273A0D6-878F-4D0E-9EF7-65113C72BBA6}" srcOrd="0" destOrd="0" presId="urn:microsoft.com/office/officeart/2009/3/layout/StepUpProcess"/>
    <dgm:cxn modelId="{DEAFD3FD-1963-443B-9408-392F252A99E9}" type="presParOf" srcId="{ACD48865-9A6F-41C1-88AD-5CAE1CA25C10}" destId="{1F032816-635E-4B7D-A873-AF308CD6E61B}" srcOrd="1" destOrd="0" presId="urn:microsoft.com/office/officeart/2009/3/layout/StepUpProcess"/>
    <dgm:cxn modelId="{F846955A-8DDD-4DA9-AC52-1B268C4974CF}" type="presParOf" srcId="{ACD48865-9A6F-41C1-88AD-5CAE1CA25C10}" destId="{F7F38249-4675-4E55-A088-9150BC012D5F}" srcOrd="2" destOrd="0" presId="urn:microsoft.com/office/officeart/2009/3/layout/StepUpProcess"/>
    <dgm:cxn modelId="{A0AFFCED-8723-4A5A-8FD7-EADDC4E7070F}" type="presParOf" srcId="{6B865B4E-6F4D-48FD-8CCC-A1FFDEFE720D}" destId="{C40E5DF3-4F29-4F32-8741-00128F2958CC}" srcOrd="3" destOrd="0" presId="urn:microsoft.com/office/officeart/2009/3/layout/StepUpProcess"/>
    <dgm:cxn modelId="{F0ED9E4C-47A2-4EBD-B796-B086C4865E52}" type="presParOf" srcId="{C40E5DF3-4F29-4F32-8741-00128F2958CC}" destId="{6FD3B7AD-5653-43BB-915D-6F293F31F94F}" srcOrd="0" destOrd="0" presId="urn:microsoft.com/office/officeart/2009/3/layout/StepUpProcess"/>
    <dgm:cxn modelId="{F9B28A0C-4FD5-4C1C-8520-CEFBF3C22447}" type="presParOf" srcId="{6B865B4E-6F4D-48FD-8CCC-A1FFDEFE720D}" destId="{9981733B-0814-4A58-9321-1F4BC67A0C59}" srcOrd="4" destOrd="0" presId="urn:microsoft.com/office/officeart/2009/3/layout/StepUpProcess"/>
    <dgm:cxn modelId="{33DE68D6-3CEC-48AE-99B0-9285BBA531D9}" type="presParOf" srcId="{9981733B-0814-4A58-9321-1F4BC67A0C59}" destId="{083E5F87-CD53-4840-B19A-4CA5F73E1211}" srcOrd="0" destOrd="0" presId="urn:microsoft.com/office/officeart/2009/3/layout/StepUpProcess"/>
    <dgm:cxn modelId="{CF4868F4-212B-4F6E-A6CA-462AC222A706}" type="presParOf" srcId="{9981733B-0814-4A58-9321-1F4BC67A0C59}" destId="{EE00BE1D-52B7-43D5-B8A3-31F2186811C1}" srcOrd="1" destOrd="0" presId="urn:microsoft.com/office/officeart/2009/3/layout/StepUpProcess"/>
    <dgm:cxn modelId="{F706054A-BD35-40EE-97E4-A755218A0C9A}" type="presParOf" srcId="{9981733B-0814-4A58-9321-1F4BC67A0C59}" destId="{194B2006-CAAF-4E17-BF52-9C6208A0AC27}" srcOrd="2" destOrd="0" presId="urn:microsoft.com/office/officeart/2009/3/layout/StepUpProcess"/>
    <dgm:cxn modelId="{309A1599-8779-449F-AAB0-FD53250F88EF}" type="presParOf" srcId="{6B865B4E-6F4D-48FD-8CCC-A1FFDEFE720D}" destId="{0949501E-5535-4653-BD51-5DD8DB089C11}" srcOrd="5" destOrd="0" presId="urn:microsoft.com/office/officeart/2009/3/layout/StepUpProcess"/>
    <dgm:cxn modelId="{444CA9CC-B6E3-4CA4-8D0B-279D9F73E3E5}" type="presParOf" srcId="{0949501E-5535-4653-BD51-5DD8DB089C11}" destId="{42BF94AB-A2F6-4356-94A1-ACE39F99BE4F}" srcOrd="0" destOrd="0" presId="urn:microsoft.com/office/officeart/2009/3/layout/StepUpProcess"/>
    <dgm:cxn modelId="{50D08B39-C318-45DC-B1FA-59E9EDB9D542}" type="presParOf" srcId="{6B865B4E-6F4D-48FD-8CCC-A1FFDEFE720D}" destId="{018BB7D6-E638-4B2C-AF98-F30EE0381241}" srcOrd="6" destOrd="0" presId="urn:microsoft.com/office/officeart/2009/3/layout/StepUpProcess"/>
    <dgm:cxn modelId="{E32663AC-4795-430A-ADED-AD63F4BE2930}" type="presParOf" srcId="{018BB7D6-E638-4B2C-AF98-F30EE0381241}" destId="{14BF8656-3C1C-4F6A-BF89-97A78B1C008B}" srcOrd="0" destOrd="0" presId="urn:microsoft.com/office/officeart/2009/3/layout/StepUpProcess"/>
    <dgm:cxn modelId="{654D56DE-572C-4479-90B8-D73738B6F953}" type="presParOf" srcId="{018BB7D6-E638-4B2C-AF98-F30EE0381241}" destId="{F58F827A-4594-46E9-A0FE-A1BED65A3AC0}" srcOrd="1" destOrd="0" presId="urn:microsoft.com/office/officeart/2009/3/layout/StepUp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0E57BAE-EF74-43B3-9C34-B2D3E881046D}" type="doc">
      <dgm:prSet loTypeId="urn:microsoft.com/office/officeart/2009/3/layout/StepUpProcess" loCatId="process" qsTypeId="urn:microsoft.com/office/officeart/2005/8/quickstyle/simple1" qsCatId="simple" csTypeId="urn:microsoft.com/office/officeart/2005/8/colors/colorful3" csCatId="colorful" phldr="1"/>
      <dgm:spPr/>
      <dgm:t>
        <a:bodyPr/>
        <a:lstStyle/>
        <a:p>
          <a:endParaRPr lang="es-SV"/>
        </a:p>
      </dgm:t>
    </dgm:pt>
    <dgm:pt modelId="{6C55E3BE-746B-455F-B000-E484211C18C5}">
      <dgm:prSet phldrT="[Texto]"/>
      <dgm:spPr/>
      <dgm:t>
        <a:bodyPr/>
        <a:lstStyle/>
        <a:p>
          <a:pPr algn="l">
            <a:buNone/>
          </a:pPr>
          <a:r>
            <a:rPr lang="es-SV">
              <a:solidFill>
                <a:schemeClr val="bg1"/>
              </a:solidFill>
            </a:rPr>
            <a:t>Analítica Descriptiva</a:t>
          </a:r>
          <a:endParaRPr lang="es-SV" dirty="0">
            <a:solidFill>
              <a:schemeClr val="bg1"/>
            </a:solidFill>
          </a:endParaRPr>
        </a:p>
      </dgm:t>
    </dgm:pt>
    <dgm:pt modelId="{7768E92F-E1D4-4E29-B8B6-9864D6EE157C}" type="parTrans" cxnId="{D6107192-222A-42F3-8303-6313FAF9D614}">
      <dgm:prSet/>
      <dgm:spPr/>
      <dgm:t>
        <a:bodyPr/>
        <a:lstStyle/>
        <a:p>
          <a:endParaRPr lang="es-SV">
            <a:solidFill>
              <a:schemeClr val="bg1"/>
            </a:solidFill>
          </a:endParaRPr>
        </a:p>
      </dgm:t>
    </dgm:pt>
    <dgm:pt modelId="{72880EBA-733A-4707-8EC8-0392B1522D9D}" type="sibTrans" cxnId="{D6107192-222A-42F3-8303-6313FAF9D614}">
      <dgm:prSet/>
      <dgm:spPr/>
      <dgm:t>
        <a:bodyPr/>
        <a:lstStyle/>
        <a:p>
          <a:endParaRPr lang="es-SV">
            <a:solidFill>
              <a:schemeClr val="bg1"/>
            </a:solidFill>
          </a:endParaRPr>
        </a:p>
      </dgm:t>
    </dgm:pt>
    <dgm:pt modelId="{AEED9B0B-673D-4DFA-80B0-2D9C2A61BB46}">
      <dgm:prSet phldrT="[Texto]"/>
      <dgm:spPr/>
      <dgm:t>
        <a:bodyPr/>
        <a:lstStyle/>
        <a:p>
          <a:pPr algn="l">
            <a:buNone/>
          </a:pPr>
          <a:r>
            <a:rPr lang="es-SV">
              <a:solidFill>
                <a:schemeClr val="bg1"/>
              </a:solidFill>
            </a:rPr>
            <a:t>Analítica Diagnostica</a:t>
          </a:r>
          <a:endParaRPr lang="es-SV" dirty="0">
            <a:solidFill>
              <a:schemeClr val="bg1"/>
            </a:solidFill>
          </a:endParaRPr>
        </a:p>
      </dgm:t>
    </dgm:pt>
    <dgm:pt modelId="{508192B2-363C-45CE-988B-FDF00650F062}" type="parTrans" cxnId="{46E3E7C9-A882-4622-85D8-60C22C0A49D1}">
      <dgm:prSet/>
      <dgm:spPr/>
      <dgm:t>
        <a:bodyPr/>
        <a:lstStyle/>
        <a:p>
          <a:endParaRPr lang="es-SV">
            <a:solidFill>
              <a:schemeClr val="bg1"/>
            </a:solidFill>
          </a:endParaRPr>
        </a:p>
      </dgm:t>
    </dgm:pt>
    <dgm:pt modelId="{F5C6A7F3-33AD-401E-9405-BA1D5D8F7195}" type="sibTrans" cxnId="{46E3E7C9-A882-4622-85D8-60C22C0A49D1}">
      <dgm:prSet/>
      <dgm:spPr/>
      <dgm:t>
        <a:bodyPr/>
        <a:lstStyle/>
        <a:p>
          <a:endParaRPr lang="es-SV">
            <a:solidFill>
              <a:schemeClr val="bg1"/>
            </a:solidFill>
          </a:endParaRPr>
        </a:p>
      </dgm:t>
    </dgm:pt>
    <dgm:pt modelId="{0E848038-A6CC-4DFF-8EA6-2085F4AA93E1}">
      <dgm:prSet phldrT="[Texto]"/>
      <dgm:spPr/>
      <dgm:t>
        <a:bodyPr/>
        <a:lstStyle/>
        <a:p>
          <a:pPr algn="l">
            <a:buNone/>
          </a:pPr>
          <a:r>
            <a:rPr lang="es-SV" dirty="0">
              <a:solidFill>
                <a:schemeClr val="bg1"/>
              </a:solidFill>
            </a:rPr>
            <a:t>Analítica Predictiva</a:t>
          </a:r>
        </a:p>
      </dgm:t>
    </dgm:pt>
    <dgm:pt modelId="{72998724-8847-4D65-91F0-248991463675}" type="parTrans" cxnId="{4D472E34-E797-4F78-ABE6-A3E741FCC752}">
      <dgm:prSet/>
      <dgm:spPr/>
      <dgm:t>
        <a:bodyPr/>
        <a:lstStyle/>
        <a:p>
          <a:endParaRPr lang="es-SV">
            <a:solidFill>
              <a:schemeClr val="bg1"/>
            </a:solidFill>
          </a:endParaRPr>
        </a:p>
      </dgm:t>
    </dgm:pt>
    <dgm:pt modelId="{FEA43F5C-F1C1-49A3-BC09-8234DADF5E63}" type="sibTrans" cxnId="{4D472E34-E797-4F78-ABE6-A3E741FCC752}">
      <dgm:prSet/>
      <dgm:spPr/>
      <dgm:t>
        <a:bodyPr/>
        <a:lstStyle/>
        <a:p>
          <a:endParaRPr lang="es-SV">
            <a:solidFill>
              <a:schemeClr val="bg1"/>
            </a:solidFill>
          </a:endParaRPr>
        </a:p>
      </dgm:t>
    </dgm:pt>
    <dgm:pt modelId="{87C319B7-9F7C-4B13-8BD7-38FCEAC83D4F}">
      <dgm:prSet phldrT="[Texto]"/>
      <dgm:spPr/>
      <dgm:t>
        <a:bodyPr/>
        <a:lstStyle/>
        <a:p>
          <a:pPr algn="ctr">
            <a:buNone/>
          </a:pPr>
          <a:r>
            <a:rPr lang="es-SV">
              <a:solidFill>
                <a:schemeClr val="bg1"/>
              </a:solidFill>
            </a:rPr>
            <a:t>¿Qué está pasando?</a:t>
          </a:r>
          <a:endParaRPr lang="es-SV" dirty="0">
            <a:solidFill>
              <a:schemeClr val="bg1"/>
            </a:solidFill>
          </a:endParaRPr>
        </a:p>
      </dgm:t>
    </dgm:pt>
    <dgm:pt modelId="{97A6979B-2842-48DA-815D-EA3887154FE6}" type="parTrans" cxnId="{B1E154F4-1111-49FF-8CC7-C953FE4AB5F9}">
      <dgm:prSet/>
      <dgm:spPr/>
      <dgm:t>
        <a:bodyPr/>
        <a:lstStyle/>
        <a:p>
          <a:endParaRPr lang="es-SV">
            <a:solidFill>
              <a:schemeClr val="bg1"/>
            </a:solidFill>
          </a:endParaRPr>
        </a:p>
      </dgm:t>
    </dgm:pt>
    <dgm:pt modelId="{289EAD75-2D22-45B5-8DB1-4B75F80A28DC}" type="sibTrans" cxnId="{B1E154F4-1111-49FF-8CC7-C953FE4AB5F9}">
      <dgm:prSet/>
      <dgm:spPr/>
      <dgm:t>
        <a:bodyPr/>
        <a:lstStyle/>
        <a:p>
          <a:endParaRPr lang="es-SV">
            <a:solidFill>
              <a:schemeClr val="bg1"/>
            </a:solidFill>
          </a:endParaRPr>
        </a:p>
      </dgm:t>
    </dgm:pt>
    <dgm:pt modelId="{427C409A-B4B6-4CFE-B0CF-8D4A606F6BD5}">
      <dgm:prSet phldrT="[Texto]"/>
      <dgm:spPr/>
      <dgm:t>
        <a:bodyPr/>
        <a:lstStyle/>
        <a:p>
          <a:pPr algn="ctr">
            <a:buNone/>
          </a:pPr>
          <a:r>
            <a:rPr lang="es-SV" dirty="0">
              <a:solidFill>
                <a:schemeClr val="bg1"/>
              </a:solidFill>
            </a:rPr>
            <a:t>¿Por qué ha pasado?</a:t>
          </a:r>
        </a:p>
      </dgm:t>
    </dgm:pt>
    <dgm:pt modelId="{E5386156-0BE5-4314-A65C-4F8A9CCD5AE8}" type="parTrans" cxnId="{C9F55642-7E9A-44B1-BD0C-27F2B0C28318}">
      <dgm:prSet/>
      <dgm:spPr/>
      <dgm:t>
        <a:bodyPr/>
        <a:lstStyle/>
        <a:p>
          <a:endParaRPr lang="es-SV">
            <a:solidFill>
              <a:schemeClr val="bg1"/>
            </a:solidFill>
          </a:endParaRPr>
        </a:p>
      </dgm:t>
    </dgm:pt>
    <dgm:pt modelId="{5E34B52E-624E-4163-8E92-461C18A50F66}" type="sibTrans" cxnId="{C9F55642-7E9A-44B1-BD0C-27F2B0C28318}">
      <dgm:prSet/>
      <dgm:spPr/>
      <dgm:t>
        <a:bodyPr/>
        <a:lstStyle/>
        <a:p>
          <a:endParaRPr lang="es-SV">
            <a:solidFill>
              <a:schemeClr val="bg1"/>
            </a:solidFill>
          </a:endParaRPr>
        </a:p>
      </dgm:t>
    </dgm:pt>
    <dgm:pt modelId="{80E7D88C-9F29-4A4C-8348-226199FE5593}">
      <dgm:prSet phldrT="[Texto]"/>
      <dgm:spPr/>
      <dgm:t>
        <a:bodyPr/>
        <a:lstStyle/>
        <a:p>
          <a:pPr algn="ctr">
            <a:buNone/>
          </a:pPr>
          <a:r>
            <a:rPr lang="es-SV">
              <a:solidFill>
                <a:schemeClr val="bg1"/>
              </a:solidFill>
            </a:rPr>
            <a:t>¿Qué va a pasar?</a:t>
          </a:r>
          <a:endParaRPr lang="es-SV" dirty="0">
            <a:solidFill>
              <a:schemeClr val="bg1"/>
            </a:solidFill>
          </a:endParaRPr>
        </a:p>
      </dgm:t>
    </dgm:pt>
    <dgm:pt modelId="{19177106-072C-4DB3-BFD2-E87089167452}" type="parTrans" cxnId="{EAD15F15-2A98-4DFF-9ED3-C4FBA4EF1E20}">
      <dgm:prSet/>
      <dgm:spPr/>
      <dgm:t>
        <a:bodyPr/>
        <a:lstStyle/>
        <a:p>
          <a:endParaRPr lang="es-SV">
            <a:solidFill>
              <a:schemeClr val="bg1"/>
            </a:solidFill>
          </a:endParaRPr>
        </a:p>
      </dgm:t>
    </dgm:pt>
    <dgm:pt modelId="{123AC515-88F4-4904-AE4C-CAFED451017D}" type="sibTrans" cxnId="{EAD15F15-2A98-4DFF-9ED3-C4FBA4EF1E20}">
      <dgm:prSet/>
      <dgm:spPr/>
      <dgm:t>
        <a:bodyPr/>
        <a:lstStyle/>
        <a:p>
          <a:endParaRPr lang="es-SV">
            <a:solidFill>
              <a:schemeClr val="bg1"/>
            </a:solidFill>
          </a:endParaRPr>
        </a:p>
      </dgm:t>
    </dgm:pt>
    <dgm:pt modelId="{CAEA3476-39D3-4EE8-9E26-5F3497E65B75}">
      <dgm:prSet phldrT="[Texto]"/>
      <dgm:spPr/>
      <dgm:t>
        <a:bodyPr/>
        <a:lstStyle/>
        <a:p>
          <a:pPr algn="l">
            <a:buNone/>
          </a:pPr>
          <a:r>
            <a:rPr lang="es-SV">
              <a:solidFill>
                <a:schemeClr val="bg1"/>
              </a:solidFill>
            </a:rPr>
            <a:t>Analítica Prescriptiva</a:t>
          </a:r>
          <a:endParaRPr lang="es-SV" dirty="0">
            <a:solidFill>
              <a:schemeClr val="bg1"/>
            </a:solidFill>
          </a:endParaRPr>
        </a:p>
      </dgm:t>
    </dgm:pt>
    <dgm:pt modelId="{78FBA773-FE38-46EF-BAE6-81FCC8992702}" type="parTrans" cxnId="{FD4DE6EA-918E-4256-8EF1-31D2ACA82CAF}">
      <dgm:prSet/>
      <dgm:spPr/>
      <dgm:t>
        <a:bodyPr/>
        <a:lstStyle/>
        <a:p>
          <a:endParaRPr lang="es-SV">
            <a:solidFill>
              <a:schemeClr val="bg1"/>
            </a:solidFill>
          </a:endParaRPr>
        </a:p>
      </dgm:t>
    </dgm:pt>
    <dgm:pt modelId="{9B0BB766-8C93-4D0E-9CCD-D863671BDAAB}" type="sibTrans" cxnId="{FD4DE6EA-918E-4256-8EF1-31D2ACA82CAF}">
      <dgm:prSet/>
      <dgm:spPr/>
      <dgm:t>
        <a:bodyPr/>
        <a:lstStyle/>
        <a:p>
          <a:endParaRPr lang="es-SV">
            <a:solidFill>
              <a:schemeClr val="bg1"/>
            </a:solidFill>
          </a:endParaRPr>
        </a:p>
      </dgm:t>
    </dgm:pt>
    <dgm:pt modelId="{BE551A1E-173D-4275-BB30-A169D6960472}">
      <dgm:prSet phldrT="[Texto]"/>
      <dgm:spPr/>
      <dgm:t>
        <a:bodyPr/>
        <a:lstStyle/>
        <a:p>
          <a:pPr algn="ctr">
            <a:buNone/>
          </a:pPr>
          <a:r>
            <a:rPr lang="es-SV" dirty="0">
              <a:solidFill>
                <a:schemeClr val="bg1"/>
              </a:solidFill>
            </a:rPr>
            <a:t>¿Qué hacer para que ocurra?</a:t>
          </a:r>
        </a:p>
      </dgm:t>
    </dgm:pt>
    <dgm:pt modelId="{966D695F-7CE7-4788-951B-E1F7AAD1DDCD}" type="parTrans" cxnId="{82C9CD64-74CE-4782-8631-1B5D3926D1CD}">
      <dgm:prSet/>
      <dgm:spPr/>
      <dgm:t>
        <a:bodyPr/>
        <a:lstStyle/>
        <a:p>
          <a:endParaRPr lang="es-SV">
            <a:solidFill>
              <a:schemeClr val="bg1"/>
            </a:solidFill>
          </a:endParaRPr>
        </a:p>
      </dgm:t>
    </dgm:pt>
    <dgm:pt modelId="{8AAB99A3-7FDB-4DBC-BD8C-A7BF87D2EE9D}" type="sibTrans" cxnId="{82C9CD64-74CE-4782-8631-1B5D3926D1CD}">
      <dgm:prSet/>
      <dgm:spPr/>
      <dgm:t>
        <a:bodyPr/>
        <a:lstStyle/>
        <a:p>
          <a:endParaRPr lang="es-SV">
            <a:solidFill>
              <a:schemeClr val="bg1"/>
            </a:solidFill>
          </a:endParaRPr>
        </a:p>
      </dgm:t>
    </dgm:pt>
    <dgm:pt modelId="{6B865B4E-6F4D-48FD-8CCC-A1FFDEFE720D}" type="pres">
      <dgm:prSet presAssocID="{90E57BAE-EF74-43B3-9C34-B2D3E881046D}" presName="rootnode" presStyleCnt="0">
        <dgm:presLayoutVars>
          <dgm:chMax/>
          <dgm:chPref/>
          <dgm:dir/>
          <dgm:animLvl val="lvl"/>
        </dgm:presLayoutVars>
      </dgm:prSet>
      <dgm:spPr/>
    </dgm:pt>
    <dgm:pt modelId="{4451A183-214C-40D2-A195-F6536C24B6E1}" type="pres">
      <dgm:prSet presAssocID="{6C55E3BE-746B-455F-B000-E484211C18C5}" presName="composite" presStyleCnt="0"/>
      <dgm:spPr/>
    </dgm:pt>
    <dgm:pt modelId="{671B1B8F-0D93-41DA-A902-E2C10C9B897D}" type="pres">
      <dgm:prSet presAssocID="{6C55E3BE-746B-455F-B000-E484211C18C5}" presName="LShape" presStyleLbl="alignNode1" presStyleIdx="0" presStyleCnt="7"/>
      <dgm:spPr/>
    </dgm:pt>
    <dgm:pt modelId="{BCB3A4D9-7D15-4F34-9644-C0FE4E2D243C}" type="pres">
      <dgm:prSet presAssocID="{6C55E3BE-746B-455F-B000-E484211C18C5}" presName="ParentText" presStyleLbl="revTx" presStyleIdx="0" presStyleCnt="4">
        <dgm:presLayoutVars>
          <dgm:chMax val="0"/>
          <dgm:chPref val="0"/>
          <dgm:bulletEnabled val="1"/>
        </dgm:presLayoutVars>
      </dgm:prSet>
      <dgm:spPr/>
    </dgm:pt>
    <dgm:pt modelId="{E1F1948C-2E0E-4EB7-B119-0F8AB294B5E5}" type="pres">
      <dgm:prSet presAssocID="{6C55E3BE-746B-455F-B000-E484211C18C5}" presName="Triangle" presStyleLbl="alignNode1" presStyleIdx="1" presStyleCnt="7"/>
      <dgm:spPr/>
    </dgm:pt>
    <dgm:pt modelId="{5716D878-A329-4CE1-AB83-F025E124CB9E}" type="pres">
      <dgm:prSet presAssocID="{72880EBA-733A-4707-8EC8-0392B1522D9D}" presName="sibTrans" presStyleCnt="0"/>
      <dgm:spPr/>
    </dgm:pt>
    <dgm:pt modelId="{C73B64EC-D6D6-4441-BDA3-E787BD1A182A}" type="pres">
      <dgm:prSet presAssocID="{72880EBA-733A-4707-8EC8-0392B1522D9D}" presName="space" presStyleCnt="0"/>
      <dgm:spPr/>
    </dgm:pt>
    <dgm:pt modelId="{ACD48865-9A6F-41C1-88AD-5CAE1CA25C10}" type="pres">
      <dgm:prSet presAssocID="{AEED9B0B-673D-4DFA-80B0-2D9C2A61BB46}" presName="composite" presStyleCnt="0"/>
      <dgm:spPr/>
    </dgm:pt>
    <dgm:pt modelId="{1273A0D6-878F-4D0E-9EF7-65113C72BBA6}" type="pres">
      <dgm:prSet presAssocID="{AEED9B0B-673D-4DFA-80B0-2D9C2A61BB46}" presName="LShape" presStyleLbl="alignNode1" presStyleIdx="2" presStyleCnt="7"/>
      <dgm:spPr/>
    </dgm:pt>
    <dgm:pt modelId="{1F032816-635E-4B7D-A873-AF308CD6E61B}" type="pres">
      <dgm:prSet presAssocID="{AEED9B0B-673D-4DFA-80B0-2D9C2A61BB46}" presName="ParentText" presStyleLbl="revTx" presStyleIdx="1" presStyleCnt="4">
        <dgm:presLayoutVars>
          <dgm:chMax val="0"/>
          <dgm:chPref val="0"/>
          <dgm:bulletEnabled val="1"/>
        </dgm:presLayoutVars>
      </dgm:prSet>
      <dgm:spPr/>
    </dgm:pt>
    <dgm:pt modelId="{F7F38249-4675-4E55-A088-9150BC012D5F}" type="pres">
      <dgm:prSet presAssocID="{AEED9B0B-673D-4DFA-80B0-2D9C2A61BB46}" presName="Triangle" presStyleLbl="alignNode1" presStyleIdx="3" presStyleCnt="7"/>
      <dgm:spPr/>
    </dgm:pt>
    <dgm:pt modelId="{C40E5DF3-4F29-4F32-8741-00128F2958CC}" type="pres">
      <dgm:prSet presAssocID="{F5C6A7F3-33AD-401E-9405-BA1D5D8F7195}" presName="sibTrans" presStyleCnt="0"/>
      <dgm:spPr/>
    </dgm:pt>
    <dgm:pt modelId="{6FD3B7AD-5653-43BB-915D-6F293F31F94F}" type="pres">
      <dgm:prSet presAssocID="{F5C6A7F3-33AD-401E-9405-BA1D5D8F7195}" presName="space" presStyleCnt="0"/>
      <dgm:spPr/>
    </dgm:pt>
    <dgm:pt modelId="{9981733B-0814-4A58-9321-1F4BC67A0C59}" type="pres">
      <dgm:prSet presAssocID="{0E848038-A6CC-4DFF-8EA6-2085F4AA93E1}" presName="composite" presStyleCnt="0"/>
      <dgm:spPr/>
    </dgm:pt>
    <dgm:pt modelId="{083E5F87-CD53-4840-B19A-4CA5F73E1211}" type="pres">
      <dgm:prSet presAssocID="{0E848038-A6CC-4DFF-8EA6-2085F4AA93E1}" presName="LShape" presStyleLbl="alignNode1" presStyleIdx="4" presStyleCnt="7"/>
      <dgm:spPr/>
    </dgm:pt>
    <dgm:pt modelId="{EE00BE1D-52B7-43D5-B8A3-31F2186811C1}" type="pres">
      <dgm:prSet presAssocID="{0E848038-A6CC-4DFF-8EA6-2085F4AA93E1}" presName="ParentText" presStyleLbl="revTx" presStyleIdx="2" presStyleCnt="4">
        <dgm:presLayoutVars>
          <dgm:chMax val="0"/>
          <dgm:chPref val="0"/>
          <dgm:bulletEnabled val="1"/>
        </dgm:presLayoutVars>
      </dgm:prSet>
      <dgm:spPr/>
    </dgm:pt>
    <dgm:pt modelId="{194B2006-CAAF-4E17-BF52-9C6208A0AC27}" type="pres">
      <dgm:prSet presAssocID="{0E848038-A6CC-4DFF-8EA6-2085F4AA93E1}" presName="Triangle" presStyleLbl="alignNode1" presStyleIdx="5" presStyleCnt="7"/>
      <dgm:spPr/>
    </dgm:pt>
    <dgm:pt modelId="{0949501E-5535-4653-BD51-5DD8DB089C11}" type="pres">
      <dgm:prSet presAssocID="{FEA43F5C-F1C1-49A3-BC09-8234DADF5E63}" presName="sibTrans" presStyleCnt="0"/>
      <dgm:spPr/>
    </dgm:pt>
    <dgm:pt modelId="{42BF94AB-A2F6-4356-94A1-ACE39F99BE4F}" type="pres">
      <dgm:prSet presAssocID="{FEA43F5C-F1C1-49A3-BC09-8234DADF5E63}" presName="space" presStyleCnt="0"/>
      <dgm:spPr/>
    </dgm:pt>
    <dgm:pt modelId="{018BB7D6-E638-4B2C-AF98-F30EE0381241}" type="pres">
      <dgm:prSet presAssocID="{CAEA3476-39D3-4EE8-9E26-5F3497E65B75}" presName="composite" presStyleCnt="0"/>
      <dgm:spPr/>
    </dgm:pt>
    <dgm:pt modelId="{14BF8656-3C1C-4F6A-BF89-97A78B1C008B}" type="pres">
      <dgm:prSet presAssocID="{CAEA3476-39D3-4EE8-9E26-5F3497E65B75}" presName="LShape" presStyleLbl="alignNode1" presStyleIdx="6" presStyleCnt="7"/>
      <dgm:spPr/>
    </dgm:pt>
    <dgm:pt modelId="{F58F827A-4594-46E9-A0FE-A1BED65A3AC0}" type="pres">
      <dgm:prSet presAssocID="{CAEA3476-39D3-4EE8-9E26-5F3497E65B75}" presName="ParentText" presStyleLbl="revTx" presStyleIdx="3" presStyleCnt="4">
        <dgm:presLayoutVars>
          <dgm:chMax val="0"/>
          <dgm:chPref val="0"/>
          <dgm:bulletEnabled val="1"/>
        </dgm:presLayoutVars>
      </dgm:prSet>
      <dgm:spPr/>
    </dgm:pt>
  </dgm:ptLst>
  <dgm:cxnLst>
    <dgm:cxn modelId="{9905C70B-913C-4110-8336-D6B54A97CC93}" type="presOf" srcId="{87C319B7-9F7C-4B13-8BD7-38FCEAC83D4F}" destId="{BCB3A4D9-7D15-4F34-9644-C0FE4E2D243C}" srcOrd="0" destOrd="1" presId="urn:microsoft.com/office/officeart/2009/3/layout/StepUpProcess"/>
    <dgm:cxn modelId="{64777D0C-2225-4045-8C4D-98E8D5FC8998}" type="presOf" srcId="{BE551A1E-173D-4275-BB30-A169D6960472}" destId="{F58F827A-4594-46E9-A0FE-A1BED65A3AC0}" srcOrd="0" destOrd="1" presId="urn:microsoft.com/office/officeart/2009/3/layout/StepUpProcess"/>
    <dgm:cxn modelId="{E949CC10-BB60-462A-B5DA-7F5CD5FA7A53}" type="presOf" srcId="{0E848038-A6CC-4DFF-8EA6-2085F4AA93E1}" destId="{EE00BE1D-52B7-43D5-B8A3-31F2186811C1}" srcOrd="0" destOrd="0" presId="urn:microsoft.com/office/officeart/2009/3/layout/StepUpProcess"/>
    <dgm:cxn modelId="{EAD15F15-2A98-4DFF-9ED3-C4FBA4EF1E20}" srcId="{0E848038-A6CC-4DFF-8EA6-2085F4AA93E1}" destId="{80E7D88C-9F29-4A4C-8348-226199FE5593}" srcOrd="0" destOrd="0" parTransId="{19177106-072C-4DB3-BFD2-E87089167452}" sibTransId="{123AC515-88F4-4904-AE4C-CAFED451017D}"/>
    <dgm:cxn modelId="{2468EB15-3660-4B7D-92FA-A60DBC16F94A}" type="presOf" srcId="{90E57BAE-EF74-43B3-9C34-B2D3E881046D}" destId="{6B865B4E-6F4D-48FD-8CCC-A1FFDEFE720D}" srcOrd="0" destOrd="0" presId="urn:microsoft.com/office/officeart/2009/3/layout/StepUpProcess"/>
    <dgm:cxn modelId="{4D472E34-E797-4F78-ABE6-A3E741FCC752}" srcId="{90E57BAE-EF74-43B3-9C34-B2D3E881046D}" destId="{0E848038-A6CC-4DFF-8EA6-2085F4AA93E1}" srcOrd="2" destOrd="0" parTransId="{72998724-8847-4D65-91F0-248991463675}" sibTransId="{FEA43F5C-F1C1-49A3-BC09-8234DADF5E63}"/>
    <dgm:cxn modelId="{C9F55642-7E9A-44B1-BD0C-27F2B0C28318}" srcId="{AEED9B0B-673D-4DFA-80B0-2D9C2A61BB46}" destId="{427C409A-B4B6-4CFE-B0CF-8D4A606F6BD5}" srcOrd="0" destOrd="0" parTransId="{E5386156-0BE5-4314-A65C-4F8A9CCD5AE8}" sibTransId="{5E34B52E-624E-4163-8E92-461C18A50F66}"/>
    <dgm:cxn modelId="{82C9CD64-74CE-4782-8631-1B5D3926D1CD}" srcId="{CAEA3476-39D3-4EE8-9E26-5F3497E65B75}" destId="{BE551A1E-173D-4275-BB30-A169D6960472}" srcOrd="0" destOrd="0" parTransId="{966D695F-7CE7-4788-951B-E1F7AAD1DDCD}" sibTransId="{8AAB99A3-7FDB-4DBC-BD8C-A7BF87D2EE9D}"/>
    <dgm:cxn modelId="{95894F4B-065E-4953-B0F3-57536BC7E874}" type="presOf" srcId="{AEED9B0B-673D-4DFA-80B0-2D9C2A61BB46}" destId="{1F032816-635E-4B7D-A873-AF308CD6E61B}" srcOrd="0" destOrd="0" presId="urn:microsoft.com/office/officeart/2009/3/layout/StepUpProcess"/>
    <dgm:cxn modelId="{E0139055-74AC-4BB3-B37D-73C415A4C00A}" type="presOf" srcId="{CAEA3476-39D3-4EE8-9E26-5F3497E65B75}" destId="{F58F827A-4594-46E9-A0FE-A1BED65A3AC0}" srcOrd="0" destOrd="0" presId="urn:microsoft.com/office/officeart/2009/3/layout/StepUpProcess"/>
    <dgm:cxn modelId="{1FEC828D-97E9-4D4A-823F-7AB0A7D4D255}" type="presOf" srcId="{427C409A-B4B6-4CFE-B0CF-8D4A606F6BD5}" destId="{1F032816-635E-4B7D-A873-AF308CD6E61B}" srcOrd="0" destOrd="1" presId="urn:microsoft.com/office/officeart/2009/3/layout/StepUpProcess"/>
    <dgm:cxn modelId="{D6107192-222A-42F3-8303-6313FAF9D614}" srcId="{90E57BAE-EF74-43B3-9C34-B2D3E881046D}" destId="{6C55E3BE-746B-455F-B000-E484211C18C5}" srcOrd="0" destOrd="0" parTransId="{7768E92F-E1D4-4E29-B8B6-9864D6EE157C}" sibTransId="{72880EBA-733A-4707-8EC8-0392B1522D9D}"/>
    <dgm:cxn modelId="{15842AB2-6231-4675-A3C8-E5155978988B}" type="presOf" srcId="{6C55E3BE-746B-455F-B000-E484211C18C5}" destId="{BCB3A4D9-7D15-4F34-9644-C0FE4E2D243C}" srcOrd="0" destOrd="0" presId="urn:microsoft.com/office/officeart/2009/3/layout/StepUpProcess"/>
    <dgm:cxn modelId="{79A17CC0-E8BC-4A4C-A0E7-625FF4F76D3A}" type="presOf" srcId="{80E7D88C-9F29-4A4C-8348-226199FE5593}" destId="{EE00BE1D-52B7-43D5-B8A3-31F2186811C1}" srcOrd="0" destOrd="1" presId="urn:microsoft.com/office/officeart/2009/3/layout/StepUpProcess"/>
    <dgm:cxn modelId="{46E3E7C9-A882-4622-85D8-60C22C0A49D1}" srcId="{90E57BAE-EF74-43B3-9C34-B2D3E881046D}" destId="{AEED9B0B-673D-4DFA-80B0-2D9C2A61BB46}" srcOrd="1" destOrd="0" parTransId="{508192B2-363C-45CE-988B-FDF00650F062}" sibTransId="{F5C6A7F3-33AD-401E-9405-BA1D5D8F7195}"/>
    <dgm:cxn modelId="{FD4DE6EA-918E-4256-8EF1-31D2ACA82CAF}" srcId="{90E57BAE-EF74-43B3-9C34-B2D3E881046D}" destId="{CAEA3476-39D3-4EE8-9E26-5F3497E65B75}" srcOrd="3" destOrd="0" parTransId="{78FBA773-FE38-46EF-BAE6-81FCC8992702}" sibTransId="{9B0BB766-8C93-4D0E-9CCD-D863671BDAAB}"/>
    <dgm:cxn modelId="{B1E154F4-1111-49FF-8CC7-C953FE4AB5F9}" srcId="{6C55E3BE-746B-455F-B000-E484211C18C5}" destId="{87C319B7-9F7C-4B13-8BD7-38FCEAC83D4F}" srcOrd="0" destOrd="0" parTransId="{97A6979B-2842-48DA-815D-EA3887154FE6}" sibTransId="{289EAD75-2D22-45B5-8DB1-4B75F80A28DC}"/>
    <dgm:cxn modelId="{529176E3-5C9A-4916-A292-1F3AF118326E}" type="presParOf" srcId="{6B865B4E-6F4D-48FD-8CCC-A1FFDEFE720D}" destId="{4451A183-214C-40D2-A195-F6536C24B6E1}" srcOrd="0" destOrd="0" presId="urn:microsoft.com/office/officeart/2009/3/layout/StepUpProcess"/>
    <dgm:cxn modelId="{32D47463-2245-4522-906D-7A2487E7C152}" type="presParOf" srcId="{4451A183-214C-40D2-A195-F6536C24B6E1}" destId="{671B1B8F-0D93-41DA-A902-E2C10C9B897D}" srcOrd="0" destOrd="0" presId="urn:microsoft.com/office/officeart/2009/3/layout/StepUpProcess"/>
    <dgm:cxn modelId="{C4287BEB-5CB3-4D68-BA93-0AB2F530745A}" type="presParOf" srcId="{4451A183-214C-40D2-A195-F6536C24B6E1}" destId="{BCB3A4D9-7D15-4F34-9644-C0FE4E2D243C}" srcOrd="1" destOrd="0" presId="urn:microsoft.com/office/officeart/2009/3/layout/StepUpProcess"/>
    <dgm:cxn modelId="{82F74864-41DF-4443-BC41-55DD093F7DEF}" type="presParOf" srcId="{4451A183-214C-40D2-A195-F6536C24B6E1}" destId="{E1F1948C-2E0E-4EB7-B119-0F8AB294B5E5}" srcOrd="2" destOrd="0" presId="urn:microsoft.com/office/officeart/2009/3/layout/StepUpProcess"/>
    <dgm:cxn modelId="{F23B8DE9-D6F2-472B-8F8A-F12214943877}" type="presParOf" srcId="{6B865B4E-6F4D-48FD-8CCC-A1FFDEFE720D}" destId="{5716D878-A329-4CE1-AB83-F025E124CB9E}" srcOrd="1" destOrd="0" presId="urn:microsoft.com/office/officeart/2009/3/layout/StepUpProcess"/>
    <dgm:cxn modelId="{C5752247-3D9E-4F40-9666-55CE3AA72496}" type="presParOf" srcId="{5716D878-A329-4CE1-AB83-F025E124CB9E}" destId="{C73B64EC-D6D6-4441-BDA3-E787BD1A182A}" srcOrd="0" destOrd="0" presId="urn:microsoft.com/office/officeart/2009/3/layout/StepUpProcess"/>
    <dgm:cxn modelId="{B87006D2-E031-400E-A14F-3FD97098C4FC}" type="presParOf" srcId="{6B865B4E-6F4D-48FD-8CCC-A1FFDEFE720D}" destId="{ACD48865-9A6F-41C1-88AD-5CAE1CA25C10}" srcOrd="2" destOrd="0" presId="urn:microsoft.com/office/officeart/2009/3/layout/StepUpProcess"/>
    <dgm:cxn modelId="{64F48A00-5A19-458C-81D8-01F07DA16B5B}" type="presParOf" srcId="{ACD48865-9A6F-41C1-88AD-5CAE1CA25C10}" destId="{1273A0D6-878F-4D0E-9EF7-65113C72BBA6}" srcOrd="0" destOrd="0" presId="urn:microsoft.com/office/officeart/2009/3/layout/StepUpProcess"/>
    <dgm:cxn modelId="{DEAFD3FD-1963-443B-9408-392F252A99E9}" type="presParOf" srcId="{ACD48865-9A6F-41C1-88AD-5CAE1CA25C10}" destId="{1F032816-635E-4B7D-A873-AF308CD6E61B}" srcOrd="1" destOrd="0" presId="urn:microsoft.com/office/officeart/2009/3/layout/StepUpProcess"/>
    <dgm:cxn modelId="{F846955A-8DDD-4DA9-AC52-1B268C4974CF}" type="presParOf" srcId="{ACD48865-9A6F-41C1-88AD-5CAE1CA25C10}" destId="{F7F38249-4675-4E55-A088-9150BC012D5F}" srcOrd="2" destOrd="0" presId="urn:microsoft.com/office/officeart/2009/3/layout/StepUpProcess"/>
    <dgm:cxn modelId="{A0AFFCED-8723-4A5A-8FD7-EADDC4E7070F}" type="presParOf" srcId="{6B865B4E-6F4D-48FD-8CCC-A1FFDEFE720D}" destId="{C40E5DF3-4F29-4F32-8741-00128F2958CC}" srcOrd="3" destOrd="0" presId="urn:microsoft.com/office/officeart/2009/3/layout/StepUpProcess"/>
    <dgm:cxn modelId="{F0ED9E4C-47A2-4EBD-B796-B086C4865E52}" type="presParOf" srcId="{C40E5DF3-4F29-4F32-8741-00128F2958CC}" destId="{6FD3B7AD-5653-43BB-915D-6F293F31F94F}" srcOrd="0" destOrd="0" presId="urn:microsoft.com/office/officeart/2009/3/layout/StepUpProcess"/>
    <dgm:cxn modelId="{F9B28A0C-4FD5-4C1C-8520-CEFBF3C22447}" type="presParOf" srcId="{6B865B4E-6F4D-48FD-8CCC-A1FFDEFE720D}" destId="{9981733B-0814-4A58-9321-1F4BC67A0C59}" srcOrd="4" destOrd="0" presId="urn:microsoft.com/office/officeart/2009/3/layout/StepUpProcess"/>
    <dgm:cxn modelId="{33DE68D6-3CEC-48AE-99B0-9285BBA531D9}" type="presParOf" srcId="{9981733B-0814-4A58-9321-1F4BC67A0C59}" destId="{083E5F87-CD53-4840-B19A-4CA5F73E1211}" srcOrd="0" destOrd="0" presId="urn:microsoft.com/office/officeart/2009/3/layout/StepUpProcess"/>
    <dgm:cxn modelId="{CF4868F4-212B-4F6E-A6CA-462AC222A706}" type="presParOf" srcId="{9981733B-0814-4A58-9321-1F4BC67A0C59}" destId="{EE00BE1D-52B7-43D5-B8A3-31F2186811C1}" srcOrd="1" destOrd="0" presId="urn:microsoft.com/office/officeart/2009/3/layout/StepUpProcess"/>
    <dgm:cxn modelId="{F706054A-BD35-40EE-97E4-A755218A0C9A}" type="presParOf" srcId="{9981733B-0814-4A58-9321-1F4BC67A0C59}" destId="{194B2006-CAAF-4E17-BF52-9C6208A0AC27}" srcOrd="2" destOrd="0" presId="urn:microsoft.com/office/officeart/2009/3/layout/StepUpProcess"/>
    <dgm:cxn modelId="{309A1599-8779-449F-AAB0-FD53250F88EF}" type="presParOf" srcId="{6B865B4E-6F4D-48FD-8CCC-A1FFDEFE720D}" destId="{0949501E-5535-4653-BD51-5DD8DB089C11}" srcOrd="5" destOrd="0" presId="urn:microsoft.com/office/officeart/2009/3/layout/StepUpProcess"/>
    <dgm:cxn modelId="{444CA9CC-B6E3-4CA4-8D0B-279D9F73E3E5}" type="presParOf" srcId="{0949501E-5535-4653-BD51-5DD8DB089C11}" destId="{42BF94AB-A2F6-4356-94A1-ACE39F99BE4F}" srcOrd="0" destOrd="0" presId="urn:microsoft.com/office/officeart/2009/3/layout/StepUpProcess"/>
    <dgm:cxn modelId="{50D08B39-C318-45DC-B1FA-59E9EDB9D542}" type="presParOf" srcId="{6B865B4E-6F4D-48FD-8CCC-A1FFDEFE720D}" destId="{018BB7D6-E638-4B2C-AF98-F30EE0381241}" srcOrd="6" destOrd="0" presId="urn:microsoft.com/office/officeart/2009/3/layout/StepUpProcess"/>
    <dgm:cxn modelId="{E32663AC-4795-430A-ADED-AD63F4BE2930}" type="presParOf" srcId="{018BB7D6-E638-4B2C-AF98-F30EE0381241}" destId="{14BF8656-3C1C-4F6A-BF89-97A78B1C008B}" srcOrd="0" destOrd="0" presId="urn:microsoft.com/office/officeart/2009/3/layout/StepUpProcess"/>
    <dgm:cxn modelId="{654D56DE-572C-4479-90B8-D73738B6F953}" type="presParOf" srcId="{018BB7D6-E638-4B2C-AF98-F30EE0381241}" destId="{F58F827A-4594-46E9-A0FE-A1BED65A3AC0}" srcOrd="1" destOrd="0" presId="urn:microsoft.com/office/officeart/2009/3/layout/StepUp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8725B89-04E1-4652-9983-A51B5BDE1D51}" type="doc">
      <dgm:prSet loTypeId="urn:microsoft.com/office/officeart/2005/8/layout/hProcess4" loCatId="process" qsTypeId="urn:microsoft.com/office/officeart/2005/8/quickstyle/simple1" qsCatId="simple" csTypeId="urn:microsoft.com/office/officeart/2005/8/colors/accent1_3" csCatId="accent1" phldr="1"/>
      <dgm:spPr/>
    </dgm:pt>
    <dgm:pt modelId="{85B26C8A-48F7-4646-ABF9-D8F0171FA574}">
      <dgm:prSet phldrT="[Texto]"/>
      <dgm:spPr/>
      <dgm:t>
        <a:bodyPr/>
        <a:lstStyle/>
        <a:p>
          <a:r>
            <a:rPr lang="es-SV" dirty="0"/>
            <a:t>Descriptiva</a:t>
          </a:r>
        </a:p>
      </dgm:t>
    </dgm:pt>
    <dgm:pt modelId="{517108E5-74D6-493F-813D-9757309EDD8B}" type="parTrans" cxnId="{03483C56-2075-4A3A-A973-950842742064}">
      <dgm:prSet/>
      <dgm:spPr/>
      <dgm:t>
        <a:bodyPr/>
        <a:lstStyle/>
        <a:p>
          <a:endParaRPr lang="es-SV"/>
        </a:p>
      </dgm:t>
    </dgm:pt>
    <dgm:pt modelId="{30F6CEFB-B1E1-4A22-B04D-E1C49585008C}" type="sibTrans" cxnId="{03483C56-2075-4A3A-A973-950842742064}">
      <dgm:prSet/>
      <dgm:spPr/>
      <dgm:t>
        <a:bodyPr/>
        <a:lstStyle/>
        <a:p>
          <a:endParaRPr lang="es-SV"/>
        </a:p>
      </dgm:t>
    </dgm:pt>
    <dgm:pt modelId="{E07468CF-9770-4D0A-8F68-5A140265CE1A}">
      <dgm:prSet phldrT="[Texto]"/>
      <dgm:spPr/>
      <dgm:t>
        <a:bodyPr/>
        <a:lstStyle/>
        <a:p>
          <a:r>
            <a:rPr lang="es-MX" b="0" i="0" dirty="0"/>
            <a:t>Entender el comportamiento de compra de los clientes.</a:t>
          </a:r>
          <a:endParaRPr lang="es-SV" dirty="0"/>
        </a:p>
      </dgm:t>
    </dgm:pt>
    <dgm:pt modelId="{987AA7C9-9411-453F-ACE9-DA4761B5E171}" type="parTrans" cxnId="{57B41C81-88C4-4F8C-9E7B-F3F8CF15EB4D}">
      <dgm:prSet/>
      <dgm:spPr/>
      <dgm:t>
        <a:bodyPr/>
        <a:lstStyle/>
        <a:p>
          <a:endParaRPr lang="es-SV"/>
        </a:p>
      </dgm:t>
    </dgm:pt>
    <dgm:pt modelId="{6C178667-D61C-417D-8D38-C4359F4B1AA1}" type="sibTrans" cxnId="{57B41C81-88C4-4F8C-9E7B-F3F8CF15EB4D}">
      <dgm:prSet/>
      <dgm:spPr/>
      <dgm:t>
        <a:bodyPr/>
        <a:lstStyle/>
        <a:p>
          <a:endParaRPr lang="es-SV"/>
        </a:p>
      </dgm:t>
    </dgm:pt>
    <dgm:pt modelId="{0B670140-C7B7-4D4E-B55D-0DDF37290528}">
      <dgm:prSet phldrT="[Texto]"/>
      <dgm:spPr/>
      <dgm:t>
        <a:bodyPr/>
        <a:lstStyle/>
        <a:p>
          <a:r>
            <a:rPr lang="es-SV" b="1" i="0" dirty="0"/>
            <a:t>Diagnóstica</a:t>
          </a:r>
          <a:endParaRPr lang="es-SV" dirty="0"/>
        </a:p>
      </dgm:t>
    </dgm:pt>
    <dgm:pt modelId="{3A63D0AB-8F46-4060-9245-1BF36EED12E4}" type="parTrans" cxnId="{00E8657E-9F8D-46E1-B67A-E4D468B0BF85}">
      <dgm:prSet/>
      <dgm:spPr/>
      <dgm:t>
        <a:bodyPr/>
        <a:lstStyle/>
        <a:p>
          <a:endParaRPr lang="es-SV"/>
        </a:p>
      </dgm:t>
    </dgm:pt>
    <dgm:pt modelId="{19F80C1D-8544-43F2-92D3-BE6969E1A0DB}" type="sibTrans" cxnId="{00E8657E-9F8D-46E1-B67A-E4D468B0BF85}">
      <dgm:prSet/>
      <dgm:spPr/>
      <dgm:t>
        <a:bodyPr/>
        <a:lstStyle/>
        <a:p>
          <a:endParaRPr lang="es-SV"/>
        </a:p>
      </dgm:t>
    </dgm:pt>
    <dgm:pt modelId="{E5659A21-9716-43C2-B5F7-9F5ABC1801FB}">
      <dgm:prSet phldrT="[Texto]"/>
      <dgm:spPr/>
      <dgm:t>
        <a:bodyPr/>
        <a:lstStyle/>
        <a:p>
          <a:r>
            <a:rPr lang="es-MX" b="0" i="1" dirty="0"/>
            <a:t>La empresa analiza los datos históricos de ventas para identificar patrones de compra. Descubren que las ventas aumentan significativamente durante los fines de semana y que ciertos productos son más populares en diferentes épocas del año.</a:t>
          </a:r>
          <a:endParaRPr lang="es-SV" i="1" dirty="0"/>
        </a:p>
      </dgm:t>
    </dgm:pt>
    <dgm:pt modelId="{CDA8199E-0B17-46AD-9395-A8003218C439}" type="parTrans" cxnId="{B0A8A8C3-9DD7-4E0F-BEB1-2E839E7900DE}">
      <dgm:prSet/>
      <dgm:spPr/>
      <dgm:t>
        <a:bodyPr/>
        <a:lstStyle/>
        <a:p>
          <a:endParaRPr lang="es-SV"/>
        </a:p>
      </dgm:t>
    </dgm:pt>
    <dgm:pt modelId="{42C92E0A-93C4-4AB2-AA4D-B906D065925E}" type="sibTrans" cxnId="{B0A8A8C3-9DD7-4E0F-BEB1-2E839E7900DE}">
      <dgm:prSet/>
      <dgm:spPr/>
      <dgm:t>
        <a:bodyPr/>
        <a:lstStyle/>
        <a:p>
          <a:endParaRPr lang="es-SV"/>
        </a:p>
      </dgm:t>
    </dgm:pt>
    <dgm:pt modelId="{5C39264C-ABB5-428D-A78F-E8E8B035AAF5}">
      <dgm:prSet phldrT="[Texto]"/>
      <dgm:spPr/>
      <dgm:t>
        <a:bodyPr/>
        <a:lstStyle/>
        <a:p>
          <a:r>
            <a:rPr lang="es-MX" b="0" i="0"/>
            <a:t>Determinar las causas detrás de los patrones observados</a:t>
          </a:r>
          <a:endParaRPr lang="es-SV" dirty="0"/>
        </a:p>
      </dgm:t>
    </dgm:pt>
    <dgm:pt modelId="{AC40B2B3-957B-49A0-A37C-4AC8C72E8724}" type="parTrans" cxnId="{72F6D836-8E1E-4F22-87A4-96947057AEB2}">
      <dgm:prSet/>
      <dgm:spPr/>
      <dgm:t>
        <a:bodyPr/>
        <a:lstStyle/>
        <a:p>
          <a:endParaRPr lang="es-SV"/>
        </a:p>
      </dgm:t>
    </dgm:pt>
    <dgm:pt modelId="{F08EDEFB-69FC-4063-A8AB-7230A2806D0C}" type="sibTrans" cxnId="{72F6D836-8E1E-4F22-87A4-96947057AEB2}">
      <dgm:prSet/>
      <dgm:spPr/>
      <dgm:t>
        <a:bodyPr/>
        <a:lstStyle/>
        <a:p>
          <a:endParaRPr lang="es-SV"/>
        </a:p>
      </dgm:t>
    </dgm:pt>
    <dgm:pt modelId="{3196D912-F34D-45DF-AB07-C948F61AF5BB}">
      <dgm:prSet phldrT="[Texto]"/>
      <dgm:spPr/>
      <dgm:t>
        <a:bodyPr/>
        <a:lstStyle/>
        <a:p>
          <a:r>
            <a:rPr lang="es-MX" b="0" i="0"/>
            <a:t>La empresa investiga por qué las ventas aumentan los fines de semana. Analizan factores como las campañas de marketing, las promociones y el tráfico web. Descubren que las promociones especiales y los envíos gratuitos durante los fines de semana son las principales razones del aumento en las ventas</a:t>
          </a:r>
          <a:endParaRPr lang="es-SV" dirty="0"/>
        </a:p>
      </dgm:t>
    </dgm:pt>
    <dgm:pt modelId="{9A9283F3-6F0E-471C-AB8B-965E10DE1949}" type="parTrans" cxnId="{CC316AF8-B7A3-4FAF-8DF8-C53806C93DB5}">
      <dgm:prSet/>
      <dgm:spPr/>
      <dgm:t>
        <a:bodyPr/>
        <a:lstStyle/>
        <a:p>
          <a:endParaRPr lang="es-SV"/>
        </a:p>
      </dgm:t>
    </dgm:pt>
    <dgm:pt modelId="{95C34C35-7A28-4F39-9C6D-85C172C54DB7}" type="sibTrans" cxnId="{CC316AF8-B7A3-4FAF-8DF8-C53806C93DB5}">
      <dgm:prSet/>
      <dgm:spPr/>
      <dgm:t>
        <a:bodyPr/>
        <a:lstStyle/>
        <a:p>
          <a:endParaRPr lang="es-SV"/>
        </a:p>
      </dgm:t>
    </dgm:pt>
    <dgm:pt modelId="{A6A0D851-F52F-4308-B184-D7EAA6119470}">
      <dgm:prSet phldrT="[Texto]"/>
      <dgm:spPr/>
      <dgm:t>
        <a:bodyPr/>
        <a:lstStyle/>
        <a:p>
          <a:r>
            <a:rPr lang="es-SV" b="1" i="0"/>
            <a:t>Predictiva</a:t>
          </a:r>
          <a:endParaRPr lang="es-SV" dirty="0"/>
        </a:p>
      </dgm:t>
    </dgm:pt>
    <dgm:pt modelId="{94A6FE93-79DE-4C78-89B9-CB3B54A2525E}" type="parTrans" cxnId="{3EBDEAB2-E838-470D-9554-48C84D31C759}">
      <dgm:prSet/>
      <dgm:spPr/>
      <dgm:t>
        <a:bodyPr/>
        <a:lstStyle/>
        <a:p>
          <a:endParaRPr lang="es-SV"/>
        </a:p>
      </dgm:t>
    </dgm:pt>
    <dgm:pt modelId="{BD046AFA-899F-4A5C-9229-25AA06DF300E}" type="sibTrans" cxnId="{3EBDEAB2-E838-470D-9554-48C84D31C759}">
      <dgm:prSet/>
      <dgm:spPr/>
      <dgm:t>
        <a:bodyPr/>
        <a:lstStyle/>
        <a:p>
          <a:endParaRPr lang="es-SV"/>
        </a:p>
      </dgm:t>
    </dgm:pt>
    <dgm:pt modelId="{F25D57F4-3B74-418E-890E-627CCF51A36A}">
      <dgm:prSet phldrT="[Texto]"/>
      <dgm:spPr/>
      <dgm:t>
        <a:bodyPr/>
        <a:lstStyle/>
        <a:p>
          <a:r>
            <a:rPr lang="es-SV" b="0" i="0"/>
            <a:t>Predecir futuros comportamientos de compra</a:t>
          </a:r>
          <a:endParaRPr lang="es-SV" dirty="0"/>
        </a:p>
      </dgm:t>
    </dgm:pt>
    <dgm:pt modelId="{E096912D-3C3B-44A3-9162-4F245A568CA5}" type="parTrans" cxnId="{6F56FA02-8905-4D69-B499-D2BC29E104D7}">
      <dgm:prSet/>
      <dgm:spPr/>
      <dgm:t>
        <a:bodyPr/>
        <a:lstStyle/>
        <a:p>
          <a:endParaRPr lang="es-SV"/>
        </a:p>
      </dgm:t>
    </dgm:pt>
    <dgm:pt modelId="{7621E5EA-8F1E-4859-B1BB-CADC9358AC08}" type="sibTrans" cxnId="{6F56FA02-8905-4D69-B499-D2BC29E104D7}">
      <dgm:prSet/>
      <dgm:spPr/>
      <dgm:t>
        <a:bodyPr/>
        <a:lstStyle/>
        <a:p>
          <a:endParaRPr lang="es-SV"/>
        </a:p>
      </dgm:t>
    </dgm:pt>
    <dgm:pt modelId="{C60B5F7E-61EC-4A3E-B815-294066F60E7C}">
      <dgm:prSet phldrT="[Texto]"/>
      <dgm:spPr/>
      <dgm:t>
        <a:bodyPr/>
        <a:lstStyle/>
        <a:p>
          <a:r>
            <a:rPr lang="es-MX" b="0" i="0" dirty="0"/>
            <a:t>Utilizando modelos de machine </a:t>
          </a:r>
          <a:r>
            <a:rPr lang="es-MX" b="0" i="0" dirty="0" err="1"/>
            <a:t>learning</a:t>
          </a:r>
          <a:r>
            <a:rPr lang="es-MX" b="0" i="0" dirty="0"/>
            <a:t>, la empresa predice que las ventas de ciertos productos aumentarán durante la próxima temporada de vacaciones. También anticipan que los clientes que compraron productos específicos en el pasado tienen una alta probabilidad de realizar compras adicionales en las próximas semanas.</a:t>
          </a:r>
          <a:endParaRPr lang="es-SV" dirty="0"/>
        </a:p>
      </dgm:t>
    </dgm:pt>
    <dgm:pt modelId="{831F450E-33E0-435B-AB35-4DB12CE6CF2A}" type="parTrans" cxnId="{D08BF8BA-0E11-43AC-A0EA-9BB1B9EF0AB8}">
      <dgm:prSet/>
      <dgm:spPr/>
      <dgm:t>
        <a:bodyPr/>
        <a:lstStyle/>
        <a:p>
          <a:endParaRPr lang="es-SV"/>
        </a:p>
      </dgm:t>
    </dgm:pt>
    <dgm:pt modelId="{FF91BADA-AAF8-4BDA-BDF9-C8C95B003F72}" type="sibTrans" cxnId="{D08BF8BA-0E11-43AC-A0EA-9BB1B9EF0AB8}">
      <dgm:prSet/>
      <dgm:spPr/>
      <dgm:t>
        <a:bodyPr/>
        <a:lstStyle/>
        <a:p>
          <a:endParaRPr lang="es-SV"/>
        </a:p>
      </dgm:t>
    </dgm:pt>
    <dgm:pt modelId="{6D78296C-3B36-458D-A13D-35D8955161F2}">
      <dgm:prSet phldrT="[Texto]"/>
      <dgm:spPr/>
      <dgm:t>
        <a:bodyPr/>
        <a:lstStyle/>
        <a:p>
          <a:r>
            <a:rPr lang="es-SV" b="1" i="0"/>
            <a:t>Prescriptiva</a:t>
          </a:r>
          <a:endParaRPr lang="es-SV" dirty="0"/>
        </a:p>
      </dgm:t>
    </dgm:pt>
    <dgm:pt modelId="{522783AC-1FED-4CC9-99CC-EA62230997CD}" type="parTrans" cxnId="{D155D37C-F314-4F43-91D7-C87C5037E24E}">
      <dgm:prSet/>
      <dgm:spPr/>
      <dgm:t>
        <a:bodyPr/>
        <a:lstStyle/>
        <a:p>
          <a:endParaRPr lang="es-SV"/>
        </a:p>
      </dgm:t>
    </dgm:pt>
    <dgm:pt modelId="{C9D0B20C-A158-4718-B355-02CFBC33538F}" type="sibTrans" cxnId="{D155D37C-F314-4F43-91D7-C87C5037E24E}">
      <dgm:prSet/>
      <dgm:spPr/>
      <dgm:t>
        <a:bodyPr/>
        <a:lstStyle/>
        <a:p>
          <a:endParaRPr lang="es-SV"/>
        </a:p>
      </dgm:t>
    </dgm:pt>
    <dgm:pt modelId="{630E9591-2FC7-42BE-95E5-E84347928661}">
      <dgm:prSet phldrT="[Texto]"/>
      <dgm:spPr/>
      <dgm:t>
        <a:bodyPr/>
        <a:lstStyle/>
        <a:p>
          <a:r>
            <a:rPr lang="es-SV" b="0" i="0" dirty="0"/>
            <a:t>Recomendar acciones específicas para optimizar los resultados futuros</a:t>
          </a:r>
          <a:endParaRPr lang="es-SV" dirty="0"/>
        </a:p>
      </dgm:t>
    </dgm:pt>
    <dgm:pt modelId="{13EEE5B8-1D19-4A56-B46A-AF47D7F16CF3}" type="parTrans" cxnId="{AE0F5FAC-65EB-4E90-A4E9-0ED77168CF02}">
      <dgm:prSet/>
      <dgm:spPr/>
      <dgm:t>
        <a:bodyPr/>
        <a:lstStyle/>
        <a:p>
          <a:endParaRPr lang="es-SV"/>
        </a:p>
      </dgm:t>
    </dgm:pt>
    <dgm:pt modelId="{6126F8C3-A002-4D53-86D4-30DC31860EFC}" type="sibTrans" cxnId="{AE0F5FAC-65EB-4E90-A4E9-0ED77168CF02}">
      <dgm:prSet/>
      <dgm:spPr/>
      <dgm:t>
        <a:bodyPr/>
        <a:lstStyle/>
        <a:p>
          <a:endParaRPr lang="es-SV"/>
        </a:p>
      </dgm:t>
    </dgm:pt>
    <dgm:pt modelId="{30F6818F-CFE0-49B7-AED6-4950ADE2079C}">
      <dgm:prSet phldrT="[Texto]"/>
      <dgm:spPr/>
      <dgm:t>
        <a:bodyPr/>
        <a:lstStyle/>
        <a:p>
          <a:r>
            <a:rPr lang="es-MX" b="0" i="0"/>
            <a:t>Basándose en los análisis descriptivos, diagnósticos y predictivos, la empresa decide implementar varias estrategias. Recomiendan aumentar el inventario de los productos más populares antes de la temporada de vacaciones, lanzar campañas de marketing dirigidas a los clientes con alta probabilidad de compra y ofrecer promociones especiales durante los fines de semana para maximizar las ventas.</a:t>
          </a:r>
          <a:endParaRPr lang="es-SV" dirty="0"/>
        </a:p>
      </dgm:t>
    </dgm:pt>
    <dgm:pt modelId="{00D20E18-6432-43C7-BEAA-19F89A9103A7}" type="parTrans" cxnId="{2DF60193-42AF-4EC6-9A37-B61E0B8A6267}">
      <dgm:prSet/>
      <dgm:spPr/>
      <dgm:t>
        <a:bodyPr/>
        <a:lstStyle/>
        <a:p>
          <a:endParaRPr lang="es-SV"/>
        </a:p>
      </dgm:t>
    </dgm:pt>
    <dgm:pt modelId="{C60B52B0-AFBA-4D56-BB4A-100CF248685B}" type="sibTrans" cxnId="{2DF60193-42AF-4EC6-9A37-B61E0B8A6267}">
      <dgm:prSet/>
      <dgm:spPr/>
      <dgm:t>
        <a:bodyPr/>
        <a:lstStyle/>
        <a:p>
          <a:endParaRPr lang="es-SV"/>
        </a:p>
      </dgm:t>
    </dgm:pt>
    <dgm:pt modelId="{75684F5D-AAE5-4123-AD68-CB9AEB586418}" type="pres">
      <dgm:prSet presAssocID="{58725B89-04E1-4652-9983-A51B5BDE1D51}" presName="Name0" presStyleCnt="0">
        <dgm:presLayoutVars>
          <dgm:dir/>
          <dgm:animLvl val="lvl"/>
          <dgm:resizeHandles val="exact"/>
        </dgm:presLayoutVars>
      </dgm:prSet>
      <dgm:spPr/>
    </dgm:pt>
    <dgm:pt modelId="{61545DE6-8014-4A68-A444-5BD96F20B919}" type="pres">
      <dgm:prSet presAssocID="{58725B89-04E1-4652-9983-A51B5BDE1D51}" presName="tSp" presStyleCnt="0"/>
      <dgm:spPr/>
    </dgm:pt>
    <dgm:pt modelId="{4CDB13D2-9EE1-4ED1-BB17-CEFFA9C61D37}" type="pres">
      <dgm:prSet presAssocID="{58725B89-04E1-4652-9983-A51B5BDE1D51}" presName="bSp" presStyleCnt="0"/>
      <dgm:spPr/>
    </dgm:pt>
    <dgm:pt modelId="{94F0EFD6-569B-4D4E-804B-6E6ACDE6F666}" type="pres">
      <dgm:prSet presAssocID="{58725B89-04E1-4652-9983-A51B5BDE1D51}" presName="process" presStyleCnt="0"/>
      <dgm:spPr/>
    </dgm:pt>
    <dgm:pt modelId="{AF756EE8-EE02-4030-9FAF-7E25BCB628E3}" type="pres">
      <dgm:prSet presAssocID="{85B26C8A-48F7-4646-ABF9-D8F0171FA574}" presName="composite1" presStyleCnt="0"/>
      <dgm:spPr/>
    </dgm:pt>
    <dgm:pt modelId="{1822B9F3-A8B9-4384-8C3F-63FBDB514934}" type="pres">
      <dgm:prSet presAssocID="{85B26C8A-48F7-4646-ABF9-D8F0171FA574}" presName="dummyNode1" presStyleLbl="node1" presStyleIdx="0" presStyleCnt="4"/>
      <dgm:spPr/>
    </dgm:pt>
    <dgm:pt modelId="{9DF9A2A3-990D-4632-86F5-CE0CE35AD729}" type="pres">
      <dgm:prSet presAssocID="{85B26C8A-48F7-4646-ABF9-D8F0171FA574}" presName="childNode1" presStyleLbl="bgAcc1" presStyleIdx="0" presStyleCnt="4">
        <dgm:presLayoutVars>
          <dgm:bulletEnabled val="1"/>
        </dgm:presLayoutVars>
      </dgm:prSet>
      <dgm:spPr/>
    </dgm:pt>
    <dgm:pt modelId="{DCEEBA42-962A-484F-B24B-179B662252FF}" type="pres">
      <dgm:prSet presAssocID="{85B26C8A-48F7-4646-ABF9-D8F0171FA574}" presName="childNode1tx" presStyleLbl="bgAcc1" presStyleIdx="0" presStyleCnt="4">
        <dgm:presLayoutVars>
          <dgm:bulletEnabled val="1"/>
        </dgm:presLayoutVars>
      </dgm:prSet>
      <dgm:spPr/>
    </dgm:pt>
    <dgm:pt modelId="{19CE96CB-33A2-49ED-8743-55B06414ACC6}" type="pres">
      <dgm:prSet presAssocID="{85B26C8A-48F7-4646-ABF9-D8F0171FA574}" presName="parentNode1" presStyleLbl="node1" presStyleIdx="0" presStyleCnt="4">
        <dgm:presLayoutVars>
          <dgm:chMax val="1"/>
          <dgm:bulletEnabled val="1"/>
        </dgm:presLayoutVars>
      </dgm:prSet>
      <dgm:spPr/>
    </dgm:pt>
    <dgm:pt modelId="{87C3EC38-345E-427B-8750-B2CE28517080}" type="pres">
      <dgm:prSet presAssocID="{85B26C8A-48F7-4646-ABF9-D8F0171FA574}" presName="connSite1" presStyleCnt="0"/>
      <dgm:spPr/>
    </dgm:pt>
    <dgm:pt modelId="{064EA89C-8C9F-4B5D-B691-1D588A608BB7}" type="pres">
      <dgm:prSet presAssocID="{30F6CEFB-B1E1-4A22-B04D-E1C49585008C}" presName="Name9" presStyleLbl="sibTrans2D1" presStyleIdx="0" presStyleCnt="3"/>
      <dgm:spPr/>
    </dgm:pt>
    <dgm:pt modelId="{4B336679-57F4-4AF6-93FD-608434F0A26F}" type="pres">
      <dgm:prSet presAssocID="{0B670140-C7B7-4D4E-B55D-0DDF37290528}" presName="composite2" presStyleCnt="0"/>
      <dgm:spPr/>
    </dgm:pt>
    <dgm:pt modelId="{0E38BA0F-1AF4-4A20-83C4-FD559663B346}" type="pres">
      <dgm:prSet presAssocID="{0B670140-C7B7-4D4E-B55D-0DDF37290528}" presName="dummyNode2" presStyleLbl="node1" presStyleIdx="0" presStyleCnt="4"/>
      <dgm:spPr/>
    </dgm:pt>
    <dgm:pt modelId="{919A507C-DCD3-437A-A24E-DE62EE6884DF}" type="pres">
      <dgm:prSet presAssocID="{0B670140-C7B7-4D4E-B55D-0DDF37290528}" presName="childNode2" presStyleLbl="bgAcc1" presStyleIdx="1" presStyleCnt="4">
        <dgm:presLayoutVars>
          <dgm:bulletEnabled val="1"/>
        </dgm:presLayoutVars>
      </dgm:prSet>
      <dgm:spPr/>
    </dgm:pt>
    <dgm:pt modelId="{444B8068-68C1-4B5A-88A2-3A09CBDA4AB7}" type="pres">
      <dgm:prSet presAssocID="{0B670140-C7B7-4D4E-B55D-0DDF37290528}" presName="childNode2tx" presStyleLbl="bgAcc1" presStyleIdx="1" presStyleCnt="4">
        <dgm:presLayoutVars>
          <dgm:bulletEnabled val="1"/>
        </dgm:presLayoutVars>
      </dgm:prSet>
      <dgm:spPr/>
    </dgm:pt>
    <dgm:pt modelId="{8ECE8AF3-E7B7-4385-9F9E-5F24D5243882}" type="pres">
      <dgm:prSet presAssocID="{0B670140-C7B7-4D4E-B55D-0DDF37290528}" presName="parentNode2" presStyleLbl="node1" presStyleIdx="1" presStyleCnt="4">
        <dgm:presLayoutVars>
          <dgm:chMax val="0"/>
          <dgm:bulletEnabled val="1"/>
        </dgm:presLayoutVars>
      </dgm:prSet>
      <dgm:spPr/>
    </dgm:pt>
    <dgm:pt modelId="{47C161FD-50A6-43A6-8B43-90CC594B1EAE}" type="pres">
      <dgm:prSet presAssocID="{0B670140-C7B7-4D4E-B55D-0DDF37290528}" presName="connSite2" presStyleCnt="0"/>
      <dgm:spPr/>
    </dgm:pt>
    <dgm:pt modelId="{0E7BCE18-0B84-4E71-BB8A-8E66F547747A}" type="pres">
      <dgm:prSet presAssocID="{19F80C1D-8544-43F2-92D3-BE6969E1A0DB}" presName="Name18" presStyleLbl="sibTrans2D1" presStyleIdx="1" presStyleCnt="3"/>
      <dgm:spPr/>
    </dgm:pt>
    <dgm:pt modelId="{A6E5BB2C-FF87-4A85-8751-686ABB1747CB}" type="pres">
      <dgm:prSet presAssocID="{A6A0D851-F52F-4308-B184-D7EAA6119470}" presName="composite1" presStyleCnt="0"/>
      <dgm:spPr/>
    </dgm:pt>
    <dgm:pt modelId="{5157589A-898C-46E6-92FF-D7F890925D51}" type="pres">
      <dgm:prSet presAssocID="{A6A0D851-F52F-4308-B184-D7EAA6119470}" presName="dummyNode1" presStyleLbl="node1" presStyleIdx="1" presStyleCnt="4"/>
      <dgm:spPr/>
    </dgm:pt>
    <dgm:pt modelId="{E7639B62-4375-4244-87E1-8BF2289814A9}" type="pres">
      <dgm:prSet presAssocID="{A6A0D851-F52F-4308-B184-D7EAA6119470}" presName="childNode1" presStyleLbl="bgAcc1" presStyleIdx="2" presStyleCnt="4">
        <dgm:presLayoutVars>
          <dgm:bulletEnabled val="1"/>
        </dgm:presLayoutVars>
      </dgm:prSet>
      <dgm:spPr/>
    </dgm:pt>
    <dgm:pt modelId="{FEB02D61-80F4-4A51-A412-56077EF2D7B4}" type="pres">
      <dgm:prSet presAssocID="{A6A0D851-F52F-4308-B184-D7EAA6119470}" presName="childNode1tx" presStyleLbl="bgAcc1" presStyleIdx="2" presStyleCnt="4">
        <dgm:presLayoutVars>
          <dgm:bulletEnabled val="1"/>
        </dgm:presLayoutVars>
      </dgm:prSet>
      <dgm:spPr/>
    </dgm:pt>
    <dgm:pt modelId="{4C754F08-7BFC-4B5C-8A68-9C8A9E56BF02}" type="pres">
      <dgm:prSet presAssocID="{A6A0D851-F52F-4308-B184-D7EAA6119470}" presName="parentNode1" presStyleLbl="node1" presStyleIdx="2" presStyleCnt="4">
        <dgm:presLayoutVars>
          <dgm:chMax val="1"/>
          <dgm:bulletEnabled val="1"/>
        </dgm:presLayoutVars>
      </dgm:prSet>
      <dgm:spPr/>
    </dgm:pt>
    <dgm:pt modelId="{AE136196-3507-4CAA-ABE1-01DD8ED3B16D}" type="pres">
      <dgm:prSet presAssocID="{A6A0D851-F52F-4308-B184-D7EAA6119470}" presName="connSite1" presStyleCnt="0"/>
      <dgm:spPr/>
    </dgm:pt>
    <dgm:pt modelId="{AE77D7E0-AA9E-4F8D-B684-CC2FDF0F3772}" type="pres">
      <dgm:prSet presAssocID="{BD046AFA-899F-4A5C-9229-25AA06DF300E}" presName="Name9" presStyleLbl="sibTrans2D1" presStyleIdx="2" presStyleCnt="3"/>
      <dgm:spPr/>
    </dgm:pt>
    <dgm:pt modelId="{81240AA7-0036-4EAA-9B74-A32E917A91C9}" type="pres">
      <dgm:prSet presAssocID="{6D78296C-3B36-458D-A13D-35D8955161F2}" presName="composite2" presStyleCnt="0"/>
      <dgm:spPr/>
    </dgm:pt>
    <dgm:pt modelId="{DC7AA3C0-F673-40E2-8553-C0BB8EFD4D2D}" type="pres">
      <dgm:prSet presAssocID="{6D78296C-3B36-458D-A13D-35D8955161F2}" presName="dummyNode2" presStyleLbl="node1" presStyleIdx="2" presStyleCnt="4"/>
      <dgm:spPr/>
    </dgm:pt>
    <dgm:pt modelId="{15456D6C-36F4-4231-BDAA-63EABF787809}" type="pres">
      <dgm:prSet presAssocID="{6D78296C-3B36-458D-A13D-35D8955161F2}" presName="childNode2" presStyleLbl="bgAcc1" presStyleIdx="3" presStyleCnt="4">
        <dgm:presLayoutVars>
          <dgm:bulletEnabled val="1"/>
        </dgm:presLayoutVars>
      </dgm:prSet>
      <dgm:spPr/>
    </dgm:pt>
    <dgm:pt modelId="{3EE7F7A7-F0C4-474C-A684-F29C37F71D74}" type="pres">
      <dgm:prSet presAssocID="{6D78296C-3B36-458D-A13D-35D8955161F2}" presName="childNode2tx" presStyleLbl="bgAcc1" presStyleIdx="3" presStyleCnt="4">
        <dgm:presLayoutVars>
          <dgm:bulletEnabled val="1"/>
        </dgm:presLayoutVars>
      </dgm:prSet>
      <dgm:spPr/>
    </dgm:pt>
    <dgm:pt modelId="{8AFF57F6-E723-4C33-9A1B-98753A8F5FB4}" type="pres">
      <dgm:prSet presAssocID="{6D78296C-3B36-458D-A13D-35D8955161F2}" presName="parentNode2" presStyleLbl="node1" presStyleIdx="3" presStyleCnt="4">
        <dgm:presLayoutVars>
          <dgm:chMax val="0"/>
          <dgm:bulletEnabled val="1"/>
        </dgm:presLayoutVars>
      </dgm:prSet>
      <dgm:spPr/>
    </dgm:pt>
    <dgm:pt modelId="{959C994E-E4FB-459E-BE3B-B8EAC8A388AD}" type="pres">
      <dgm:prSet presAssocID="{6D78296C-3B36-458D-A13D-35D8955161F2}" presName="connSite2" presStyleCnt="0"/>
      <dgm:spPr/>
    </dgm:pt>
  </dgm:ptLst>
  <dgm:cxnLst>
    <dgm:cxn modelId="{6F56FA02-8905-4D69-B499-D2BC29E104D7}" srcId="{A6A0D851-F52F-4308-B184-D7EAA6119470}" destId="{F25D57F4-3B74-418E-890E-627CCF51A36A}" srcOrd="0" destOrd="0" parTransId="{E096912D-3C3B-44A3-9162-4F245A568CA5}" sibTransId="{7621E5EA-8F1E-4859-B1BB-CADC9358AC08}"/>
    <dgm:cxn modelId="{35899B19-CB9D-4A0F-BDCA-915701CE8B01}" type="presOf" srcId="{6D78296C-3B36-458D-A13D-35D8955161F2}" destId="{8AFF57F6-E723-4C33-9A1B-98753A8F5FB4}" srcOrd="0" destOrd="0" presId="urn:microsoft.com/office/officeart/2005/8/layout/hProcess4"/>
    <dgm:cxn modelId="{E43D5020-EF30-4759-ACFF-490094DCE0AF}" type="presOf" srcId="{85B26C8A-48F7-4646-ABF9-D8F0171FA574}" destId="{19CE96CB-33A2-49ED-8743-55B06414ACC6}" srcOrd="0" destOrd="0" presId="urn:microsoft.com/office/officeart/2005/8/layout/hProcess4"/>
    <dgm:cxn modelId="{DAB6482C-58AD-429E-A8D3-CD2D09B6FC31}" type="presOf" srcId="{30F6818F-CFE0-49B7-AED6-4950ADE2079C}" destId="{15456D6C-36F4-4231-BDAA-63EABF787809}" srcOrd="0" destOrd="1" presId="urn:microsoft.com/office/officeart/2005/8/layout/hProcess4"/>
    <dgm:cxn modelId="{6E0F0A2E-1222-42F6-81E6-7304742C4590}" type="presOf" srcId="{C60B5F7E-61EC-4A3E-B815-294066F60E7C}" destId="{E7639B62-4375-4244-87E1-8BF2289814A9}" srcOrd="0" destOrd="1" presId="urn:microsoft.com/office/officeart/2005/8/layout/hProcess4"/>
    <dgm:cxn modelId="{1FB7B52F-3286-4569-84DB-2E4ABA97AD3C}" type="presOf" srcId="{E07468CF-9770-4D0A-8F68-5A140265CE1A}" destId="{DCEEBA42-962A-484F-B24B-179B662252FF}" srcOrd="1" destOrd="0" presId="urn:microsoft.com/office/officeart/2005/8/layout/hProcess4"/>
    <dgm:cxn modelId="{2F21C736-CF93-407E-871F-2D14FE4B6D2C}" type="presOf" srcId="{0B670140-C7B7-4D4E-B55D-0DDF37290528}" destId="{8ECE8AF3-E7B7-4385-9F9E-5F24D5243882}" srcOrd="0" destOrd="0" presId="urn:microsoft.com/office/officeart/2005/8/layout/hProcess4"/>
    <dgm:cxn modelId="{72F6D836-8E1E-4F22-87A4-96947057AEB2}" srcId="{0B670140-C7B7-4D4E-B55D-0DDF37290528}" destId="{5C39264C-ABB5-428D-A78F-E8E8B035AAF5}" srcOrd="0" destOrd="0" parTransId="{AC40B2B3-957B-49A0-A37C-4AC8C72E8724}" sibTransId="{F08EDEFB-69FC-4063-A8AB-7230A2806D0C}"/>
    <dgm:cxn modelId="{C9728C3A-EEF5-41A3-B18D-425B0B131061}" type="presOf" srcId="{3196D912-F34D-45DF-AB07-C948F61AF5BB}" destId="{919A507C-DCD3-437A-A24E-DE62EE6884DF}" srcOrd="0" destOrd="1" presId="urn:microsoft.com/office/officeart/2005/8/layout/hProcess4"/>
    <dgm:cxn modelId="{78B0F740-A803-4BD5-A98F-F06E54DE9A06}" type="presOf" srcId="{5C39264C-ABB5-428D-A78F-E8E8B035AAF5}" destId="{919A507C-DCD3-437A-A24E-DE62EE6884DF}" srcOrd="0" destOrd="0" presId="urn:microsoft.com/office/officeart/2005/8/layout/hProcess4"/>
    <dgm:cxn modelId="{1C9AF442-FADF-4C7D-A624-972AA34CCC5F}" type="presOf" srcId="{C60B5F7E-61EC-4A3E-B815-294066F60E7C}" destId="{FEB02D61-80F4-4A51-A412-56077EF2D7B4}" srcOrd="1" destOrd="1" presId="urn:microsoft.com/office/officeart/2005/8/layout/hProcess4"/>
    <dgm:cxn modelId="{F9A39E63-ACC7-4360-A8D2-F715B355D97D}" type="presOf" srcId="{19F80C1D-8544-43F2-92D3-BE6969E1A0DB}" destId="{0E7BCE18-0B84-4E71-BB8A-8E66F547747A}" srcOrd="0" destOrd="0" presId="urn:microsoft.com/office/officeart/2005/8/layout/hProcess4"/>
    <dgm:cxn modelId="{2F026F6D-45B0-4AC3-98A1-286FC32A1E99}" type="presOf" srcId="{A6A0D851-F52F-4308-B184-D7EAA6119470}" destId="{4C754F08-7BFC-4B5C-8A68-9C8A9E56BF02}" srcOrd="0" destOrd="0" presId="urn:microsoft.com/office/officeart/2005/8/layout/hProcess4"/>
    <dgm:cxn modelId="{08F41376-34DF-4779-8459-5E56B1B0198B}" type="presOf" srcId="{E5659A21-9716-43C2-B5F7-9F5ABC1801FB}" destId="{9DF9A2A3-990D-4632-86F5-CE0CE35AD729}" srcOrd="0" destOrd="1" presId="urn:microsoft.com/office/officeart/2005/8/layout/hProcess4"/>
    <dgm:cxn modelId="{03483C56-2075-4A3A-A973-950842742064}" srcId="{58725B89-04E1-4652-9983-A51B5BDE1D51}" destId="{85B26C8A-48F7-4646-ABF9-D8F0171FA574}" srcOrd="0" destOrd="0" parTransId="{517108E5-74D6-493F-813D-9757309EDD8B}" sibTransId="{30F6CEFB-B1E1-4A22-B04D-E1C49585008C}"/>
    <dgm:cxn modelId="{D155D37C-F314-4F43-91D7-C87C5037E24E}" srcId="{58725B89-04E1-4652-9983-A51B5BDE1D51}" destId="{6D78296C-3B36-458D-A13D-35D8955161F2}" srcOrd="3" destOrd="0" parTransId="{522783AC-1FED-4CC9-99CC-EA62230997CD}" sibTransId="{C9D0B20C-A158-4718-B355-02CFBC33538F}"/>
    <dgm:cxn modelId="{00E8657E-9F8D-46E1-B67A-E4D468B0BF85}" srcId="{58725B89-04E1-4652-9983-A51B5BDE1D51}" destId="{0B670140-C7B7-4D4E-B55D-0DDF37290528}" srcOrd="1" destOrd="0" parTransId="{3A63D0AB-8F46-4060-9245-1BF36EED12E4}" sibTransId="{19F80C1D-8544-43F2-92D3-BE6969E1A0DB}"/>
    <dgm:cxn modelId="{57B41C81-88C4-4F8C-9E7B-F3F8CF15EB4D}" srcId="{85B26C8A-48F7-4646-ABF9-D8F0171FA574}" destId="{E07468CF-9770-4D0A-8F68-5A140265CE1A}" srcOrd="0" destOrd="0" parTransId="{987AA7C9-9411-453F-ACE9-DA4761B5E171}" sibTransId="{6C178667-D61C-417D-8D38-C4359F4B1AA1}"/>
    <dgm:cxn modelId="{39BB5C86-AD04-47C9-96F2-127B5EF2CE3A}" type="presOf" srcId="{F25D57F4-3B74-418E-890E-627CCF51A36A}" destId="{FEB02D61-80F4-4A51-A412-56077EF2D7B4}" srcOrd="1" destOrd="0" presId="urn:microsoft.com/office/officeart/2005/8/layout/hProcess4"/>
    <dgm:cxn modelId="{C45E448C-DE53-48BB-B88E-53A8D2CE96E7}" type="presOf" srcId="{30F6CEFB-B1E1-4A22-B04D-E1C49585008C}" destId="{064EA89C-8C9F-4B5D-B691-1D588A608BB7}" srcOrd="0" destOrd="0" presId="urn:microsoft.com/office/officeart/2005/8/layout/hProcess4"/>
    <dgm:cxn modelId="{2DF60193-42AF-4EC6-9A37-B61E0B8A6267}" srcId="{6D78296C-3B36-458D-A13D-35D8955161F2}" destId="{30F6818F-CFE0-49B7-AED6-4950ADE2079C}" srcOrd="1" destOrd="0" parTransId="{00D20E18-6432-43C7-BEAA-19F89A9103A7}" sibTransId="{C60B52B0-AFBA-4D56-BB4A-100CF248685B}"/>
    <dgm:cxn modelId="{DD92ADA4-7400-4BFC-8B0F-29E38E745D53}" type="presOf" srcId="{58725B89-04E1-4652-9983-A51B5BDE1D51}" destId="{75684F5D-AAE5-4123-AD68-CB9AEB586418}" srcOrd="0" destOrd="0" presId="urn:microsoft.com/office/officeart/2005/8/layout/hProcess4"/>
    <dgm:cxn modelId="{AE0F5FAC-65EB-4E90-A4E9-0ED77168CF02}" srcId="{6D78296C-3B36-458D-A13D-35D8955161F2}" destId="{630E9591-2FC7-42BE-95E5-E84347928661}" srcOrd="0" destOrd="0" parTransId="{13EEE5B8-1D19-4A56-B46A-AF47D7F16CF3}" sibTransId="{6126F8C3-A002-4D53-86D4-30DC31860EFC}"/>
    <dgm:cxn modelId="{3EBDEAB2-E838-470D-9554-48C84D31C759}" srcId="{58725B89-04E1-4652-9983-A51B5BDE1D51}" destId="{A6A0D851-F52F-4308-B184-D7EAA6119470}" srcOrd="2" destOrd="0" parTransId="{94A6FE93-79DE-4C78-89B9-CB3B54A2525E}" sibTransId="{BD046AFA-899F-4A5C-9229-25AA06DF300E}"/>
    <dgm:cxn modelId="{249B05BA-D909-4769-95FC-75E9F6664FBD}" type="presOf" srcId="{E07468CF-9770-4D0A-8F68-5A140265CE1A}" destId="{9DF9A2A3-990D-4632-86F5-CE0CE35AD729}" srcOrd="0" destOrd="0" presId="urn:microsoft.com/office/officeart/2005/8/layout/hProcess4"/>
    <dgm:cxn modelId="{D08BF8BA-0E11-43AC-A0EA-9BB1B9EF0AB8}" srcId="{A6A0D851-F52F-4308-B184-D7EAA6119470}" destId="{C60B5F7E-61EC-4A3E-B815-294066F60E7C}" srcOrd="1" destOrd="0" parTransId="{831F450E-33E0-435B-AB35-4DB12CE6CF2A}" sibTransId="{FF91BADA-AAF8-4BDA-BDF9-C8C95B003F72}"/>
    <dgm:cxn modelId="{B0A8A8C3-9DD7-4E0F-BEB1-2E839E7900DE}" srcId="{85B26C8A-48F7-4646-ABF9-D8F0171FA574}" destId="{E5659A21-9716-43C2-B5F7-9F5ABC1801FB}" srcOrd="1" destOrd="0" parTransId="{CDA8199E-0B17-46AD-9395-A8003218C439}" sibTransId="{42C92E0A-93C4-4AB2-AA4D-B906D065925E}"/>
    <dgm:cxn modelId="{367288C5-F872-445A-8331-D72F2C46A4B1}" type="presOf" srcId="{3196D912-F34D-45DF-AB07-C948F61AF5BB}" destId="{444B8068-68C1-4B5A-88A2-3A09CBDA4AB7}" srcOrd="1" destOrd="1" presId="urn:microsoft.com/office/officeart/2005/8/layout/hProcess4"/>
    <dgm:cxn modelId="{13EF43C6-6595-4AB7-8461-6EE6282BB50C}" type="presOf" srcId="{F25D57F4-3B74-418E-890E-627CCF51A36A}" destId="{E7639B62-4375-4244-87E1-8BF2289814A9}" srcOrd="0" destOrd="0" presId="urn:microsoft.com/office/officeart/2005/8/layout/hProcess4"/>
    <dgm:cxn modelId="{F7B99BCD-610E-4179-BAF8-677913E44E9E}" type="presOf" srcId="{5C39264C-ABB5-428D-A78F-E8E8B035AAF5}" destId="{444B8068-68C1-4B5A-88A2-3A09CBDA4AB7}" srcOrd="1" destOrd="0" presId="urn:microsoft.com/office/officeart/2005/8/layout/hProcess4"/>
    <dgm:cxn modelId="{605B28D1-E1FC-4DA7-96DA-296432C428F6}" type="presOf" srcId="{30F6818F-CFE0-49B7-AED6-4950ADE2079C}" destId="{3EE7F7A7-F0C4-474C-A684-F29C37F71D74}" srcOrd="1" destOrd="1" presId="urn:microsoft.com/office/officeart/2005/8/layout/hProcess4"/>
    <dgm:cxn modelId="{E8EA7AD7-0A64-418E-9EC2-CAB1076A64D4}" type="presOf" srcId="{630E9591-2FC7-42BE-95E5-E84347928661}" destId="{3EE7F7A7-F0C4-474C-A684-F29C37F71D74}" srcOrd="1" destOrd="0" presId="urn:microsoft.com/office/officeart/2005/8/layout/hProcess4"/>
    <dgm:cxn modelId="{E8ACA8E5-E281-4E2A-9A17-90ED30ABF9D2}" type="presOf" srcId="{E5659A21-9716-43C2-B5F7-9F5ABC1801FB}" destId="{DCEEBA42-962A-484F-B24B-179B662252FF}" srcOrd="1" destOrd="1" presId="urn:microsoft.com/office/officeart/2005/8/layout/hProcess4"/>
    <dgm:cxn modelId="{61CA43EE-3BF9-4650-92C8-DE8CCF1AB574}" type="presOf" srcId="{BD046AFA-899F-4A5C-9229-25AA06DF300E}" destId="{AE77D7E0-AA9E-4F8D-B684-CC2FDF0F3772}" srcOrd="0" destOrd="0" presId="urn:microsoft.com/office/officeart/2005/8/layout/hProcess4"/>
    <dgm:cxn modelId="{CC316AF8-B7A3-4FAF-8DF8-C53806C93DB5}" srcId="{0B670140-C7B7-4D4E-B55D-0DDF37290528}" destId="{3196D912-F34D-45DF-AB07-C948F61AF5BB}" srcOrd="1" destOrd="0" parTransId="{9A9283F3-6F0E-471C-AB8B-965E10DE1949}" sibTransId="{95C34C35-7A28-4F39-9C6D-85C172C54DB7}"/>
    <dgm:cxn modelId="{30750CFA-94B1-4AE5-B66F-095F6D7E51EA}" type="presOf" srcId="{630E9591-2FC7-42BE-95E5-E84347928661}" destId="{15456D6C-36F4-4231-BDAA-63EABF787809}" srcOrd="0" destOrd="0" presId="urn:microsoft.com/office/officeart/2005/8/layout/hProcess4"/>
    <dgm:cxn modelId="{BE9995B5-E093-4A74-A428-F1C29E405503}" type="presParOf" srcId="{75684F5D-AAE5-4123-AD68-CB9AEB586418}" destId="{61545DE6-8014-4A68-A444-5BD96F20B919}" srcOrd="0" destOrd="0" presId="urn:microsoft.com/office/officeart/2005/8/layout/hProcess4"/>
    <dgm:cxn modelId="{AA43869F-563C-43E9-B8C9-4D254DA33371}" type="presParOf" srcId="{75684F5D-AAE5-4123-AD68-CB9AEB586418}" destId="{4CDB13D2-9EE1-4ED1-BB17-CEFFA9C61D37}" srcOrd="1" destOrd="0" presId="urn:microsoft.com/office/officeart/2005/8/layout/hProcess4"/>
    <dgm:cxn modelId="{32299085-B1DC-4F9B-8517-D2CF54757984}" type="presParOf" srcId="{75684F5D-AAE5-4123-AD68-CB9AEB586418}" destId="{94F0EFD6-569B-4D4E-804B-6E6ACDE6F666}" srcOrd="2" destOrd="0" presId="urn:microsoft.com/office/officeart/2005/8/layout/hProcess4"/>
    <dgm:cxn modelId="{85CC6679-775A-48B2-A7EF-8A3BDF32AFDF}" type="presParOf" srcId="{94F0EFD6-569B-4D4E-804B-6E6ACDE6F666}" destId="{AF756EE8-EE02-4030-9FAF-7E25BCB628E3}" srcOrd="0" destOrd="0" presId="urn:microsoft.com/office/officeart/2005/8/layout/hProcess4"/>
    <dgm:cxn modelId="{BDB9EDC8-0707-485E-B48D-0E41108E05C1}" type="presParOf" srcId="{AF756EE8-EE02-4030-9FAF-7E25BCB628E3}" destId="{1822B9F3-A8B9-4384-8C3F-63FBDB514934}" srcOrd="0" destOrd="0" presId="urn:microsoft.com/office/officeart/2005/8/layout/hProcess4"/>
    <dgm:cxn modelId="{6EDDB711-1BED-40F1-8B31-BE4138962FE6}" type="presParOf" srcId="{AF756EE8-EE02-4030-9FAF-7E25BCB628E3}" destId="{9DF9A2A3-990D-4632-86F5-CE0CE35AD729}" srcOrd="1" destOrd="0" presId="urn:microsoft.com/office/officeart/2005/8/layout/hProcess4"/>
    <dgm:cxn modelId="{01B0B591-882A-4067-BA26-A17B7F07AB20}" type="presParOf" srcId="{AF756EE8-EE02-4030-9FAF-7E25BCB628E3}" destId="{DCEEBA42-962A-484F-B24B-179B662252FF}" srcOrd="2" destOrd="0" presId="urn:microsoft.com/office/officeart/2005/8/layout/hProcess4"/>
    <dgm:cxn modelId="{B48C9DC6-F55F-4EB2-882E-180035B16FFA}" type="presParOf" srcId="{AF756EE8-EE02-4030-9FAF-7E25BCB628E3}" destId="{19CE96CB-33A2-49ED-8743-55B06414ACC6}" srcOrd="3" destOrd="0" presId="urn:microsoft.com/office/officeart/2005/8/layout/hProcess4"/>
    <dgm:cxn modelId="{ED98B06A-37B6-4D83-B919-04F9C18A1A2D}" type="presParOf" srcId="{AF756EE8-EE02-4030-9FAF-7E25BCB628E3}" destId="{87C3EC38-345E-427B-8750-B2CE28517080}" srcOrd="4" destOrd="0" presId="urn:microsoft.com/office/officeart/2005/8/layout/hProcess4"/>
    <dgm:cxn modelId="{08D045DE-6EE7-4862-81BA-C96F2D707077}" type="presParOf" srcId="{94F0EFD6-569B-4D4E-804B-6E6ACDE6F666}" destId="{064EA89C-8C9F-4B5D-B691-1D588A608BB7}" srcOrd="1" destOrd="0" presId="urn:microsoft.com/office/officeart/2005/8/layout/hProcess4"/>
    <dgm:cxn modelId="{2F170542-BE4C-4A0A-B762-9DA3D9266F11}" type="presParOf" srcId="{94F0EFD6-569B-4D4E-804B-6E6ACDE6F666}" destId="{4B336679-57F4-4AF6-93FD-608434F0A26F}" srcOrd="2" destOrd="0" presId="urn:microsoft.com/office/officeart/2005/8/layout/hProcess4"/>
    <dgm:cxn modelId="{5C2A8D7E-BE19-4673-A9F1-55A4CB020E5B}" type="presParOf" srcId="{4B336679-57F4-4AF6-93FD-608434F0A26F}" destId="{0E38BA0F-1AF4-4A20-83C4-FD559663B346}" srcOrd="0" destOrd="0" presId="urn:microsoft.com/office/officeart/2005/8/layout/hProcess4"/>
    <dgm:cxn modelId="{C2FB84AC-908F-404C-9B4F-C0ECF8E1F416}" type="presParOf" srcId="{4B336679-57F4-4AF6-93FD-608434F0A26F}" destId="{919A507C-DCD3-437A-A24E-DE62EE6884DF}" srcOrd="1" destOrd="0" presId="urn:microsoft.com/office/officeart/2005/8/layout/hProcess4"/>
    <dgm:cxn modelId="{31C7B38B-E6D5-48CA-A558-4607AEED5D45}" type="presParOf" srcId="{4B336679-57F4-4AF6-93FD-608434F0A26F}" destId="{444B8068-68C1-4B5A-88A2-3A09CBDA4AB7}" srcOrd="2" destOrd="0" presId="urn:microsoft.com/office/officeart/2005/8/layout/hProcess4"/>
    <dgm:cxn modelId="{3606FB04-667F-4890-9340-56E881864FFA}" type="presParOf" srcId="{4B336679-57F4-4AF6-93FD-608434F0A26F}" destId="{8ECE8AF3-E7B7-4385-9F9E-5F24D5243882}" srcOrd="3" destOrd="0" presId="urn:microsoft.com/office/officeart/2005/8/layout/hProcess4"/>
    <dgm:cxn modelId="{C3975DD2-94FC-4084-8800-C6B80AA9AF68}" type="presParOf" srcId="{4B336679-57F4-4AF6-93FD-608434F0A26F}" destId="{47C161FD-50A6-43A6-8B43-90CC594B1EAE}" srcOrd="4" destOrd="0" presId="urn:microsoft.com/office/officeart/2005/8/layout/hProcess4"/>
    <dgm:cxn modelId="{4932162F-3FA5-4D87-AFD4-F84F65BD17DE}" type="presParOf" srcId="{94F0EFD6-569B-4D4E-804B-6E6ACDE6F666}" destId="{0E7BCE18-0B84-4E71-BB8A-8E66F547747A}" srcOrd="3" destOrd="0" presId="urn:microsoft.com/office/officeart/2005/8/layout/hProcess4"/>
    <dgm:cxn modelId="{C955DE3A-96C2-4DB6-AF09-2BB7D93EBDDE}" type="presParOf" srcId="{94F0EFD6-569B-4D4E-804B-6E6ACDE6F666}" destId="{A6E5BB2C-FF87-4A85-8751-686ABB1747CB}" srcOrd="4" destOrd="0" presId="urn:microsoft.com/office/officeart/2005/8/layout/hProcess4"/>
    <dgm:cxn modelId="{C524228C-1D21-4EA5-BCA5-611C7164F07A}" type="presParOf" srcId="{A6E5BB2C-FF87-4A85-8751-686ABB1747CB}" destId="{5157589A-898C-46E6-92FF-D7F890925D51}" srcOrd="0" destOrd="0" presId="urn:microsoft.com/office/officeart/2005/8/layout/hProcess4"/>
    <dgm:cxn modelId="{BBE5703F-8AA5-4CB6-96D4-669A9DBB8574}" type="presParOf" srcId="{A6E5BB2C-FF87-4A85-8751-686ABB1747CB}" destId="{E7639B62-4375-4244-87E1-8BF2289814A9}" srcOrd="1" destOrd="0" presId="urn:microsoft.com/office/officeart/2005/8/layout/hProcess4"/>
    <dgm:cxn modelId="{C6CDBDAF-2E90-4B4E-96EF-5199871A1F0D}" type="presParOf" srcId="{A6E5BB2C-FF87-4A85-8751-686ABB1747CB}" destId="{FEB02D61-80F4-4A51-A412-56077EF2D7B4}" srcOrd="2" destOrd="0" presId="urn:microsoft.com/office/officeart/2005/8/layout/hProcess4"/>
    <dgm:cxn modelId="{C754050C-5F77-4099-9B5A-C33EF1BB0A59}" type="presParOf" srcId="{A6E5BB2C-FF87-4A85-8751-686ABB1747CB}" destId="{4C754F08-7BFC-4B5C-8A68-9C8A9E56BF02}" srcOrd="3" destOrd="0" presId="urn:microsoft.com/office/officeart/2005/8/layout/hProcess4"/>
    <dgm:cxn modelId="{E4573C82-F84A-4343-95F2-563032F278BA}" type="presParOf" srcId="{A6E5BB2C-FF87-4A85-8751-686ABB1747CB}" destId="{AE136196-3507-4CAA-ABE1-01DD8ED3B16D}" srcOrd="4" destOrd="0" presId="urn:microsoft.com/office/officeart/2005/8/layout/hProcess4"/>
    <dgm:cxn modelId="{6477992D-A6A9-48CE-AC0C-B13089A49593}" type="presParOf" srcId="{94F0EFD6-569B-4D4E-804B-6E6ACDE6F666}" destId="{AE77D7E0-AA9E-4F8D-B684-CC2FDF0F3772}" srcOrd="5" destOrd="0" presId="urn:microsoft.com/office/officeart/2005/8/layout/hProcess4"/>
    <dgm:cxn modelId="{34CBA3B7-4E1E-4FD2-9512-96BDBCA69ADC}" type="presParOf" srcId="{94F0EFD6-569B-4D4E-804B-6E6ACDE6F666}" destId="{81240AA7-0036-4EAA-9B74-A32E917A91C9}" srcOrd="6" destOrd="0" presId="urn:microsoft.com/office/officeart/2005/8/layout/hProcess4"/>
    <dgm:cxn modelId="{BEE3050B-0EB0-494F-92A5-072B3B9F05A7}" type="presParOf" srcId="{81240AA7-0036-4EAA-9B74-A32E917A91C9}" destId="{DC7AA3C0-F673-40E2-8553-C0BB8EFD4D2D}" srcOrd="0" destOrd="0" presId="urn:microsoft.com/office/officeart/2005/8/layout/hProcess4"/>
    <dgm:cxn modelId="{183404DF-45A5-4C6C-A323-27E9C7109D07}" type="presParOf" srcId="{81240AA7-0036-4EAA-9B74-A32E917A91C9}" destId="{15456D6C-36F4-4231-BDAA-63EABF787809}" srcOrd="1" destOrd="0" presId="urn:microsoft.com/office/officeart/2005/8/layout/hProcess4"/>
    <dgm:cxn modelId="{E9FBDFAA-881C-4CC7-9F37-0FFDD12841F1}" type="presParOf" srcId="{81240AA7-0036-4EAA-9B74-A32E917A91C9}" destId="{3EE7F7A7-F0C4-474C-A684-F29C37F71D74}" srcOrd="2" destOrd="0" presId="urn:microsoft.com/office/officeart/2005/8/layout/hProcess4"/>
    <dgm:cxn modelId="{7B7A2981-2449-4CF6-81BC-E286B423CDA6}" type="presParOf" srcId="{81240AA7-0036-4EAA-9B74-A32E917A91C9}" destId="{8AFF57F6-E723-4C33-9A1B-98753A8F5FB4}" srcOrd="3" destOrd="0" presId="urn:microsoft.com/office/officeart/2005/8/layout/hProcess4"/>
    <dgm:cxn modelId="{87981690-D769-432E-A37A-FA45D0D5578D}" type="presParOf" srcId="{81240AA7-0036-4EAA-9B74-A32E917A91C9}" destId="{959C994E-E4FB-459E-BE3B-B8EAC8A388AD}" srcOrd="4" destOrd="0" presId="urn:microsoft.com/office/officeart/2005/8/layout/h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1B1B8F-0D93-41DA-A902-E2C10C9B897D}">
      <dsp:nvSpPr>
        <dsp:cNvPr id="0" name=""/>
        <dsp:cNvSpPr/>
      </dsp:nvSpPr>
      <dsp:spPr>
        <a:xfrm rot="5400000">
          <a:off x="305614" y="1823825"/>
          <a:ext cx="909863" cy="1513992"/>
        </a:xfrm>
        <a:prstGeom prst="corner">
          <a:avLst>
            <a:gd name="adj1" fmla="val 16120"/>
            <a:gd name="adj2" fmla="val 1611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B3A4D9-7D15-4F34-9644-C0FE4E2D243C}">
      <dsp:nvSpPr>
        <dsp:cNvPr id="0" name=""/>
        <dsp:cNvSpPr/>
      </dsp:nvSpPr>
      <dsp:spPr>
        <a:xfrm>
          <a:off x="153735" y="2276182"/>
          <a:ext cx="1366840" cy="1198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s-SV" sz="1700" kern="1200">
              <a:solidFill>
                <a:schemeClr val="bg1"/>
              </a:solidFill>
            </a:rPr>
            <a:t>Analítica Descriptiva</a:t>
          </a:r>
          <a:endParaRPr lang="es-SV" sz="1700" kern="1200" dirty="0">
            <a:solidFill>
              <a:schemeClr val="bg1"/>
            </a:solidFill>
          </a:endParaRPr>
        </a:p>
        <a:p>
          <a:pPr marL="114300" lvl="1" indent="-114300" algn="ctr" defTabSz="577850">
            <a:lnSpc>
              <a:spcPct val="90000"/>
            </a:lnSpc>
            <a:spcBef>
              <a:spcPct val="0"/>
            </a:spcBef>
            <a:spcAft>
              <a:spcPct val="15000"/>
            </a:spcAft>
            <a:buNone/>
          </a:pPr>
          <a:r>
            <a:rPr lang="es-SV" sz="1300" kern="1200">
              <a:solidFill>
                <a:schemeClr val="bg1"/>
              </a:solidFill>
            </a:rPr>
            <a:t>¿Qué está pasando?</a:t>
          </a:r>
          <a:endParaRPr lang="es-SV" sz="1300" kern="1200" dirty="0">
            <a:solidFill>
              <a:schemeClr val="bg1"/>
            </a:solidFill>
          </a:endParaRPr>
        </a:p>
      </dsp:txBody>
      <dsp:txXfrm>
        <a:off x="153735" y="2276182"/>
        <a:ext cx="1366840" cy="1198116"/>
      </dsp:txXfrm>
    </dsp:sp>
    <dsp:sp modelId="{E1F1948C-2E0E-4EB7-B119-0F8AB294B5E5}">
      <dsp:nvSpPr>
        <dsp:cNvPr id="0" name=""/>
        <dsp:cNvSpPr/>
      </dsp:nvSpPr>
      <dsp:spPr>
        <a:xfrm>
          <a:off x="1262681" y="1712363"/>
          <a:ext cx="257894" cy="257894"/>
        </a:xfrm>
        <a:prstGeom prst="triangle">
          <a:avLst>
            <a:gd name="adj" fmla="val 100000"/>
          </a:avLst>
        </a:prstGeom>
        <a:solidFill>
          <a:schemeClr val="accent3">
            <a:hueOff val="-1663886"/>
            <a:satOff val="14103"/>
            <a:lumOff val="1405"/>
            <a:alphaOff val="0"/>
          </a:schemeClr>
        </a:solidFill>
        <a:ln w="25400" cap="flat" cmpd="sng" algn="ctr">
          <a:solidFill>
            <a:schemeClr val="accent3">
              <a:hueOff val="-1663886"/>
              <a:satOff val="14103"/>
              <a:lumOff val="14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73A0D6-878F-4D0E-9EF7-65113C72BBA6}">
      <dsp:nvSpPr>
        <dsp:cNvPr id="0" name=""/>
        <dsp:cNvSpPr/>
      </dsp:nvSpPr>
      <dsp:spPr>
        <a:xfrm rot="5400000">
          <a:off x="1978894" y="1409770"/>
          <a:ext cx="909863" cy="1513992"/>
        </a:xfrm>
        <a:prstGeom prst="corner">
          <a:avLst>
            <a:gd name="adj1" fmla="val 16120"/>
            <a:gd name="adj2" fmla="val 16110"/>
          </a:avLst>
        </a:prstGeom>
        <a:solidFill>
          <a:schemeClr val="accent3">
            <a:hueOff val="-3327773"/>
            <a:satOff val="28205"/>
            <a:lumOff val="2810"/>
            <a:alphaOff val="0"/>
          </a:schemeClr>
        </a:solidFill>
        <a:ln w="25400" cap="flat" cmpd="sng" algn="ctr">
          <a:solidFill>
            <a:schemeClr val="accent3">
              <a:hueOff val="-3327773"/>
              <a:satOff val="28205"/>
              <a:lumOff val="281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032816-635E-4B7D-A873-AF308CD6E61B}">
      <dsp:nvSpPr>
        <dsp:cNvPr id="0" name=""/>
        <dsp:cNvSpPr/>
      </dsp:nvSpPr>
      <dsp:spPr>
        <a:xfrm>
          <a:off x="1827015" y="1862127"/>
          <a:ext cx="1366840" cy="1198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s-SV" sz="1700" kern="1200">
              <a:solidFill>
                <a:schemeClr val="bg1"/>
              </a:solidFill>
            </a:rPr>
            <a:t>Analítica Diagnostica</a:t>
          </a:r>
          <a:endParaRPr lang="es-SV" sz="1700" kern="1200" dirty="0">
            <a:solidFill>
              <a:schemeClr val="bg1"/>
            </a:solidFill>
          </a:endParaRPr>
        </a:p>
        <a:p>
          <a:pPr marL="114300" lvl="1" indent="-114300" algn="ctr" defTabSz="577850">
            <a:lnSpc>
              <a:spcPct val="90000"/>
            </a:lnSpc>
            <a:spcBef>
              <a:spcPct val="0"/>
            </a:spcBef>
            <a:spcAft>
              <a:spcPct val="15000"/>
            </a:spcAft>
            <a:buNone/>
          </a:pPr>
          <a:r>
            <a:rPr lang="es-SV" sz="1300" kern="1200" dirty="0">
              <a:solidFill>
                <a:schemeClr val="bg1"/>
              </a:solidFill>
            </a:rPr>
            <a:t>¿Por qué ha pasado?</a:t>
          </a:r>
        </a:p>
      </dsp:txBody>
      <dsp:txXfrm>
        <a:off x="1827015" y="1862127"/>
        <a:ext cx="1366840" cy="1198116"/>
      </dsp:txXfrm>
    </dsp:sp>
    <dsp:sp modelId="{F7F38249-4675-4E55-A088-9150BC012D5F}">
      <dsp:nvSpPr>
        <dsp:cNvPr id="0" name=""/>
        <dsp:cNvSpPr/>
      </dsp:nvSpPr>
      <dsp:spPr>
        <a:xfrm>
          <a:off x="2935962" y="1298308"/>
          <a:ext cx="257894" cy="257894"/>
        </a:xfrm>
        <a:prstGeom prst="triangle">
          <a:avLst>
            <a:gd name="adj" fmla="val 100000"/>
          </a:avLst>
        </a:prstGeom>
        <a:solidFill>
          <a:schemeClr val="accent3">
            <a:hueOff val="-4991659"/>
            <a:satOff val="42307"/>
            <a:lumOff val="4215"/>
            <a:alphaOff val="0"/>
          </a:schemeClr>
        </a:solidFill>
        <a:ln w="25400" cap="flat" cmpd="sng" algn="ctr">
          <a:solidFill>
            <a:schemeClr val="accent3">
              <a:hueOff val="-4991659"/>
              <a:satOff val="42307"/>
              <a:lumOff val="421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3E5F87-CD53-4840-B19A-4CA5F73E1211}">
      <dsp:nvSpPr>
        <dsp:cNvPr id="0" name=""/>
        <dsp:cNvSpPr/>
      </dsp:nvSpPr>
      <dsp:spPr>
        <a:xfrm rot="5400000">
          <a:off x="3652174" y="995715"/>
          <a:ext cx="909863" cy="1513992"/>
        </a:xfrm>
        <a:prstGeom prst="corner">
          <a:avLst>
            <a:gd name="adj1" fmla="val 16120"/>
            <a:gd name="adj2" fmla="val 16110"/>
          </a:avLst>
        </a:prstGeom>
        <a:solidFill>
          <a:schemeClr val="accent3">
            <a:hueOff val="-6655546"/>
            <a:satOff val="56410"/>
            <a:lumOff val="5621"/>
            <a:alphaOff val="0"/>
          </a:schemeClr>
        </a:solidFill>
        <a:ln w="25400" cap="flat" cmpd="sng" algn="ctr">
          <a:solidFill>
            <a:schemeClr val="accent3">
              <a:hueOff val="-6655546"/>
              <a:satOff val="56410"/>
              <a:lumOff val="56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00BE1D-52B7-43D5-B8A3-31F2186811C1}">
      <dsp:nvSpPr>
        <dsp:cNvPr id="0" name=""/>
        <dsp:cNvSpPr/>
      </dsp:nvSpPr>
      <dsp:spPr>
        <a:xfrm>
          <a:off x="3500295" y="1448073"/>
          <a:ext cx="1366840" cy="1198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s-SV" sz="1700" kern="1200" dirty="0">
              <a:solidFill>
                <a:schemeClr val="bg1"/>
              </a:solidFill>
            </a:rPr>
            <a:t>Analítica Predictiva</a:t>
          </a:r>
        </a:p>
        <a:p>
          <a:pPr marL="114300" lvl="1" indent="-114300" algn="ctr" defTabSz="577850">
            <a:lnSpc>
              <a:spcPct val="90000"/>
            </a:lnSpc>
            <a:spcBef>
              <a:spcPct val="0"/>
            </a:spcBef>
            <a:spcAft>
              <a:spcPct val="15000"/>
            </a:spcAft>
            <a:buNone/>
          </a:pPr>
          <a:r>
            <a:rPr lang="es-SV" sz="1300" kern="1200">
              <a:solidFill>
                <a:schemeClr val="bg1"/>
              </a:solidFill>
            </a:rPr>
            <a:t>¿Qué va a pasar?</a:t>
          </a:r>
          <a:endParaRPr lang="es-SV" sz="1300" kern="1200" dirty="0">
            <a:solidFill>
              <a:schemeClr val="bg1"/>
            </a:solidFill>
          </a:endParaRPr>
        </a:p>
      </dsp:txBody>
      <dsp:txXfrm>
        <a:off x="3500295" y="1448073"/>
        <a:ext cx="1366840" cy="1198116"/>
      </dsp:txXfrm>
    </dsp:sp>
    <dsp:sp modelId="{194B2006-CAAF-4E17-BF52-9C6208A0AC27}">
      <dsp:nvSpPr>
        <dsp:cNvPr id="0" name=""/>
        <dsp:cNvSpPr/>
      </dsp:nvSpPr>
      <dsp:spPr>
        <a:xfrm>
          <a:off x="4609242" y="884253"/>
          <a:ext cx="257894" cy="257894"/>
        </a:xfrm>
        <a:prstGeom prst="triangle">
          <a:avLst>
            <a:gd name="adj" fmla="val 100000"/>
          </a:avLst>
        </a:prstGeom>
        <a:solidFill>
          <a:schemeClr val="accent3">
            <a:hueOff val="-8319432"/>
            <a:satOff val="70512"/>
            <a:lumOff val="7026"/>
            <a:alphaOff val="0"/>
          </a:schemeClr>
        </a:solidFill>
        <a:ln w="25400" cap="flat" cmpd="sng" algn="ctr">
          <a:solidFill>
            <a:schemeClr val="accent3">
              <a:hueOff val="-8319432"/>
              <a:satOff val="70512"/>
              <a:lumOff val="70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BF8656-3C1C-4F6A-BF89-97A78B1C008B}">
      <dsp:nvSpPr>
        <dsp:cNvPr id="0" name=""/>
        <dsp:cNvSpPr/>
      </dsp:nvSpPr>
      <dsp:spPr>
        <a:xfrm rot="5400000">
          <a:off x="5325454" y="581660"/>
          <a:ext cx="909863" cy="1513992"/>
        </a:xfrm>
        <a:prstGeom prst="corner">
          <a:avLst>
            <a:gd name="adj1" fmla="val 16120"/>
            <a:gd name="adj2" fmla="val 16110"/>
          </a:avLst>
        </a:prstGeom>
        <a:solidFill>
          <a:schemeClr val="accent3">
            <a:hueOff val="-9983318"/>
            <a:satOff val="84615"/>
            <a:lumOff val="8431"/>
            <a:alphaOff val="0"/>
          </a:schemeClr>
        </a:solidFill>
        <a:ln w="25400" cap="flat" cmpd="sng" algn="ctr">
          <a:solidFill>
            <a:schemeClr val="accent3">
              <a:hueOff val="-9983318"/>
              <a:satOff val="84615"/>
              <a:lumOff val="84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8F827A-4594-46E9-A0FE-A1BED65A3AC0}">
      <dsp:nvSpPr>
        <dsp:cNvPr id="0" name=""/>
        <dsp:cNvSpPr/>
      </dsp:nvSpPr>
      <dsp:spPr>
        <a:xfrm>
          <a:off x="5173576" y="1034018"/>
          <a:ext cx="1366840" cy="1198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s-SV" sz="1700" kern="1200">
              <a:solidFill>
                <a:schemeClr val="bg1"/>
              </a:solidFill>
            </a:rPr>
            <a:t>Analítica Prescriptiva</a:t>
          </a:r>
          <a:endParaRPr lang="es-SV" sz="1700" kern="1200" dirty="0">
            <a:solidFill>
              <a:schemeClr val="bg1"/>
            </a:solidFill>
          </a:endParaRPr>
        </a:p>
        <a:p>
          <a:pPr marL="114300" lvl="1" indent="-114300" algn="ctr" defTabSz="577850">
            <a:lnSpc>
              <a:spcPct val="90000"/>
            </a:lnSpc>
            <a:spcBef>
              <a:spcPct val="0"/>
            </a:spcBef>
            <a:spcAft>
              <a:spcPct val="15000"/>
            </a:spcAft>
            <a:buNone/>
          </a:pPr>
          <a:r>
            <a:rPr lang="es-SV" sz="1300" kern="1200" dirty="0">
              <a:solidFill>
                <a:schemeClr val="bg1"/>
              </a:solidFill>
            </a:rPr>
            <a:t>¿Qué hacer para que ocurra?</a:t>
          </a:r>
        </a:p>
      </dsp:txBody>
      <dsp:txXfrm>
        <a:off x="5173576" y="1034018"/>
        <a:ext cx="1366840" cy="11981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1B1B8F-0D93-41DA-A902-E2C10C9B897D}">
      <dsp:nvSpPr>
        <dsp:cNvPr id="0" name=""/>
        <dsp:cNvSpPr/>
      </dsp:nvSpPr>
      <dsp:spPr>
        <a:xfrm rot="5400000">
          <a:off x="343119" y="442335"/>
          <a:ext cx="427721" cy="711719"/>
        </a:xfrm>
        <a:prstGeom prst="corner">
          <a:avLst>
            <a:gd name="adj1" fmla="val 16120"/>
            <a:gd name="adj2" fmla="val 1611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B3A4D9-7D15-4F34-9644-C0FE4E2D243C}">
      <dsp:nvSpPr>
        <dsp:cNvPr id="0" name=""/>
        <dsp:cNvSpPr/>
      </dsp:nvSpPr>
      <dsp:spPr>
        <a:xfrm>
          <a:off x="271722" y="654985"/>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Descriptiva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a:solidFill>
                <a:schemeClr val="bg1"/>
              </a:solidFill>
            </a:rPr>
            <a:t>¿Qué está pasando?</a:t>
          </a:r>
          <a:endParaRPr lang="es-SV" sz="600" kern="1200" dirty="0">
            <a:solidFill>
              <a:schemeClr val="bg1"/>
            </a:solidFill>
          </a:endParaRPr>
        </a:p>
      </dsp:txBody>
      <dsp:txXfrm>
        <a:off x="271722" y="654985"/>
        <a:ext cx="642544" cy="563227"/>
      </dsp:txXfrm>
    </dsp:sp>
    <dsp:sp modelId="{E1F1948C-2E0E-4EB7-B119-0F8AB294B5E5}">
      <dsp:nvSpPr>
        <dsp:cNvPr id="0" name=""/>
        <dsp:cNvSpPr/>
      </dsp:nvSpPr>
      <dsp:spPr>
        <a:xfrm>
          <a:off x="793031" y="389937"/>
          <a:ext cx="121234" cy="121234"/>
        </a:xfrm>
        <a:prstGeom prst="triangle">
          <a:avLst>
            <a:gd name="adj" fmla="val 100000"/>
          </a:avLst>
        </a:prstGeom>
        <a:solidFill>
          <a:schemeClr val="accent3">
            <a:hueOff val="-1663886"/>
            <a:satOff val="14103"/>
            <a:lumOff val="1405"/>
            <a:alphaOff val="0"/>
          </a:schemeClr>
        </a:solidFill>
        <a:ln w="25400" cap="flat" cmpd="sng" algn="ctr">
          <a:solidFill>
            <a:schemeClr val="accent3">
              <a:hueOff val="-1663886"/>
              <a:satOff val="14103"/>
              <a:lumOff val="14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73A0D6-878F-4D0E-9EF7-65113C72BBA6}">
      <dsp:nvSpPr>
        <dsp:cNvPr id="0" name=""/>
        <dsp:cNvSpPr/>
      </dsp:nvSpPr>
      <dsp:spPr>
        <a:xfrm rot="5400000">
          <a:off x="1129719" y="247690"/>
          <a:ext cx="427721" cy="711719"/>
        </a:xfrm>
        <a:prstGeom prst="corner">
          <a:avLst>
            <a:gd name="adj1" fmla="val 16120"/>
            <a:gd name="adj2" fmla="val 16110"/>
          </a:avLst>
        </a:prstGeom>
        <a:solidFill>
          <a:schemeClr val="accent3">
            <a:hueOff val="-3327773"/>
            <a:satOff val="28205"/>
            <a:lumOff val="2810"/>
            <a:alphaOff val="0"/>
          </a:schemeClr>
        </a:solidFill>
        <a:ln w="25400" cap="flat" cmpd="sng" algn="ctr">
          <a:solidFill>
            <a:schemeClr val="accent3">
              <a:hueOff val="-3327773"/>
              <a:satOff val="28205"/>
              <a:lumOff val="281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032816-635E-4B7D-A873-AF308CD6E61B}">
      <dsp:nvSpPr>
        <dsp:cNvPr id="0" name=""/>
        <dsp:cNvSpPr/>
      </dsp:nvSpPr>
      <dsp:spPr>
        <a:xfrm>
          <a:off x="1058321" y="460341"/>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Diagnostica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dirty="0">
              <a:solidFill>
                <a:schemeClr val="bg1"/>
              </a:solidFill>
            </a:rPr>
            <a:t>¿Por qué ha pasado?</a:t>
          </a:r>
        </a:p>
      </dsp:txBody>
      <dsp:txXfrm>
        <a:off x="1058321" y="460341"/>
        <a:ext cx="642544" cy="563227"/>
      </dsp:txXfrm>
    </dsp:sp>
    <dsp:sp modelId="{F7F38249-4675-4E55-A088-9150BC012D5F}">
      <dsp:nvSpPr>
        <dsp:cNvPr id="0" name=""/>
        <dsp:cNvSpPr/>
      </dsp:nvSpPr>
      <dsp:spPr>
        <a:xfrm>
          <a:off x="1579631" y="195292"/>
          <a:ext cx="121234" cy="121234"/>
        </a:xfrm>
        <a:prstGeom prst="triangle">
          <a:avLst>
            <a:gd name="adj" fmla="val 100000"/>
          </a:avLst>
        </a:prstGeom>
        <a:solidFill>
          <a:schemeClr val="accent3">
            <a:hueOff val="-4991659"/>
            <a:satOff val="42307"/>
            <a:lumOff val="4215"/>
            <a:alphaOff val="0"/>
          </a:schemeClr>
        </a:solidFill>
        <a:ln w="25400" cap="flat" cmpd="sng" algn="ctr">
          <a:solidFill>
            <a:schemeClr val="accent3">
              <a:hueOff val="-4991659"/>
              <a:satOff val="42307"/>
              <a:lumOff val="421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3E5F87-CD53-4840-B19A-4CA5F73E1211}">
      <dsp:nvSpPr>
        <dsp:cNvPr id="0" name=""/>
        <dsp:cNvSpPr/>
      </dsp:nvSpPr>
      <dsp:spPr>
        <a:xfrm rot="5400000">
          <a:off x="1916318" y="53045"/>
          <a:ext cx="427721" cy="711719"/>
        </a:xfrm>
        <a:prstGeom prst="corner">
          <a:avLst>
            <a:gd name="adj1" fmla="val 16120"/>
            <a:gd name="adj2" fmla="val 16110"/>
          </a:avLst>
        </a:prstGeom>
        <a:solidFill>
          <a:schemeClr val="accent3">
            <a:hueOff val="-6655546"/>
            <a:satOff val="56410"/>
            <a:lumOff val="5621"/>
            <a:alphaOff val="0"/>
          </a:schemeClr>
        </a:solidFill>
        <a:ln w="25400" cap="flat" cmpd="sng" algn="ctr">
          <a:solidFill>
            <a:schemeClr val="accent3">
              <a:hueOff val="-6655546"/>
              <a:satOff val="56410"/>
              <a:lumOff val="56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00BE1D-52B7-43D5-B8A3-31F2186811C1}">
      <dsp:nvSpPr>
        <dsp:cNvPr id="0" name=""/>
        <dsp:cNvSpPr/>
      </dsp:nvSpPr>
      <dsp:spPr>
        <a:xfrm>
          <a:off x="1844921" y="265696"/>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dirty="0">
              <a:solidFill>
                <a:schemeClr val="bg1"/>
              </a:solidFill>
            </a:rPr>
            <a:t>Analítica Predictiva</a:t>
          </a:r>
        </a:p>
        <a:p>
          <a:pPr marL="57150" lvl="1" indent="-57150" algn="ctr" defTabSz="266700">
            <a:lnSpc>
              <a:spcPct val="90000"/>
            </a:lnSpc>
            <a:spcBef>
              <a:spcPct val="0"/>
            </a:spcBef>
            <a:spcAft>
              <a:spcPct val="15000"/>
            </a:spcAft>
            <a:buNone/>
          </a:pPr>
          <a:r>
            <a:rPr lang="es-SV" sz="600" kern="1200">
              <a:solidFill>
                <a:schemeClr val="bg1"/>
              </a:solidFill>
            </a:rPr>
            <a:t>¿Qué va a pasar?</a:t>
          </a:r>
          <a:endParaRPr lang="es-SV" sz="600" kern="1200" dirty="0">
            <a:solidFill>
              <a:schemeClr val="bg1"/>
            </a:solidFill>
          </a:endParaRPr>
        </a:p>
      </dsp:txBody>
      <dsp:txXfrm>
        <a:off x="1844921" y="265696"/>
        <a:ext cx="642544" cy="563227"/>
      </dsp:txXfrm>
    </dsp:sp>
    <dsp:sp modelId="{194B2006-CAAF-4E17-BF52-9C6208A0AC27}">
      <dsp:nvSpPr>
        <dsp:cNvPr id="0" name=""/>
        <dsp:cNvSpPr/>
      </dsp:nvSpPr>
      <dsp:spPr>
        <a:xfrm>
          <a:off x="2366230" y="647"/>
          <a:ext cx="121234" cy="121234"/>
        </a:xfrm>
        <a:prstGeom prst="triangle">
          <a:avLst>
            <a:gd name="adj" fmla="val 100000"/>
          </a:avLst>
        </a:prstGeom>
        <a:solidFill>
          <a:schemeClr val="accent3">
            <a:hueOff val="-8319432"/>
            <a:satOff val="70512"/>
            <a:lumOff val="7026"/>
            <a:alphaOff val="0"/>
          </a:schemeClr>
        </a:solidFill>
        <a:ln w="25400" cap="flat" cmpd="sng" algn="ctr">
          <a:solidFill>
            <a:schemeClr val="accent3">
              <a:hueOff val="-8319432"/>
              <a:satOff val="70512"/>
              <a:lumOff val="70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BF8656-3C1C-4F6A-BF89-97A78B1C008B}">
      <dsp:nvSpPr>
        <dsp:cNvPr id="0" name=""/>
        <dsp:cNvSpPr/>
      </dsp:nvSpPr>
      <dsp:spPr>
        <a:xfrm rot="5400000">
          <a:off x="2702918" y="-141599"/>
          <a:ext cx="427721" cy="711719"/>
        </a:xfrm>
        <a:prstGeom prst="corner">
          <a:avLst>
            <a:gd name="adj1" fmla="val 16120"/>
            <a:gd name="adj2" fmla="val 16110"/>
          </a:avLst>
        </a:prstGeom>
        <a:solidFill>
          <a:schemeClr val="accent3">
            <a:hueOff val="-9983318"/>
            <a:satOff val="84615"/>
            <a:lumOff val="8431"/>
            <a:alphaOff val="0"/>
          </a:schemeClr>
        </a:solidFill>
        <a:ln w="25400" cap="flat" cmpd="sng" algn="ctr">
          <a:solidFill>
            <a:schemeClr val="accent3">
              <a:hueOff val="-9983318"/>
              <a:satOff val="84615"/>
              <a:lumOff val="84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8F827A-4594-46E9-A0FE-A1BED65A3AC0}">
      <dsp:nvSpPr>
        <dsp:cNvPr id="0" name=""/>
        <dsp:cNvSpPr/>
      </dsp:nvSpPr>
      <dsp:spPr>
        <a:xfrm>
          <a:off x="2631521" y="71051"/>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Prescriptiva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dirty="0">
              <a:solidFill>
                <a:schemeClr val="bg1"/>
              </a:solidFill>
            </a:rPr>
            <a:t>¿Qué hacer para que ocurra?</a:t>
          </a:r>
        </a:p>
      </dsp:txBody>
      <dsp:txXfrm>
        <a:off x="2631521" y="71051"/>
        <a:ext cx="642544" cy="5632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1B1B8F-0D93-41DA-A902-E2C10C9B897D}">
      <dsp:nvSpPr>
        <dsp:cNvPr id="0" name=""/>
        <dsp:cNvSpPr/>
      </dsp:nvSpPr>
      <dsp:spPr>
        <a:xfrm rot="5400000">
          <a:off x="343119" y="442335"/>
          <a:ext cx="427721" cy="711719"/>
        </a:xfrm>
        <a:prstGeom prst="corner">
          <a:avLst>
            <a:gd name="adj1" fmla="val 16120"/>
            <a:gd name="adj2" fmla="val 1611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B3A4D9-7D15-4F34-9644-C0FE4E2D243C}">
      <dsp:nvSpPr>
        <dsp:cNvPr id="0" name=""/>
        <dsp:cNvSpPr/>
      </dsp:nvSpPr>
      <dsp:spPr>
        <a:xfrm>
          <a:off x="271722" y="654985"/>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Descriptiva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a:solidFill>
                <a:schemeClr val="bg1"/>
              </a:solidFill>
            </a:rPr>
            <a:t>¿Qué está pasando?</a:t>
          </a:r>
          <a:endParaRPr lang="es-SV" sz="600" kern="1200" dirty="0">
            <a:solidFill>
              <a:schemeClr val="bg1"/>
            </a:solidFill>
          </a:endParaRPr>
        </a:p>
      </dsp:txBody>
      <dsp:txXfrm>
        <a:off x="271722" y="654985"/>
        <a:ext cx="642544" cy="563227"/>
      </dsp:txXfrm>
    </dsp:sp>
    <dsp:sp modelId="{E1F1948C-2E0E-4EB7-B119-0F8AB294B5E5}">
      <dsp:nvSpPr>
        <dsp:cNvPr id="0" name=""/>
        <dsp:cNvSpPr/>
      </dsp:nvSpPr>
      <dsp:spPr>
        <a:xfrm>
          <a:off x="793031" y="389937"/>
          <a:ext cx="121234" cy="121234"/>
        </a:xfrm>
        <a:prstGeom prst="triangle">
          <a:avLst>
            <a:gd name="adj" fmla="val 100000"/>
          </a:avLst>
        </a:prstGeom>
        <a:solidFill>
          <a:schemeClr val="accent3">
            <a:hueOff val="-1663886"/>
            <a:satOff val="14103"/>
            <a:lumOff val="1405"/>
            <a:alphaOff val="0"/>
          </a:schemeClr>
        </a:solidFill>
        <a:ln w="25400" cap="flat" cmpd="sng" algn="ctr">
          <a:solidFill>
            <a:schemeClr val="accent3">
              <a:hueOff val="-1663886"/>
              <a:satOff val="14103"/>
              <a:lumOff val="14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73A0D6-878F-4D0E-9EF7-65113C72BBA6}">
      <dsp:nvSpPr>
        <dsp:cNvPr id="0" name=""/>
        <dsp:cNvSpPr/>
      </dsp:nvSpPr>
      <dsp:spPr>
        <a:xfrm rot="5400000">
          <a:off x="1129719" y="247690"/>
          <a:ext cx="427721" cy="711719"/>
        </a:xfrm>
        <a:prstGeom prst="corner">
          <a:avLst>
            <a:gd name="adj1" fmla="val 16120"/>
            <a:gd name="adj2" fmla="val 16110"/>
          </a:avLst>
        </a:prstGeom>
        <a:solidFill>
          <a:schemeClr val="accent3">
            <a:hueOff val="-3327773"/>
            <a:satOff val="28205"/>
            <a:lumOff val="2810"/>
            <a:alphaOff val="0"/>
          </a:schemeClr>
        </a:solidFill>
        <a:ln w="25400" cap="flat" cmpd="sng" algn="ctr">
          <a:solidFill>
            <a:schemeClr val="accent3">
              <a:hueOff val="-3327773"/>
              <a:satOff val="28205"/>
              <a:lumOff val="281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032816-635E-4B7D-A873-AF308CD6E61B}">
      <dsp:nvSpPr>
        <dsp:cNvPr id="0" name=""/>
        <dsp:cNvSpPr/>
      </dsp:nvSpPr>
      <dsp:spPr>
        <a:xfrm>
          <a:off x="1058321" y="460341"/>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Diagnostica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dirty="0">
              <a:solidFill>
                <a:schemeClr val="bg1"/>
              </a:solidFill>
            </a:rPr>
            <a:t>¿Por qué ha pasado?</a:t>
          </a:r>
        </a:p>
      </dsp:txBody>
      <dsp:txXfrm>
        <a:off x="1058321" y="460341"/>
        <a:ext cx="642544" cy="563227"/>
      </dsp:txXfrm>
    </dsp:sp>
    <dsp:sp modelId="{F7F38249-4675-4E55-A088-9150BC012D5F}">
      <dsp:nvSpPr>
        <dsp:cNvPr id="0" name=""/>
        <dsp:cNvSpPr/>
      </dsp:nvSpPr>
      <dsp:spPr>
        <a:xfrm>
          <a:off x="1579631" y="195292"/>
          <a:ext cx="121234" cy="121234"/>
        </a:xfrm>
        <a:prstGeom prst="triangle">
          <a:avLst>
            <a:gd name="adj" fmla="val 100000"/>
          </a:avLst>
        </a:prstGeom>
        <a:solidFill>
          <a:schemeClr val="accent3">
            <a:hueOff val="-4991659"/>
            <a:satOff val="42307"/>
            <a:lumOff val="4215"/>
            <a:alphaOff val="0"/>
          </a:schemeClr>
        </a:solidFill>
        <a:ln w="25400" cap="flat" cmpd="sng" algn="ctr">
          <a:solidFill>
            <a:schemeClr val="accent3">
              <a:hueOff val="-4991659"/>
              <a:satOff val="42307"/>
              <a:lumOff val="421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3E5F87-CD53-4840-B19A-4CA5F73E1211}">
      <dsp:nvSpPr>
        <dsp:cNvPr id="0" name=""/>
        <dsp:cNvSpPr/>
      </dsp:nvSpPr>
      <dsp:spPr>
        <a:xfrm rot="5400000">
          <a:off x="1916318" y="53045"/>
          <a:ext cx="427721" cy="711719"/>
        </a:xfrm>
        <a:prstGeom prst="corner">
          <a:avLst>
            <a:gd name="adj1" fmla="val 16120"/>
            <a:gd name="adj2" fmla="val 16110"/>
          </a:avLst>
        </a:prstGeom>
        <a:solidFill>
          <a:schemeClr val="accent3">
            <a:hueOff val="-6655546"/>
            <a:satOff val="56410"/>
            <a:lumOff val="5621"/>
            <a:alphaOff val="0"/>
          </a:schemeClr>
        </a:solidFill>
        <a:ln w="25400" cap="flat" cmpd="sng" algn="ctr">
          <a:solidFill>
            <a:schemeClr val="accent3">
              <a:hueOff val="-6655546"/>
              <a:satOff val="56410"/>
              <a:lumOff val="56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00BE1D-52B7-43D5-B8A3-31F2186811C1}">
      <dsp:nvSpPr>
        <dsp:cNvPr id="0" name=""/>
        <dsp:cNvSpPr/>
      </dsp:nvSpPr>
      <dsp:spPr>
        <a:xfrm>
          <a:off x="1844921" y="265696"/>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dirty="0">
              <a:solidFill>
                <a:schemeClr val="bg1"/>
              </a:solidFill>
            </a:rPr>
            <a:t>Analítica Predictiva</a:t>
          </a:r>
        </a:p>
        <a:p>
          <a:pPr marL="57150" lvl="1" indent="-57150" algn="ctr" defTabSz="266700">
            <a:lnSpc>
              <a:spcPct val="90000"/>
            </a:lnSpc>
            <a:spcBef>
              <a:spcPct val="0"/>
            </a:spcBef>
            <a:spcAft>
              <a:spcPct val="15000"/>
            </a:spcAft>
            <a:buNone/>
          </a:pPr>
          <a:r>
            <a:rPr lang="es-SV" sz="600" kern="1200">
              <a:solidFill>
                <a:schemeClr val="bg1"/>
              </a:solidFill>
            </a:rPr>
            <a:t>¿Qué va a pasar?</a:t>
          </a:r>
          <a:endParaRPr lang="es-SV" sz="600" kern="1200" dirty="0">
            <a:solidFill>
              <a:schemeClr val="bg1"/>
            </a:solidFill>
          </a:endParaRPr>
        </a:p>
      </dsp:txBody>
      <dsp:txXfrm>
        <a:off x="1844921" y="265696"/>
        <a:ext cx="642544" cy="563227"/>
      </dsp:txXfrm>
    </dsp:sp>
    <dsp:sp modelId="{194B2006-CAAF-4E17-BF52-9C6208A0AC27}">
      <dsp:nvSpPr>
        <dsp:cNvPr id="0" name=""/>
        <dsp:cNvSpPr/>
      </dsp:nvSpPr>
      <dsp:spPr>
        <a:xfrm>
          <a:off x="2366230" y="647"/>
          <a:ext cx="121234" cy="121234"/>
        </a:xfrm>
        <a:prstGeom prst="triangle">
          <a:avLst>
            <a:gd name="adj" fmla="val 100000"/>
          </a:avLst>
        </a:prstGeom>
        <a:solidFill>
          <a:schemeClr val="accent3">
            <a:hueOff val="-8319432"/>
            <a:satOff val="70512"/>
            <a:lumOff val="7026"/>
            <a:alphaOff val="0"/>
          </a:schemeClr>
        </a:solidFill>
        <a:ln w="25400" cap="flat" cmpd="sng" algn="ctr">
          <a:solidFill>
            <a:schemeClr val="accent3">
              <a:hueOff val="-8319432"/>
              <a:satOff val="70512"/>
              <a:lumOff val="70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BF8656-3C1C-4F6A-BF89-97A78B1C008B}">
      <dsp:nvSpPr>
        <dsp:cNvPr id="0" name=""/>
        <dsp:cNvSpPr/>
      </dsp:nvSpPr>
      <dsp:spPr>
        <a:xfrm rot="5400000">
          <a:off x="2702918" y="-141599"/>
          <a:ext cx="427721" cy="711719"/>
        </a:xfrm>
        <a:prstGeom prst="corner">
          <a:avLst>
            <a:gd name="adj1" fmla="val 16120"/>
            <a:gd name="adj2" fmla="val 16110"/>
          </a:avLst>
        </a:prstGeom>
        <a:solidFill>
          <a:schemeClr val="accent3">
            <a:hueOff val="-9983318"/>
            <a:satOff val="84615"/>
            <a:lumOff val="8431"/>
            <a:alphaOff val="0"/>
          </a:schemeClr>
        </a:solidFill>
        <a:ln w="25400" cap="flat" cmpd="sng" algn="ctr">
          <a:solidFill>
            <a:schemeClr val="accent3">
              <a:hueOff val="-9983318"/>
              <a:satOff val="84615"/>
              <a:lumOff val="84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8F827A-4594-46E9-A0FE-A1BED65A3AC0}">
      <dsp:nvSpPr>
        <dsp:cNvPr id="0" name=""/>
        <dsp:cNvSpPr/>
      </dsp:nvSpPr>
      <dsp:spPr>
        <a:xfrm>
          <a:off x="2631521" y="71051"/>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Prescriptiva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dirty="0">
              <a:solidFill>
                <a:schemeClr val="bg1"/>
              </a:solidFill>
            </a:rPr>
            <a:t>¿Qué hacer para que ocurra?</a:t>
          </a:r>
        </a:p>
      </dsp:txBody>
      <dsp:txXfrm>
        <a:off x="2631521" y="71051"/>
        <a:ext cx="642544" cy="56322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1B1B8F-0D93-41DA-A902-E2C10C9B897D}">
      <dsp:nvSpPr>
        <dsp:cNvPr id="0" name=""/>
        <dsp:cNvSpPr/>
      </dsp:nvSpPr>
      <dsp:spPr>
        <a:xfrm rot="5400000">
          <a:off x="343119" y="442335"/>
          <a:ext cx="427721" cy="711719"/>
        </a:xfrm>
        <a:prstGeom prst="corner">
          <a:avLst>
            <a:gd name="adj1" fmla="val 16120"/>
            <a:gd name="adj2" fmla="val 1611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B3A4D9-7D15-4F34-9644-C0FE4E2D243C}">
      <dsp:nvSpPr>
        <dsp:cNvPr id="0" name=""/>
        <dsp:cNvSpPr/>
      </dsp:nvSpPr>
      <dsp:spPr>
        <a:xfrm>
          <a:off x="271722" y="654985"/>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Descriptiva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a:solidFill>
                <a:schemeClr val="bg1"/>
              </a:solidFill>
            </a:rPr>
            <a:t>¿Qué está pasando?</a:t>
          </a:r>
          <a:endParaRPr lang="es-SV" sz="600" kern="1200" dirty="0">
            <a:solidFill>
              <a:schemeClr val="bg1"/>
            </a:solidFill>
          </a:endParaRPr>
        </a:p>
      </dsp:txBody>
      <dsp:txXfrm>
        <a:off x="271722" y="654985"/>
        <a:ext cx="642544" cy="563227"/>
      </dsp:txXfrm>
    </dsp:sp>
    <dsp:sp modelId="{E1F1948C-2E0E-4EB7-B119-0F8AB294B5E5}">
      <dsp:nvSpPr>
        <dsp:cNvPr id="0" name=""/>
        <dsp:cNvSpPr/>
      </dsp:nvSpPr>
      <dsp:spPr>
        <a:xfrm>
          <a:off x="793031" y="389937"/>
          <a:ext cx="121234" cy="121234"/>
        </a:xfrm>
        <a:prstGeom prst="triangle">
          <a:avLst>
            <a:gd name="adj" fmla="val 100000"/>
          </a:avLst>
        </a:prstGeom>
        <a:solidFill>
          <a:schemeClr val="accent3">
            <a:hueOff val="-1663886"/>
            <a:satOff val="14103"/>
            <a:lumOff val="1405"/>
            <a:alphaOff val="0"/>
          </a:schemeClr>
        </a:solidFill>
        <a:ln w="25400" cap="flat" cmpd="sng" algn="ctr">
          <a:solidFill>
            <a:schemeClr val="accent3">
              <a:hueOff val="-1663886"/>
              <a:satOff val="14103"/>
              <a:lumOff val="14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73A0D6-878F-4D0E-9EF7-65113C72BBA6}">
      <dsp:nvSpPr>
        <dsp:cNvPr id="0" name=""/>
        <dsp:cNvSpPr/>
      </dsp:nvSpPr>
      <dsp:spPr>
        <a:xfrm rot="5400000">
          <a:off x="1129719" y="247690"/>
          <a:ext cx="427721" cy="711719"/>
        </a:xfrm>
        <a:prstGeom prst="corner">
          <a:avLst>
            <a:gd name="adj1" fmla="val 16120"/>
            <a:gd name="adj2" fmla="val 16110"/>
          </a:avLst>
        </a:prstGeom>
        <a:solidFill>
          <a:schemeClr val="accent3">
            <a:hueOff val="-3327773"/>
            <a:satOff val="28205"/>
            <a:lumOff val="2810"/>
            <a:alphaOff val="0"/>
          </a:schemeClr>
        </a:solidFill>
        <a:ln w="25400" cap="flat" cmpd="sng" algn="ctr">
          <a:solidFill>
            <a:schemeClr val="accent3">
              <a:hueOff val="-3327773"/>
              <a:satOff val="28205"/>
              <a:lumOff val="281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032816-635E-4B7D-A873-AF308CD6E61B}">
      <dsp:nvSpPr>
        <dsp:cNvPr id="0" name=""/>
        <dsp:cNvSpPr/>
      </dsp:nvSpPr>
      <dsp:spPr>
        <a:xfrm>
          <a:off x="1058321" y="460341"/>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Diagnostica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dirty="0">
              <a:solidFill>
                <a:schemeClr val="bg1"/>
              </a:solidFill>
            </a:rPr>
            <a:t>¿Por qué ha pasado?</a:t>
          </a:r>
        </a:p>
      </dsp:txBody>
      <dsp:txXfrm>
        <a:off x="1058321" y="460341"/>
        <a:ext cx="642544" cy="563227"/>
      </dsp:txXfrm>
    </dsp:sp>
    <dsp:sp modelId="{F7F38249-4675-4E55-A088-9150BC012D5F}">
      <dsp:nvSpPr>
        <dsp:cNvPr id="0" name=""/>
        <dsp:cNvSpPr/>
      </dsp:nvSpPr>
      <dsp:spPr>
        <a:xfrm>
          <a:off x="1579631" y="195292"/>
          <a:ext cx="121234" cy="121234"/>
        </a:xfrm>
        <a:prstGeom prst="triangle">
          <a:avLst>
            <a:gd name="adj" fmla="val 100000"/>
          </a:avLst>
        </a:prstGeom>
        <a:solidFill>
          <a:schemeClr val="accent3">
            <a:hueOff val="-4991659"/>
            <a:satOff val="42307"/>
            <a:lumOff val="4215"/>
            <a:alphaOff val="0"/>
          </a:schemeClr>
        </a:solidFill>
        <a:ln w="25400" cap="flat" cmpd="sng" algn="ctr">
          <a:solidFill>
            <a:schemeClr val="accent3">
              <a:hueOff val="-4991659"/>
              <a:satOff val="42307"/>
              <a:lumOff val="421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3E5F87-CD53-4840-B19A-4CA5F73E1211}">
      <dsp:nvSpPr>
        <dsp:cNvPr id="0" name=""/>
        <dsp:cNvSpPr/>
      </dsp:nvSpPr>
      <dsp:spPr>
        <a:xfrm rot="5400000">
          <a:off x="1916318" y="53045"/>
          <a:ext cx="427721" cy="711719"/>
        </a:xfrm>
        <a:prstGeom prst="corner">
          <a:avLst>
            <a:gd name="adj1" fmla="val 16120"/>
            <a:gd name="adj2" fmla="val 16110"/>
          </a:avLst>
        </a:prstGeom>
        <a:solidFill>
          <a:schemeClr val="accent3">
            <a:hueOff val="-6655546"/>
            <a:satOff val="56410"/>
            <a:lumOff val="5621"/>
            <a:alphaOff val="0"/>
          </a:schemeClr>
        </a:solidFill>
        <a:ln w="25400" cap="flat" cmpd="sng" algn="ctr">
          <a:solidFill>
            <a:schemeClr val="accent3">
              <a:hueOff val="-6655546"/>
              <a:satOff val="56410"/>
              <a:lumOff val="56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00BE1D-52B7-43D5-B8A3-31F2186811C1}">
      <dsp:nvSpPr>
        <dsp:cNvPr id="0" name=""/>
        <dsp:cNvSpPr/>
      </dsp:nvSpPr>
      <dsp:spPr>
        <a:xfrm>
          <a:off x="1844921" y="265696"/>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dirty="0">
              <a:solidFill>
                <a:schemeClr val="bg1"/>
              </a:solidFill>
            </a:rPr>
            <a:t>Analítica Predictiva</a:t>
          </a:r>
        </a:p>
        <a:p>
          <a:pPr marL="57150" lvl="1" indent="-57150" algn="ctr" defTabSz="266700">
            <a:lnSpc>
              <a:spcPct val="90000"/>
            </a:lnSpc>
            <a:spcBef>
              <a:spcPct val="0"/>
            </a:spcBef>
            <a:spcAft>
              <a:spcPct val="15000"/>
            </a:spcAft>
            <a:buNone/>
          </a:pPr>
          <a:r>
            <a:rPr lang="es-SV" sz="600" kern="1200">
              <a:solidFill>
                <a:schemeClr val="bg1"/>
              </a:solidFill>
            </a:rPr>
            <a:t>¿Qué va a pasar?</a:t>
          </a:r>
          <a:endParaRPr lang="es-SV" sz="600" kern="1200" dirty="0">
            <a:solidFill>
              <a:schemeClr val="bg1"/>
            </a:solidFill>
          </a:endParaRPr>
        </a:p>
      </dsp:txBody>
      <dsp:txXfrm>
        <a:off x="1844921" y="265696"/>
        <a:ext cx="642544" cy="563227"/>
      </dsp:txXfrm>
    </dsp:sp>
    <dsp:sp modelId="{194B2006-CAAF-4E17-BF52-9C6208A0AC27}">
      <dsp:nvSpPr>
        <dsp:cNvPr id="0" name=""/>
        <dsp:cNvSpPr/>
      </dsp:nvSpPr>
      <dsp:spPr>
        <a:xfrm>
          <a:off x="2366230" y="647"/>
          <a:ext cx="121234" cy="121234"/>
        </a:xfrm>
        <a:prstGeom prst="triangle">
          <a:avLst>
            <a:gd name="adj" fmla="val 100000"/>
          </a:avLst>
        </a:prstGeom>
        <a:solidFill>
          <a:schemeClr val="accent3">
            <a:hueOff val="-8319432"/>
            <a:satOff val="70512"/>
            <a:lumOff val="7026"/>
            <a:alphaOff val="0"/>
          </a:schemeClr>
        </a:solidFill>
        <a:ln w="25400" cap="flat" cmpd="sng" algn="ctr">
          <a:solidFill>
            <a:schemeClr val="accent3">
              <a:hueOff val="-8319432"/>
              <a:satOff val="70512"/>
              <a:lumOff val="70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BF8656-3C1C-4F6A-BF89-97A78B1C008B}">
      <dsp:nvSpPr>
        <dsp:cNvPr id="0" name=""/>
        <dsp:cNvSpPr/>
      </dsp:nvSpPr>
      <dsp:spPr>
        <a:xfrm rot="5400000">
          <a:off x="2702918" y="-141599"/>
          <a:ext cx="427721" cy="711719"/>
        </a:xfrm>
        <a:prstGeom prst="corner">
          <a:avLst>
            <a:gd name="adj1" fmla="val 16120"/>
            <a:gd name="adj2" fmla="val 16110"/>
          </a:avLst>
        </a:prstGeom>
        <a:solidFill>
          <a:schemeClr val="accent3">
            <a:hueOff val="-9983318"/>
            <a:satOff val="84615"/>
            <a:lumOff val="8431"/>
            <a:alphaOff val="0"/>
          </a:schemeClr>
        </a:solidFill>
        <a:ln w="25400" cap="flat" cmpd="sng" algn="ctr">
          <a:solidFill>
            <a:schemeClr val="accent3">
              <a:hueOff val="-9983318"/>
              <a:satOff val="84615"/>
              <a:lumOff val="84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8F827A-4594-46E9-A0FE-A1BED65A3AC0}">
      <dsp:nvSpPr>
        <dsp:cNvPr id="0" name=""/>
        <dsp:cNvSpPr/>
      </dsp:nvSpPr>
      <dsp:spPr>
        <a:xfrm>
          <a:off x="2631521" y="71051"/>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Prescriptiva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dirty="0">
              <a:solidFill>
                <a:schemeClr val="bg1"/>
              </a:solidFill>
            </a:rPr>
            <a:t>¿Qué hacer para que ocurra?</a:t>
          </a:r>
        </a:p>
      </dsp:txBody>
      <dsp:txXfrm>
        <a:off x="2631521" y="71051"/>
        <a:ext cx="642544" cy="5632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1B1B8F-0D93-41DA-A902-E2C10C9B897D}">
      <dsp:nvSpPr>
        <dsp:cNvPr id="0" name=""/>
        <dsp:cNvSpPr/>
      </dsp:nvSpPr>
      <dsp:spPr>
        <a:xfrm rot="5400000">
          <a:off x="343119" y="442335"/>
          <a:ext cx="427721" cy="711719"/>
        </a:xfrm>
        <a:prstGeom prst="corner">
          <a:avLst>
            <a:gd name="adj1" fmla="val 16120"/>
            <a:gd name="adj2" fmla="val 1611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B3A4D9-7D15-4F34-9644-C0FE4E2D243C}">
      <dsp:nvSpPr>
        <dsp:cNvPr id="0" name=""/>
        <dsp:cNvSpPr/>
      </dsp:nvSpPr>
      <dsp:spPr>
        <a:xfrm>
          <a:off x="271722" y="654985"/>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Descriptiva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a:solidFill>
                <a:schemeClr val="bg1"/>
              </a:solidFill>
            </a:rPr>
            <a:t>¿Qué está pasando?</a:t>
          </a:r>
          <a:endParaRPr lang="es-SV" sz="600" kern="1200" dirty="0">
            <a:solidFill>
              <a:schemeClr val="bg1"/>
            </a:solidFill>
          </a:endParaRPr>
        </a:p>
      </dsp:txBody>
      <dsp:txXfrm>
        <a:off x="271722" y="654985"/>
        <a:ext cx="642544" cy="563227"/>
      </dsp:txXfrm>
    </dsp:sp>
    <dsp:sp modelId="{E1F1948C-2E0E-4EB7-B119-0F8AB294B5E5}">
      <dsp:nvSpPr>
        <dsp:cNvPr id="0" name=""/>
        <dsp:cNvSpPr/>
      </dsp:nvSpPr>
      <dsp:spPr>
        <a:xfrm>
          <a:off x="793031" y="389937"/>
          <a:ext cx="121234" cy="121234"/>
        </a:xfrm>
        <a:prstGeom prst="triangle">
          <a:avLst>
            <a:gd name="adj" fmla="val 100000"/>
          </a:avLst>
        </a:prstGeom>
        <a:solidFill>
          <a:schemeClr val="accent3">
            <a:hueOff val="-1663886"/>
            <a:satOff val="14103"/>
            <a:lumOff val="1405"/>
            <a:alphaOff val="0"/>
          </a:schemeClr>
        </a:solidFill>
        <a:ln w="25400" cap="flat" cmpd="sng" algn="ctr">
          <a:solidFill>
            <a:schemeClr val="accent3">
              <a:hueOff val="-1663886"/>
              <a:satOff val="14103"/>
              <a:lumOff val="14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73A0D6-878F-4D0E-9EF7-65113C72BBA6}">
      <dsp:nvSpPr>
        <dsp:cNvPr id="0" name=""/>
        <dsp:cNvSpPr/>
      </dsp:nvSpPr>
      <dsp:spPr>
        <a:xfrm rot="5400000">
          <a:off x="1129719" y="247690"/>
          <a:ext cx="427721" cy="711719"/>
        </a:xfrm>
        <a:prstGeom prst="corner">
          <a:avLst>
            <a:gd name="adj1" fmla="val 16120"/>
            <a:gd name="adj2" fmla="val 16110"/>
          </a:avLst>
        </a:prstGeom>
        <a:solidFill>
          <a:schemeClr val="accent3">
            <a:hueOff val="-3327773"/>
            <a:satOff val="28205"/>
            <a:lumOff val="2810"/>
            <a:alphaOff val="0"/>
          </a:schemeClr>
        </a:solidFill>
        <a:ln w="25400" cap="flat" cmpd="sng" algn="ctr">
          <a:solidFill>
            <a:schemeClr val="accent3">
              <a:hueOff val="-3327773"/>
              <a:satOff val="28205"/>
              <a:lumOff val="281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032816-635E-4B7D-A873-AF308CD6E61B}">
      <dsp:nvSpPr>
        <dsp:cNvPr id="0" name=""/>
        <dsp:cNvSpPr/>
      </dsp:nvSpPr>
      <dsp:spPr>
        <a:xfrm>
          <a:off x="1058321" y="460341"/>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Diagnostica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dirty="0">
              <a:solidFill>
                <a:schemeClr val="bg1"/>
              </a:solidFill>
            </a:rPr>
            <a:t>¿Por qué ha pasado?</a:t>
          </a:r>
        </a:p>
      </dsp:txBody>
      <dsp:txXfrm>
        <a:off x="1058321" y="460341"/>
        <a:ext cx="642544" cy="563227"/>
      </dsp:txXfrm>
    </dsp:sp>
    <dsp:sp modelId="{F7F38249-4675-4E55-A088-9150BC012D5F}">
      <dsp:nvSpPr>
        <dsp:cNvPr id="0" name=""/>
        <dsp:cNvSpPr/>
      </dsp:nvSpPr>
      <dsp:spPr>
        <a:xfrm>
          <a:off x="1579631" y="195292"/>
          <a:ext cx="121234" cy="121234"/>
        </a:xfrm>
        <a:prstGeom prst="triangle">
          <a:avLst>
            <a:gd name="adj" fmla="val 100000"/>
          </a:avLst>
        </a:prstGeom>
        <a:solidFill>
          <a:schemeClr val="accent3">
            <a:hueOff val="-4991659"/>
            <a:satOff val="42307"/>
            <a:lumOff val="4215"/>
            <a:alphaOff val="0"/>
          </a:schemeClr>
        </a:solidFill>
        <a:ln w="25400" cap="flat" cmpd="sng" algn="ctr">
          <a:solidFill>
            <a:schemeClr val="accent3">
              <a:hueOff val="-4991659"/>
              <a:satOff val="42307"/>
              <a:lumOff val="421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3E5F87-CD53-4840-B19A-4CA5F73E1211}">
      <dsp:nvSpPr>
        <dsp:cNvPr id="0" name=""/>
        <dsp:cNvSpPr/>
      </dsp:nvSpPr>
      <dsp:spPr>
        <a:xfrm rot="5400000">
          <a:off x="1916318" y="53045"/>
          <a:ext cx="427721" cy="711719"/>
        </a:xfrm>
        <a:prstGeom prst="corner">
          <a:avLst>
            <a:gd name="adj1" fmla="val 16120"/>
            <a:gd name="adj2" fmla="val 16110"/>
          </a:avLst>
        </a:prstGeom>
        <a:solidFill>
          <a:schemeClr val="accent3">
            <a:hueOff val="-6655546"/>
            <a:satOff val="56410"/>
            <a:lumOff val="5621"/>
            <a:alphaOff val="0"/>
          </a:schemeClr>
        </a:solidFill>
        <a:ln w="25400" cap="flat" cmpd="sng" algn="ctr">
          <a:solidFill>
            <a:schemeClr val="accent3">
              <a:hueOff val="-6655546"/>
              <a:satOff val="56410"/>
              <a:lumOff val="56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00BE1D-52B7-43D5-B8A3-31F2186811C1}">
      <dsp:nvSpPr>
        <dsp:cNvPr id="0" name=""/>
        <dsp:cNvSpPr/>
      </dsp:nvSpPr>
      <dsp:spPr>
        <a:xfrm>
          <a:off x="1844921" y="265696"/>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dirty="0">
              <a:solidFill>
                <a:schemeClr val="bg1"/>
              </a:solidFill>
            </a:rPr>
            <a:t>Analítica Predictiva</a:t>
          </a:r>
        </a:p>
        <a:p>
          <a:pPr marL="57150" lvl="1" indent="-57150" algn="ctr" defTabSz="266700">
            <a:lnSpc>
              <a:spcPct val="90000"/>
            </a:lnSpc>
            <a:spcBef>
              <a:spcPct val="0"/>
            </a:spcBef>
            <a:spcAft>
              <a:spcPct val="15000"/>
            </a:spcAft>
            <a:buNone/>
          </a:pPr>
          <a:r>
            <a:rPr lang="es-SV" sz="600" kern="1200">
              <a:solidFill>
                <a:schemeClr val="bg1"/>
              </a:solidFill>
            </a:rPr>
            <a:t>¿Qué va a pasar?</a:t>
          </a:r>
          <a:endParaRPr lang="es-SV" sz="600" kern="1200" dirty="0">
            <a:solidFill>
              <a:schemeClr val="bg1"/>
            </a:solidFill>
          </a:endParaRPr>
        </a:p>
      </dsp:txBody>
      <dsp:txXfrm>
        <a:off x="1844921" y="265696"/>
        <a:ext cx="642544" cy="563227"/>
      </dsp:txXfrm>
    </dsp:sp>
    <dsp:sp modelId="{194B2006-CAAF-4E17-BF52-9C6208A0AC27}">
      <dsp:nvSpPr>
        <dsp:cNvPr id="0" name=""/>
        <dsp:cNvSpPr/>
      </dsp:nvSpPr>
      <dsp:spPr>
        <a:xfrm>
          <a:off x="2366230" y="647"/>
          <a:ext cx="121234" cy="121234"/>
        </a:xfrm>
        <a:prstGeom prst="triangle">
          <a:avLst>
            <a:gd name="adj" fmla="val 100000"/>
          </a:avLst>
        </a:prstGeom>
        <a:solidFill>
          <a:schemeClr val="accent3">
            <a:hueOff val="-8319432"/>
            <a:satOff val="70512"/>
            <a:lumOff val="7026"/>
            <a:alphaOff val="0"/>
          </a:schemeClr>
        </a:solidFill>
        <a:ln w="25400" cap="flat" cmpd="sng" algn="ctr">
          <a:solidFill>
            <a:schemeClr val="accent3">
              <a:hueOff val="-8319432"/>
              <a:satOff val="70512"/>
              <a:lumOff val="70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BF8656-3C1C-4F6A-BF89-97A78B1C008B}">
      <dsp:nvSpPr>
        <dsp:cNvPr id="0" name=""/>
        <dsp:cNvSpPr/>
      </dsp:nvSpPr>
      <dsp:spPr>
        <a:xfrm rot="5400000">
          <a:off x="2702918" y="-141599"/>
          <a:ext cx="427721" cy="711719"/>
        </a:xfrm>
        <a:prstGeom prst="corner">
          <a:avLst>
            <a:gd name="adj1" fmla="val 16120"/>
            <a:gd name="adj2" fmla="val 16110"/>
          </a:avLst>
        </a:prstGeom>
        <a:solidFill>
          <a:schemeClr val="accent3">
            <a:hueOff val="-9983318"/>
            <a:satOff val="84615"/>
            <a:lumOff val="8431"/>
            <a:alphaOff val="0"/>
          </a:schemeClr>
        </a:solidFill>
        <a:ln w="25400" cap="flat" cmpd="sng" algn="ctr">
          <a:solidFill>
            <a:schemeClr val="accent3">
              <a:hueOff val="-9983318"/>
              <a:satOff val="84615"/>
              <a:lumOff val="84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8F827A-4594-46E9-A0FE-A1BED65A3AC0}">
      <dsp:nvSpPr>
        <dsp:cNvPr id="0" name=""/>
        <dsp:cNvSpPr/>
      </dsp:nvSpPr>
      <dsp:spPr>
        <a:xfrm>
          <a:off x="2631521" y="71051"/>
          <a:ext cx="642544" cy="563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SV" sz="800" kern="1200">
              <a:solidFill>
                <a:schemeClr val="bg1"/>
              </a:solidFill>
            </a:rPr>
            <a:t>Analítica Prescriptiva</a:t>
          </a:r>
          <a:endParaRPr lang="es-SV" sz="800" kern="1200" dirty="0">
            <a:solidFill>
              <a:schemeClr val="bg1"/>
            </a:solidFill>
          </a:endParaRPr>
        </a:p>
        <a:p>
          <a:pPr marL="57150" lvl="1" indent="-57150" algn="ctr" defTabSz="266700">
            <a:lnSpc>
              <a:spcPct val="90000"/>
            </a:lnSpc>
            <a:spcBef>
              <a:spcPct val="0"/>
            </a:spcBef>
            <a:spcAft>
              <a:spcPct val="15000"/>
            </a:spcAft>
            <a:buNone/>
          </a:pPr>
          <a:r>
            <a:rPr lang="es-SV" sz="600" kern="1200" dirty="0">
              <a:solidFill>
                <a:schemeClr val="bg1"/>
              </a:solidFill>
            </a:rPr>
            <a:t>¿Qué hacer para que ocurra?</a:t>
          </a:r>
        </a:p>
      </dsp:txBody>
      <dsp:txXfrm>
        <a:off x="2631521" y="71051"/>
        <a:ext cx="642544" cy="56322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F9A2A3-990D-4632-86F5-CE0CE35AD729}">
      <dsp:nvSpPr>
        <dsp:cNvPr id="0" name=""/>
        <dsp:cNvSpPr/>
      </dsp:nvSpPr>
      <dsp:spPr>
        <a:xfrm>
          <a:off x="3280" y="1699956"/>
          <a:ext cx="1807418" cy="1490742"/>
        </a:xfrm>
        <a:prstGeom prst="roundRect">
          <a:avLst>
            <a:gd name="adj" fmla="val 10000"/>
          </a:avLst>
        </a:prstGeom>
        <a:solidFill>
          <a:schemeClr val="lt1">
            <a:alpha val="90000"/>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a:lnSpc>
              <a:spcPct val="90000"/>
            </a:lnSpc>
            <a:spcBef>
              <a:spcPct val="0"/>
            </a:spcBef>
            <a:spcAft>
              <a:spcPct val="15000"/>
            </a:spcAft>
            <a:buChar char="•"/>
          </a:pPr>
          <a:r>
            <a:rPr lang="es-MX" sz="600" b="0" i="0" kern="1200" dirty="0"/>
            <a:t>Entender el comportamiento de compra de los clientes.</a:t>
          </a:r>
          <a:endParaRPr lang="es-SV" sz="600" kern="1200" dirty="0"/>
        </a:p>
        <a:p>
          <a:pPr marL="57150" lvl="1" indent="-57150" algn="l" defTabSz="266700">
            <a:lnSpc>
              <a:spcPct val="90000"/>
            </a:lnSpc>
            <a:spcBef>
              <a:spcPct val="0"/>
            </a:spcBef>
            <a:spcAft>
              <a:spcPct val="15000"/>
            </a:spcAft>
            <a:buChar char="•"/>
          </a:pPr>
          <a:r>
            <a:rPr lang="es-MX" sz="600" b="0" i="1" kern="1200" dirty="0"/>
            <a:t>La empresa analiza los datos históricos de ventas para identificar patrones de compra. Descubren que las ventas aumentan significativamente durante los fines de semana y que ciertos productos son más populares en diferentes épocas del año.</a:t>
          </a:r>
          <a:endParaRPr lang="es-SV" sz="600" i="1" kern="1200" dirty="0"/>
        </a:p>
      </dsp:txBody>
      <dsp:txXfrm>
        <a:off x="37586" y="1734262"/>
        <a:ext cx="1738806" cy="1102685"/>
      </dsp:txXfrm>
    </dsp:sp>
    <dsp:sp modelId="{064EA89C-8C9F-4B5D-B691-1D588A608BB7}">
      <dsp:nvSpPr>
        <dsp:cNvPr id="0" name=""/>
        <dsp:cNvSpPr/>
      </dsp:nvSpPr>
      <dsp:spPr>
        <a:xfrm>
          <a:off x="1026144" y="2080654"/>
          <a:ext cx="1955355" cy="1955355"/>
        </a:xfrm>
        <a:prstGeom prst="leftCircularArrow">
          <a:avLst>
            <a:gd name="adj1" fmla="val 2962"/>
            <a:gd name="adj2" fmla="val 362857"/>
            <a:gd name="adj3" fmla="val 2138367"/>
            <a:gd name="adj4" fmla="val 9024489"/>
            <a:gd name="adj5" fmla="val 3456"/>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9CE96CB-33A2-49ED-8743-55B06414ACC6}">
      <dsp:nvSpPr>
        <dsp:cNvPr id="0" name=""/>
        <dsp:cNvSpPr/>
      </dsp:nvSpPr>
      <dsp:spPr>
        <a:xfrm>
          <a:off x="404929" y="2871253"/>
          <a:ext cx="1606594" cy="638889"/>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SV" sz="2000" kern="1200" dirty="0"/>
            <a:t>Descriptiva</a:t>
          </a:r>
        </a:p>
      </dsp:txBody>
      <dsp:txXfrm>
        <a:off x="423641" y="2889965"/>
        <a:ext cx="1569170" cy="601465"/>
      </dsp:txXfrm>
    </dsp:sp>
    <dsp:sp modelId="{919A507C-DCD3-437A-A24E-DE62EE6884DF}">
      <dsp:nvSpPr>
        <dsp:cNvPr id="0" name=""/>
        <dsp:cNvSpPr/>
      </dsp:nvSpPr>
      <dsp:spPr>
        <a:xfrm>
          <a:off x="2287315" y="1699956"/>
          <a:ext cx="1807418" cy="1490742"/>
        </a:xfrm>
        <a:prstGeom prst="roundRect">
          <a:avLst>
            <a:gd name="adj" fmla="val 10000"/>
          </a:avLst>
        </a:prstGeom>
        <a:solidFill>
          <a:schemeClr val="lt1">
            <a:alpha val="90000"/>
            <a:hueOff val="0"/>
            <a:satOff val="0"/>
            <a:lumOff val="0"/>
            <a:alphaOff val="0"/>
          </a:schemeClr>
        </a:solidFill>
        <a:ln w="25400" cap="flat" cmpd="sng" algn="ctr">
          <a:solidFill>
            <a:schemeClr val="accent1">
              <a:shade val="80000"/>
              <a:hueOff val="-129793"/>
              <a:satOff val="7179"/>
              <a:lumOff val="807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a:lnSpc>
              <a:spcPct val="90000"/>
            </a:lnSpc>
            <a:spcBef>
              <a:spcPct val="0"/>
            </a:spcBef>
            <a:spcAft>
              <a:spcPct val="15000"/>
            </a:spcAft>
            <a:buChar char="•"/>
          </a:pPr>
          <a:r>
            <a:rPr lang="es-MX" sz="600" b="0" i="0" kern="1200"/>
            <a:t>Determinar las causas detrás de los patrones observados</a:t>
          </a:r>
          <a:endParaRPr lang="es-SV" sz="600" kern="1200" dirty="0"/>
        </a:p>
        <a:p>
          <a:pPr marL="57150" lvl="1" indent="-57150" algn="l" defTabSz="266700">
            <a:lnSpc>
              <a:spcPct val="90000"/>
            </a:lnSpc>
            <a:spcBef>
              <a:spcPct val="0"/>
            </a:spcBef>
            <a:spcAft>
              <a:spcPct val="15000"/>
            </a:spcAft>
            <a:buChar char="•"/>
          </a:pPr>
          <a:r>
            <a:rPr lang="es-MX" sz="600" b="0" i="0" kern="1200"/>
            <a:t>La empresa investiga por qué las ventas aumentan los fines de semana. Analizan factores como las campañas de marketing, las promociones y el tráfico web. Descubren que las promociones especiales y los envíos gratuitos durante los fines de semana son las principales razones del aumento en las ventas</a:t>
          </a:r>
          <a:endParaRPr lang="es-SV" sz="600" kern="1200" dirty="0"/>
        </a:p>
      </dsp:txBody>
      <dsp:txXfrm>
        <a:off x="2321621" y="2053707"/>
        <a:ext cx="1738806" cy="1102685"/>
      </dsp:txXfrm>
    </dsp:sp>
    <dsp:sp modelId="{0E7BCE18-0B84-4E71-BB8A-8E66F547747A}">
      <dsp:nvSpPr>
        <dsp:cNvPr id="0" name=""/>
        <dsp:cNvSpPr/>
      </dsp:nvSpPr>
      <dsp:spPr>
        <a:xfrm>
          <a:off x="3295117" y="796194"/>
          <a:ext cx="2186303" cy="2186303"/>
        </a:xfrm>
        <a:prstGeom prst="circularArrow">
          <a:avLst>
            <a:gd name="adj1" fmla="val 2649"/>
            <a:gd name="adj2" fmla="val 322161"/>
            <a:gd name="adj3" fmla="val 19502328"/>
            <a:gd name="adj4" fmla="val 12575511"/>
            <a:gd name="adj5" fmla="val 3091"/>
          </a:avLst>
        </a:prstGeom>
        <a:solidFill>
          <a:schemeClr val="accent1">
            <a:shade val="90000"/>
            <a:hueOff val="-194724"/>
            <a:satOff val="5612"/>
            <a:lumOff val="1055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CE8AF3-E7B7-4385-9F9E-5F24D5243882}">
      <dsp:nvSpPr>
        <dsp:cNvPr id="0" name=""/>
        <dsp:cNvSpPr/>
      </dsp:nvSpPr>
      <dsp:spPr>
        <a:xfrm>
          <a:off x="2688964" y="1380511"/>
          <a:ext cx="1606594" cy="638889"/>
        </a:xfrm>
        <a:prstGeom prst="roundRect">
          <a:avLst>
            <a:gd name="adj" fmla="val 10000"/>
          </a:avLst>
        </a:prstGeom>
        <a:solidFill>
          <a:schemeClr val="accent1">
            <a:shade val="80000"/>
            <a:hueOff val="-129793"/>
            <a:satOff val="7179"/>
            <a:lumOff val="807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SV" sz="2000" b="1" i="0" kern="1200" dirty="0"/>
            <a:t>Diagnóstica</a:t>
          </a:r>
          <a:endParaRPr lang="es-SV" sz="2000" kern="1200" dirty="0"/>
        </a:p>
      </dsp:txBody>
      <dsp:txXfrm>
        <a:off x="2707676" y="1399223"/>
        <a:ext cx="1569170" cy="601465"/>
      </dsp:txXfrm>
    </dsp:sp>
    <dsp:sp modelId="{E7639B62-4375-4244-87E1-8BF2289814A9}">
      <dsp:nvSpPr>
        <dsp:cNvPr id="0" name=""/>
        <dsp:cNvSpPr/>
      </dsp:nvSpPr>
      <dsp:spPr>
        <a:xfrm>
          <a:off x="4571350" y="1699956"/>
          <a:ext cx="1807418" cy="1490742"/>
        </a:xfrm>
        <a:prstGeom prst="roundRect">
          <a:avLst>
            <a:gd name="adj" fmla="val 10000"/>
          </a:avLst>
        </a:prstGeom>
        <a:solidFill>
          <a:schemeClr val="lt1">
            <a:alpha val="90000"/>
            <a:hueOff val="0"/>
            <a:satOff val="0"/>
            <a:lumOff val="0"/>
            <a:alphaOff val="0"/>
          </a:schemeClr>
        </a:solidFill>
        <a:ln w="25400" cap="flat" cmpd="sng" algn="ctr">
          <a:solidFill>
            <a:schemeClr val="accent1">
              <a:shade val="80000"/>
              <a:hueOff val="-259586"/>
              <a:satOff val="14358"/>
              <a:lumOff val="1614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a:lnSpc>
              <a:spcPct val="90000"/>
            </a:lnSpc>
            <a:spcBef>
              <a:spcPct val="0"/>
            </a:spcBef>
            <a:spcAft>
              <a:spcPct val="15000"/>
            </a:spcAft>
            <a:buChar char="•"/>
          </a:pPr>
          <a:r>
            <a:rPr lang="es-SV" sz="600" b="0" i="0" kern="1200"/>
            <a:t>Predecir futuros comportamientos de compra</a:t>
          </a:r>
          <a:endParaRPr lang="es-SV" sz="600" kern="1200" dirty="0"/>
        </a:p>
        <a:p>
          <a:pPr marL="57150" lvl="1" indent="-57150" algn="l" defTabSz="266700">
            <a:lnSpc>
              <a:spcPct val="90000"/>
            </a:lnSpc>
            <a:spcBef>
              <a:spcPct val="0"/>
            </a:spcBef>
            <a:spcAft>
              <a:spcPct val="15000"/>
            </a:spcAft>
            <a:buChar char="•"/>
          </a:pPr>
          <a:r>
            <a:rPr lang="es-MX" sz="600" b="0" i="0" kern="1200" dirty="0"/>
            <a:t>Utilizando modelos de machine </a:t>
          </a:r>
          <a:r>
            <a:rPr lang="es-MX" sz="600" b="0" i="0" kern="1200" dirty="0" err="1"/>
            <a:t>learning</a:t>
          </a:r>
          <a:r>
            <a:rPr lang="es-MX" sz="600" b="0" i="0" kern="1200" dirty="0"/>
            <a:t>, la empresa predice que las ventas de ciertos productos aumentarán durante la próxima temporada de vacaciones. También anticipan que los clientes que compraron productos específicos en el pasado tienen una alta probabilidad de realizar compras adicionales en las próximas semanas.</a:t>
          </a:r>
          <a:endParaRPr lang="es-SV" sz="600" kern="1200" dirty="0"/>
        </a:p>
      </dsp:txBody>
      <dsp:txXfrm>
        <a:off x="4605656" y="1734262"/>
        <a:ext cx="1738806" cy="1102685"/>
      </dsp:txXfrm>
    </dsp:sp>
    <dsp:sp modelId="{AE77D7E0-AA9E-4F8D-B684-CC2FDF0F3772}">
      <dsp:nvSpPr>
        <dsp:cNvPr id="0" name=""/>
        <dsp:cNvSpPr/>
      </dsp:nvSpPr>
      <dsp:spPr>
        <a:xfrm>
          <a:off x="5594214" y="2080654"/>
          <a:ext cx="1955355" cy="1955355"/>
        </a:xfrm>
        <a:prstGeom prst="leftCircularArrow">
          <a:avLst>
            <a:gd name="adj1" fmla="val 2962"/>
            <a:gd name="adj2" fmla="val 362857"/>
            <a:gd name="adj3" fmla="val 2138367"/>
            <a:gd name="adj4" fmla="val 9024489"/>
            <a:gd name="adj5" fmla="val 3456"/>
          </a:avLst>
        </a:prstGeom>
        <a:solidFill>
          <a:schemeClr val="accent1">
            <a:shade val="90000"/>
            <a:hueOff val="-389448"/>
            <a:satOff val="11223"/>
            <a:lumOff val="2110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C754F08-7BFC-4B5C-8A68-9C8A9E56BF02}">
      <dsp:nvSpPr>
        <dsp:cNvPr id="0" name=""/>
        <dsp:cNvSpPr/>
      </dsp:nvSpPr>
      <dsp:spPr>
        <a:xfrm>
          <a:off x="4972999" y="2871253"/>
          <a:ext cx="1606594" cy="638889"/>
        </a:xfrm>
        <a:prstGeom prst="roundRect">
          <a:avLst>
            <a:gd name="adj" fmla="val 10000"/>
          </a:avLst>
        </a:prstGeom>
        <a:solidFill>
          <a:schemeClr val="accent1">
            <a:shade val="80000"/>
            <a:hueOff val="-259586"/>
            <a:satOff val="14358"/>
            <a:lumOff val="161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SV" sz="2000" b="1" i="0" kern="1200"/>
            <a:t>Predictiva</a:t>
          </a:r>
          <a:endParaRPr lang="es-SV" sz="2000" kern="1200" dirty="0"/>
        </a:p>
      </dsp:txBody>
      <dsp:txXfrm>
        <a:off x="4991711" y="2889965"/>
        <a:ext cx="1569170" cy="601465"/>
      </dsp:txXfrm>
    </dsp:sp>
    <dsp:sp modelId="{15456D6C-36F4-4231-BDAA-63EABF787809}">
      <dsp:nvSpPr>
        <dsp:cNvPr id="0" name=""/>
        <dsp:cNvSpPr/>
      </dsp:nvSpPr>
      <dsp:spPr>
        <a:xfrm>
          <a:off x="6855385" y="1699956"/>
          <a:ext cx="1807418" cy="1490742"/>
        </a:xfrm>
        <a:prstGeom prst="roundRect">
          <a:avLst>
            <a:gd name="adj" fmla="val 10000"/>
          </a:avLst>
        </a:prstGeom>
        <a:solidFill>
          <a:schemeClr val="lt1">
            <a:alpha val="90000"/>
            <a:hueOff val="0"/>
            <a:satOff val="0"/>
            <a:lumOff val="0"/>
            <a:alphaOff val="0"/>
          </a:schemeClr>
        </a:solidFill>
        <a:ln w="25400" cap="flat" cmpd="sng" algn="ctr">
          <a:solidFill>
            <a:schemeClr val="accent1">
              <a:shade val="80000"/>
              <a:hueOff val="-389379"/>
              <a:satOff val="21537"/>
              <a:lumOff val="2422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a:lnSpc>
              <a:spcPct val="90000"/>
            </a:lnSpc>
            <a:spcBef>
              <a:spcPct val="0"/>
            </a:spcBef>
            <a:spcAft>
              <a:spcPct val="15000"/>
            </a:spcAft>
            <a:buChar char="•"/>
          </a:pPr>
          <a:r>
            <a:rPr lang="es-SV" sz="600" b="0" i="0" kern="1200" dirty="0"/>
            <a:t>Recomendar acciones específicas para optimizar los resultados futuros</a:t>
          </a:r>
          <a:endParaRPr lang="es-SV" sz="600" kern="1200" dirty="0"/>
        </a:p>
        <a:p>
          <a:pPr marL="57150" lvl="1" indent="-57150" algn="l" defTabSz="266700">
            <a:lnSpc>
              <a:spcPct val="90000"/>
            </a:lnSpc>
            <a:spcBef>
              <a:spcPct val="0"/>
            </a:spcBef>
            <a:spcAft>
              <a:spcPct val="15000"/>
            </a:spcAft>
            <a:buChar char="•"/>
          </a:pPr>
          <a:r>
            <a:rPr lang="es-MX" sz="600" b="0" i="0" kern="1200"/>
            <a:t>Basándose en los análisis descriptivos, diagnósticos y predictivos, la empresa decide implementar varias estrategias. Recomiendan aumentar el inventario de los productos más populares antes de la temporada de vacaciones, lanzar campañas de marketing dirigidas a los clientes con alta probabilidad de compra y ofrecer promociones especiales durante los fines de semana para maximizar las ventas.</a:t>
          </a:r>
          <a:endParaRPr lang="es-SV" sz="600" kern="1200" dirty="0"/>
        </a:p>
      </dsp:txBody>
      <dsp:txXfrm>
        <a:off x="6889691" y="2053707"/>
        <a:ext cx="1738806" cy="1102685"/>
      </dsp:txXfrm>
    </dsp:sp>
    <dsp:sp modelId="{8AFF57F6-E723-4C33-9A1B-98753A8F5FB4}">
      <dsp:nvSpPr>
        <dsp:cNvPr id="0" name=""/>
        <dsp:cNvSpPr/>
      </dsp:nvSpPr>
      <dsp:spPr>
        <a:xfrm>
          <a:off x="7257034" y="1380511"/>
          <a:ext cx="1606594" cy="638889"/>
        </a:xfrm>
        <a:prstGeom prst="roundRect">
          <a:avLst>
            <a:gd name="adj" fmla="val 10000"/>
          </a:avLst>
        </a:prstGeom>
        <a:solidFill>
          <a:schemeClr val="accent1">
            <a:shade val="80000"/>
            <a:hueOff val="-389379"/>
            <a:satOff val="21537"/>
            <a:lumOff val="242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SV" sz="2000" b="1" i="0" kern="1200"/>
            <a:t>Prescriptiva</a:t>
          </a:r>
          <a:endParaRPr lang="es-SV" sz="2000" kern="1200" dirty="0"/>
        </a:p>
      </dsp:txBody>
      <dsp:txXfrm>
        <a:off x="7275746" y="1399223"/>
        <a:ext cx="1569170" cy="601465"/>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arimetrics.com/glosario-digital/analitica-descriptiva"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jaspersoft.com/es/articles/what-is-predictive-analytics"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arimetrics.com/glosario-digital/analitica-prescriptiva#:~:text=La%20anal%C3%ADtica%20prescriptiva%20permite%20a%20los%20usuarios%20%C2%ABprescribir%C2%BB%20un%20n%C3%BAmero"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9"/>
        <p:cNvGrpSpPr/>
        <p:nvPr/>
      </p:nvGrpSpPr>
      <p:grpSpPr>
        <a:xfrm>
          <a:off x="0" y="0"/>
          <a:ext cx="0" cy="0"/>
          <a:chOff x="0" y="0"/>
          <a:chExt cx="0" cy="0"/>
        </a:xfrm>
      </p:grpSpPr>
      <p:sp>
        <p:nvSpPr>
          <p:cNvPr id="1990" name="Google Shape;1990;g7f9262ee2f_0_26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1" name="Google Shape;1991;g7f9262ee2f_0_26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6578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9"/>
        <p:cNvGrpSpPr/>
        <p:nvPr/>
      </p:nvGrpSpPr>
      <p:grpSpPr>
        <a:xfrm>
          <a:off x="0" y="0"/>
          <a:ext cx="0" cy="0"/>
          <a:chOff x="0" y="0"/>
          <a:chExt cx="0" cy="0"/>
        </a:xfrm>
      </p:grpSpPr>
      <p:sp>
        <p:nvSpPr>
          <p:cNvPr id="1990" name="Google Shape;1990;g7f9262ee2f_0_26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1" name="Google Shape;1991;g7f9262ee2f_0_26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hlinkClick r:id="rId3"/>
              </a:rPr>
              <a:t>Qué es Analítica descriptiva - Definición y ejemplos (arimetrics.com)</a:t>
            </a:r>
            <a:endParaRPr dirty="0"/>
          </a:p>
        </p:txBody>
      </p:sp>
    </p:spTree>
    <p:extLst>
      <p:ext uri="{BB962C8B-B14F-4D97-AF65-F5344CB8AC3E}">
        <p14:creationId xmlns:p14="http://schemas.microsoft.com/office/powerpoint/2010/main" val="3822432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9"/>
        <p:cNvGrpSpPr/>
        <p:nvPr/>
      </p:nvGrpSpPr>
      <p:grpSpPr>
        <a:xfrm>
          <a:off x="0" y="0"/>
          <a:ext cx="0" cy="0"/>
          <a:chOff x="0" y="0"/>
          <a:chExt cx="0" cy="0"/>
        </a:xfrm>
      </p:grpSpPr>
      <p:sp>
        <p:nvSpPr>
          <p:cNvPr id="1990" name="Google Shape;1990;g7f9262ee2f_0_26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1" name="Google Shape;1991;g7f9262ee2f_0_26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6956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9"/>
        <p:cNvGrpSpPr/>
        <p:nvPr/>
      </p:nvGrpSpPr>
      <p:grpSpPr>
        <a:xfrm>
          <a:off x="0" y="0"/>
          <a:ext cx="0" cy="0"/>
          <a:chOff x="0" y="0"/>
          <a:chExt cx="0" cy="0"/>
        </a:xfrm>
      </p:grpSpPr>
      <p:sp>
        <p:nvSpPr>
          <p:cNvPr id="1990" name="Google Shape;1990;g7f9262ee2f_0_26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1" name="Google Shape;1991;g7f9262ee2f_0_26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hlinkClick r:id="rId3"/>
              </a:rPr>
              <a:t>Referencia</a:t>
            </a:r>
            <a:r>
              <a:rPr lang="en-US" dirty="0">
                <a:hlinkClick r:id="rId3"/>
              </a:rPr>
              <a:t> (jaspersoft.com)</a:t>
            </a:r>
            <a:endParaRPr dirty="0"/>
          </a:p>
        </p:txBody>
      </p:sp>
    </p:spTree>
    <p:extLst>
      <p:ext uri="{BB962C8B-B14F-4D97-AF65-F5344CB8AC3E}">
        <p14:creationId xmlns:p14="http://schemas.microsoft.com/office/powerpoint/2010/main" val="2580800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9"/>
        <p:cNvGrpSpPr/>
        <p:nvPr/>
      </p:nvGrpSpPr>
      <p:grpSpPr>
        <a:xfrm>
          <a:off x="0" y="0"/>
          <a:ext cx="0" cy="0"/>
          <a:chOff x="0" y="0"/>
          <a:chExt cx="0" cy="0"/>
        </a:xfrm>
      </p:grpSpPr>
      <p:sp>
        <p:nvSpPr>
          <p:cNvPr id="1990" name="Google Shape;1990;g7f9262ee2f_0_26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1" name="Google Shape;1991;g7f9262ee2f_0_26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hlinkClick r:id="rId3"/>
              </a:rPr>
              <a:t>Qué es Analítica prescriptiva - Definición y ejemplos (arimetrics.com)</a:t>
            </a:r>
            <a:endParaRPr dirty="0"/>
          </a:p>
        </p:txBody>
      </p:sp>
    </p:spTree>
    <p:extLst>
      <p:ext uri="{BB962C8B-B14F-4D97-AF65-F5344CB8AC3E}">
        <p14:creationId xmlns:p14="http://schemas.microsoft.com/office/powerpoint/2010/main" val="830943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9"/>
        <p:cNvGrpSpPr/>
        <p:nvPr/>
      </p:nvGrpSpPr>
      <p:grpSpPr>
        <a:xfrm>
          <a:off x="0" y="0"/>
          <a:ext cx="0" cy="0"/>
          <a:chOff x="0" y="0"/>
          <a:chExt cx="0" cy="0"/>
        </a:xfrm>
      </p:grpSpPr>
      <p:sp>
        <p:nvSpPr>
          <p:cNvPr id="2000" name="Google Shape;2000;g7f9262ee2f_0_26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1" name="Google Shape;2001;g7f9262ee2f_0_26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57663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175900" y="1950100"/>
            <a:ext cx="4792200" cy="644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3600" b="1">
                <a:solidFill>
                  <a:schemeClr val="lt1"/>
                </a:solidFill>
              </a:defRPr>
            </a:lvl1pPr>
            <a:lvl2pPr lvl="1" algn="ctr">
              <a:spcBef>
                <a:spcPts val="0"/>
              </a:spcBef>
              <a:spcAft>
                <a:spcPts val="0"/>
              </a:spcAft>
              <a:buClr>
                <a:schemeClr val="lt1"/>
              </a:buClr>
              <a:buSzPts val="3600"/>
              <a:buNone/>
              <a:defRPr sz="3600" b="1">
                <a:solidFill>
                  <a:schemeClr val="lt1"/>
                </a:solidFill>
              </a:defRPr>
            </a:lvl2pPr>
            <a:lvl3pPr lvl="2" algn="ctr">
              <a:spcBef>
                <a:spcPts val="0"/>
              </a:spcBef>
              <a:spcAft>
                <a:spcPts val="0"/>
              </a:spcAft>
              <a:buClr>
                <a:schemeClr val="lt1"/>
              </a:buClr>
              <a:buSzPts val="3600"/>
              <a:buNone/>
              <a:defRPr sz="3600" b="1">
                <a:solidFill>
                  <a:schemeClr val="lt1"/>
                </a:solidFill>
              </a:defRPr>
            </a:lvl3pPr>
            <a:lvl4pPr lvl="3" algn="ctr">
              <a:spcBef>
                <a:spcPts val="0"/>
              </a:spcBef>
              <a:spcAft>
                <a:spcPts val="0"/>
              </a:spcAft>
              <a:buClr>
                <a:schemeClr val="lt1"/>
              </a:buClr>
              <a:buSzPts val="3600"/>
              <a:buNone/>
              <a:defRPr sz="3600" b="1">
                <a:solidFill>
                  <a:schemeClr val="lt1"/>
                </a:solidFill>
              </a:defRPr>
            </a:lvl4pPr>
            <a:lvl5pPr lvl="4" algn="ctr">
              <a:spcBef>
                <a:spcPts val="0"/>
              </a:spcBef>
              <a:spcAft>
                <a:spcPts val="0"/>
              </a:spcAft>
              <a:buClr>
                <a:schemeClr val="lt1"/>
              </a:buClr>
              <a:buSzPts val="3600"/>
              <a:buNone/>
              <a:defRPr sz="3600" b="1">
                <a:solidFill>
                  <a:schemeClr val="lt1"/>
                </a:solidFill>
              </a:defRPr>
            </a:lvl5pPr>
            <a:lvl6pPr lvl="5" algn="ctr">
              <a:spcBef>
                <a:spcPts val="0"/>
              </a:spcBef>
              <a:spcAft>
                <a:spcPts val="0"/>
              </a:spcAft>
              <a:buClr>
                <a:schemeClr val="lt1"/>
              </a:buClr>
              <a:buSzPts val="3600"/>
              <a:buNone/>
              <a:defRPr sz="3600" b="1">
                <a:solidFill>
                  <a:schemeClr val="lt1"/>
                </a:solidFill>
              </a:defRPr>
            </a:lvl6pPr>
            <a:lvl7pPr lvl="6" algn="ctr">
              <a:spcBef>
                <a:spcPts val="0"/>
              </a:spcBef>
              <a:spcAft>
                <a:spcPts val="0"/>
              </a:spcAft>
              <a:buClr>
                <a:schemeClr val="lt1"/>
              </a:buClr>
              <a:buSzPts val="3600"/>
              <a:buNone/>
              <a:defRPr sz="3600" b="1">
                <a:solidFill>
                  <a:schemeClr val="lt1"/>
                </a:solidFill>
              </a:defRPr>
            </a:lvl7pPr>
            <a:lvl8pPr lvl="7" algn="ctr">
              <a:spcBef>
                <a:spcPts val="0"/>
              </a:spcBef>
              <a:spcAft>
                <a:spcPts val="0"/>
              </a:spcAft>
              <a:buClr>
                <a:schemeClr val="lt1"/>
              </a:buClr>
              <a:buSzPts val="3600"/>
              <a:buNone/>
              <a:defRPr sz="3600" b="1">
                <a:solidFill>
                  <a:schemeClr val="lt1"/>
                </a:solidFill>
              </a:defRPr>
            </a:lvl8pPr>
            <a:lvl9pPr lvl="8" algn="ctr">
              <a:spcBef>
                <a:spcPts val="0"/>
              </a:spcBef>
              <a:spcAft>
                <a:spcPts val="0"/>
              </a:spcAft>
              <a:buClr>
                <a:schemeClr val="lt1"/>
              </a:buClr>
              <a:buSzPts val="3600"/>
              <a:buNone/>
              <a:defRPr sz="3600" b="1">
                <a:solidFill>
                  <a:schemeClr val="lt1"/>
                </a:solidFill>
              </a:defRPr>
            </a:lvl9pPr>
          </a:lstStyle>
          <a:p>
            <a:endParaRPr/>
          </a:p>
        </p:txBody>
      </p:sp>
      <p:sp>
        <p:nvSpPr>
          <p:cNvPr id="10" name="Google Shape;10;p2"/>
          <p:cNvSpPr txBox="1">
            <a:spLocks noGrp="1"/>
          </p:cNvSpPr>
          <p:nvPr>
            <p:ph type="subTitle" idx="1"/>
          </p:nvPr>
        </p:nvSpPr>
        <p:spPr>
          <a:xfrm>
            <a:off x="2044200" y="3704650"/>
            <a:ext cx="5055600" cy="464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400">
                <a:solidFill>
                  <a:schemeClr val="accent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938500"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5037525"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Bullet Points">
  <p:cSld name="CAPTION_ONLY_3">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3" name="Google Shape;43;p13"/>
          <p:cNvSpPr txBox="1">
            <a:spLocks noGrp="1"/>
          </p:cNvSpPr>
          <p:nvPr>
            <p:ph type="body" idx="1"/>
          </p:nvPr>
        </p:nvSpPr>
        <p:spPr>
          <a:xfrm>
            <a:off x="938500" y="1246025"/>
            <a:ext cx="7172100" cy="30399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Clr>
                <a:schemeClr val="lt1"/>
              </a:buClr>
              <a:buSzPts val="1150"/>
              <a:buChar char="●"/>
              <a:defRPr sz="1150">
                <a:solidFill>
                  <a:schemeClr val="lt1"/>
                </a:solidFill>
              </a:defRPr>
            </a:lvl1pPr>
            <a:lvl2pPr marL="914400" lvl="1" indent="-301625" rtl="0">
              <a:spcBef>
                <a:spcPts val="1600"/>
              </a:spcBef>
              <a:spcAft>
                <a:spcPts val="0"/>
              </a:spcAft>
              <a:buClr>
                <a:schemeClr val="lt1"/>
              </a:buClr>
              <a:buSzPts val="1150"/>
              <a:buChar char="○"/>
              <a:defRPr sz="1150">
                <a:solidFill>
                  <a:schemeClr val="lt1"/>
                </a:solidFill>
              </a:defRPr>
            </a:lvl2pPr>
            <a:lvl3pPr marL="1371600" lvl="2" indent="-301625" rtl="0">
              <a:spcBef>
                <a:spcPts val="1600"/>
              </a:spcBef>
              <a:spcAft>
                <a:spcPts val="0"/>
              </a:spcAft>
              <a:buClr>
                <a:schemeClr val="lt1"/>
              </a:buClr>
              <a:buSzPts val="1150"/>
              <a:buChar char="■"/>
              <a:defRPr sz="1150">
                <a:solidFill>
                  <a:schemeClr val="lt1"/>
                </a:solidFill>
              </a:defRPr>
            </a:lvl3pPr>
            <a:lvl4pPr marL="1828800" lvl="3" indent="-301625" rtl="0">
              <a:spcBef>
                <a:spcPts val="1600"/>
              </a:spcBef>
              <a:spcAft>
                <a:spcPts val="0"/>
              </a:spcAft>
              <a:buClr>
                <a:schemeClr val="lt1"/>
              </a:buClr>
              <a:buSzPts val="1150"/>
              <a:buChar char="●"/>
              <a:defRPr sz="1150">
                <a:solidFill>
                  <a:schemeClr val="lt1"/>
                </a:solidFill>
              </a:defRPr>
            </a:lvl4pPr>
            <a:lvl5pPr marL="2286000" lvl="4" indent="-301625" rtl="0">
              <a:spcBef>
                <a:spcPts val="1600"/>
              </a:spcBef>
              <a:spcAft>
                <a:spcPts val="0"/>
              </a:spcAft>
              <a:buClr>
                <a:schemeClr val="lt1"/>
              </a:buClr>
              <a:buSzPts val="1150"/>
              <a:buChar char="○"/>
              <a:defRPr sz="1150">
                <a:solidFill>
                  <a:schemeClr val="lt1"/>
                </a:solidFill>
              </a:defRPr>
            </a:lvl5pPr>
            <a:lvl6pPr marL="2743200" lvl="5" indent="-301625" rtl="0">
              <a:spcBef>
                <a:spcPts val="1600"/>
              </a:spcBef>
              <a:spcAft>
                <a:spcPts val="0"/>
              </a:spcAft>
              <a:buClr>
                <a:schemeClr val="lt1"/>
              </a:buClr>
              <a:buSzPts val="1150"/>
              <a:buChar char="■"/>
              <a:defRPr sz="1150">
                <a:solidFill>
                  <a:schemeClr val="lt1"/>
                </a:solidFill>
              </a:defRPr>
            </a:lvl6pPr>
            <a:lvl7pPr marL="3200400" lvl="6" indent="-301625" rtl="0">
              <a:spcBef>
                <a:spcPts val="1600"/>
              </a:spcBef>
              <a:spcAft>
                <a:spcPts val="0"/>
              </a:spcAft>
              <a:buClr>
                <a:schemeClr val="lt1"/>
              </a:buClr>
              <a:buSzPts val="1150"/>
              <a:buChar char="●"/>
              <a:defRPr sz="1150">
                <a:solidFill>
                  <a:schemeClr val="lt1"/>
                </a:solidFill>
              </a:defRPr>
            </a:lvl7pPr>
            <a:lvl8pPr marL="3657600" lvl="7" indent="-301625" rtl="0">
              <a:spcBef>
                <a:spcPts val="1600"/>
              </a:spcBef>
              <a:spcAft>
                <a:spcPts val="0"/>
              </a:spcAft>
              <a:buClr>
                <a:schemeClr val="lt1"/>
              </a:buClr>
              <a:buSzPts val="1150"/>
              <a:buChar char="○"/>
              <a:defRPr sz="1150">
                <a:solidFill>
                  <a:schemeClr val="lt1"/>
                </a:solidFill>
              </a:defRPr>
            </a:lvl8pPr>
            <a:lvl9pPr marL="4114800" lvl="8" indent="-301625" rtl="0">
              <a:spcBef>
                <a:spcPts val="1600"/>
              </a:spcBef>
              <a:spcAft>
                <a:spcPts val="1600"/>
              </a:spcAft>
              <a:buClr>
                <a:schemeClr val="lt1"/>
              </a:buClr>
              <a:buSzPts val="1150"/>
              <a:buChar char="■"/>
              <a:defRPr sz="1150">
                <a:solidFill>
                  <a:schemeClr val="l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wo Lists">
  <p:cSld name="SECTION_TITLE_AND_DESCRIPTION_1_3">
    <p:bg>
      <p:bgPr>
        <a:blipFill>
          <a:blip r:embed="rId2">
            <a:alphaModFix/>
          </a:blip>
          <a:stretch>
            <a:fillRect/>
          </a:stretch>
        </a:blipFill>
        <a:effectLst/>
      </p:bgPr>
    </p:bg>
    <p:spTree>
      <p:nvGrpSpPr>
        <p:cNvPr id="1" name="Shape 85"/>
        <p:cNvGrpSpPr/>
        <p:nvPr/>
      </p:nvGrpSpPr>
      <p:grpSpPr>
        <a:xfrm>
          <a:off x="0" y="0"/>
          <a:ext cx="0" cy="0"/>
          <a:chOff x="0" y="0"/>
          <a:chExt cx="0" cy="0"/>
        </a:xfrm>
      </p:grpSpPr>
      <p:sp>
        <p:nvSpPr>
          <p:cNvPr id="86" name="Google Shape;86;p24"/>
          <p:cNvSpPr txBox="1">
            <a:spLocks noGrp="1"/>
          </p:cNvSpPr>
          <p:nvPr>
            <p:ph type="title"/>
          </p:nvPr>
        </p:nvSpPr>
        <p:spPr>
          <a:xfrm>
            <a:off x="938500" y="445025"/>
            <a:ext cx="49647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87" name="Google Shape;87;p24"/>
          <p:cNvSpPr txBox="1">
            <a:spLocks noGrp="1"/>
          </p:cNvSpPr>
          <p:nvPr>
            <p:ph type="body" idx="1"/>
          </p:nvPr>
        </p:nvSpPr>
        <p:spPr>
          <a:xfrm>
            <a:off x="1067241" y="2651775"/>
            <a:ext cx="3258900" cy="1795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0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88" name="Google Shape;88;p24"/>
          <p:cNvSpPr txBox="1">
            <a:spLocks noGrp="1"/>
          </p:cNvSpPr>
          <p:nvPr>
            <p:ph type="body" idx="2"/>
          </p:nvPr>
        </p:nvSpPr>
        <p:spPr>
          <a:xfrm>
            <a:off x="4673852" y="2651775"/>
            <a:ext cx="3258900" cy="1795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0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89" name="Google Shape;89;p24"/>
          <p:cNvSpPr txBox="1">
            <a:spLocks noGrp="1"/>
          </p:cNvSpPr>
          <p:nvPr>
            <p:ph type="title" idx="3"/>
          </p:nvPr>
        </p:nvSpPr>
        <p:spPr>
          <a:xfrm>
            <a:off x="1213499" y="1955125"/>
            <a:ext cx="3258900" cy="54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90" name="Google Shape;90;p24"/>
          <p:cNvSpPr txBox="1">
            <a:spLocks noGrp="1"/>
          </p:cNvSpPr>
          <p:nvPr>
            <p:ph type="title" idx="4"/>
          </p:nvPr>
        </p:nvSpPr>
        <p:spPr>
          <a:xfrm>
            <a:off x="4820099" y="1955125"/>
            <a:ext cx="3258900" cy="54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Four Columns">
  <p:cSld name="TITLE_1_1_2">
    <p:bg>
      <p:bgPr>
        <a:blipFill>
          <a:blip r:embed="rId2">
            <a:alphaModFix/>
          </a:blip>
          <a:stretch>
            <a:fillRect/>
          </a:stretch>
        </a:blipFill>
        <a:effectLst/>
      </p:bgPr>
    </p:bg>
    <p:spTree>
      <p:nvGrpSpPr>
        <p:cNvPr id="1" name="Shape 91"/>
        <p:cNvGrpSpPr/>
        <p:nvPr/>
      </p:nvGrpSpPr>
      <p:grpSpPr>
        <a:xfrm>
          <a:off x="0" y="0"/>
          <a:ext cx="0" cy="0"/>
          <a:chOff x="0" y="0"/>
          <a:chExt cx="0" cy="0"/>
        </a:xfrm>
      </p:grpSpPr>
      <p:sp>
        <p:nvSpPr>
          <p:cNvPr id="92" name="Google Shape;92;p25"/>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93" name="Google Shape;93;p25"/>
          <p:cNvSpPr txBox="1">
            <a:spLocks noGrp="1"/>
          </p:cNvSpPr>
          <p:nvPr>
            <p:ph type="title" idx="2"/>
          </p:nvPr>
        </p:nvSpPr>
        <p:spPr>
          <a:xfrm>
            <a:off x="898386" y="3052625"/>
            <a:ext cx="16716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94" name="Google Shape;94;p25"/>
          <p:cNvSpPr txBox="1">
            <a:spLocks noGrp="1"/>
          </p:cNvSpPr>
          <p:nvPr>
            <p:ph type="subTitle" idx="1"/>
          </p:nvPr>
        </p:nvSpPr>
        <p:spPr>
          <a:xfrm>
            <a:off x="898389" y="3558837"/>
            <a:ext cx="1671600" cy="115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95" name="Google Shape;95;p25"/>
          <p:cNvSpPr txBox="1">
            <a:spLocks noGrp="1"/>
          </p:cNvSpPr>
          <p:nvPr>
            <p:ph type="title" idx="3"/>
          </p:nvPr>
        </p:nvSpPr>
        <p:spPr>
          <a:xfrm>
            <a:off x="2790261" y="3052625"/>
            <a:ext cx="16716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96" name="Google Shape;96;p25"/>
          <p:cNvSpPr txBox="1">
            <a:spLocks noGrp="1"/>
          </p:cNvSpPr>
          <p:nvPr>
            <p:ph type="subTitle" idx="4"/>
          </p:nvPr>
        </p:nvSpPr>
        <p:spPr>
          <a:xfrm>
            <a:off x="2790264" y="3558837"/>
            <a:ext cx="1671600" cy="115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97" name="Google Shape;97;p25"/>
          <p:cNvSpPr txBox="1">
            <a:spLocks noGrp="1"/>
          </p:cNvSpPr>
          <p:nvPr>
            <p:ph type="title" idx="5"/>
          </p:nvPr>
        </p:nvSpPr>
        <p:spPr>
          <a:xfrm>
            <a:off x="4682136" y="3052625"/>
            <a:ext cx="16716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98" name="Google Shape;98;p25"/>
          <p:cNvSpPr txBox="1">
            <a:spLocks noGrp="1"/>
          </p:cNvSpPr>
          <p:nvPr>
            <p:ph type="subTitle" idx="6"/>
          </p:nvPr>
        </p:nvSpPr>
        <p:spPr>
          <a:xfrm>
            <a:off x="4682139" y="3558837"/>
            <a:ext cx="1671600" cy="115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99" name="Google Shape;99;p25"/>
          <p:cNvSpPr txBox="1">
            <a:spLocks noGrp="1"/>
          </p:cNvSpPr>
          <p:nvPr>
            <p:ph type="title" idx="7"/>
          </p:nvPr>
        </p:nvSpPr>
        <p:spPr>
          <a:xfrm>
            <a:off x="6574011" y="3052625"/>
            <a:ext cx="16716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100" name="Google Shape;100;p25"/>
          <p:cNvSpPr txBox="1">
            <a:spLocks noGrp="1"/>
          </p:cNvSpPr>
          <p:nvPr>
            <p:ph type="subTitle" idx="8"/>
          </p:nvPr>
        </p:nvSpPr>
        <p:spPr>
          <a:xfrm>
            <a:off x="6574014" y="3558837"/>
            <a:ext cx="1671600" cy="115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8" r:id="rId3"/>
    <p:sldLayoutId id="2147483659" r:id="rId4"/>
    <p:sldLayoutId id="2147483670" r:id="rId5"/>
    <p:sldLayoutId id="2147483671"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pn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5.png"/><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hyperlink" Target="https://www.jaspersoft.com/es/articles/what-is-predictive-analytics" TargetMode="External"/><Relationship Id="rId7" Type="http://schemas.openxmlformats.org/officeDocument/2006/relationships/diagramQuickStyle" Target="../diagrams/quickStyle4.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5.png"/><Relationship Id="rId9" Type="http://schemas.microsoft.com/office/2007/relationships/diagramDrawing" Target="../diagrams/drawing4.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hyperlink" Target="https://scielo.isciii.es/scielo.php?script=sci_arttext&amp;pid=S2014-98322020000600010" TargetMode="External"/><Relationship Id="rId7" Type="http://schemas.openxmlformats.org/officeDocument/2006/relationships/diagramQuickStyle" Target="../diagrams/quickStyle5.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5.png"/><Relationship Id="rId9" Type="http://schemas.microsoft.com/office/2007/relationships/diagramDrawing" Target="../diagrams/drawing5.xml"/></Relationships>
</file>

<file path=ppt/slides/_rels/slide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5.png"/><Relationship Id="rId7" Type="http://schemas.openxmlformats.org/officeDocument/2006/relationships/diagramColors" Target="../diagrams/colors6.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2" name="Imagen 1">
            <a:extLst>
              <a:ext uri="{FF2B5EF4-FFF2-40B4-BE49-F238E27FC236}">
                <a16:creationId xmlns:a16="http://schemas.microsoft.com/office/drawing/2014/main" id="{C139CE53-41AD-45A5-AAE8-3AF7703A2F66}"/>
              </a:ext>
            </a:extLst>
          </p:cNvPr>
          <p:cNvPicPr>
            <a:picLocks noChangeAspect="1"/>
          </p:cNvPicPr>
          <p:nvPr/>
        </p:nvPicPr>
        <p:blipFill>
          <a:blip r:embed="rId3"/>
          <a:stretch>
            <a:fillRect/>
          </a:stretch>
        </p:blipFill>
        <p:spPr>
          <a:xfrm>
            <a:off x="2578758" y="2143125"/>
            <a:ext cx="3884413" cy="10852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92"/>
        <p:cNvGrpSpPr/>
        <p:nvPr/>
      </p:nvGrpSpPr>
      <p:grpSpPr>
        <a:xfrm>
          <a:off x="0" y="0"/>
          <a:ext cx="0" cy="0"/>
          <a:chOff x="0" y="0"/>
          <a:chExt cx="0" cy="0"/>
        </a:xfrm>
      </p:grpSpPr>
      <p:sp>
        <p:nvSpPr>
          <p:cNvPr id="1993" name="Google Shape;1993;p57"/>
          <p:cNvSpPr txBox="1">
            <a:spLocks noGrp="1"/>
          </p:cNvSpPr>
          <p:nvPr>
            <p:ph type="title"/>
          </p:nvPr>
        </p:nvSpPr>
        <p:spPr>
          <a:xfrm>
            <a:off x="938500" y="445025"/>
            <a:ext cx="4964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SV" dirty="0"/>
              <a:t>¿Qué es el análisis de datos?</a:t>
            </a:r>
            <a:endParaRPr dirty="0"/>
          </a:p>
        </p:txBody>
      </p:sp>
      <p:sp>
        <p:nvSpPr>
          <p:cNvPr id="1994" name="Google Shape;1994;p57"/>
          <p:cNvSpPr txBox="1">
            <a:spLocks noGrp="1"/>
          </p:cNvSpPr>
          <p:nvPr>
            <p:ph type="body" idx="1"/>
          </p:nvPr>
        </p:nvSpPr>
        <p:spPr>
          <a:xfrm>
            <a:off x="1067241" y="1160931"/>
            <a:ext cx="3258900" cy="3154760"/>
          </a:xfrm>
          <a:prstGeom prst="rect">
            <a:avLst/>
          </a:prstGeom>
        </p:spPr>
        <p:txBody>
          <a:bodyPr spcFirstLastPara="1" wrap="square" lIns="91425" tIns="91425" rIns="91425" bIns="91425" anchor="t" anchorCtr="0">
            <a:noAutofit/>
          </a:bodyPr>
          <a:lstStyle/>
          <a:p>
            <a:pPr marL="139700" indent="0">
              <a:spcBef>
                <a:spcPts val="1000"/>
              </a:spcBef>
              <a:spcAft>
                <a:spcPts val="1000"/>
              </a:spcAft>
              <a:buNone/>
            </a:pPr>
            <a:r>
              <a:rPr lang="es-MX" dirty="0">
                <a:solidFill>
                  <a:schemeClr val="bg1"/>
                </a:solidFill>
                <a:latin typeface="Montserrat ExtraBold" panose="020B0604020202020204" charset="0"/>
                <a:ea typeface="Open Sans" panose="020B0606030504020204" pitchFamily="34" charset="0"/>
                <a:cs typeface="Open Sans" panose="020B0606030504020204" pitchFamily="34" charset="0"/>
              </a:rPr>
              <a:t>El análisis de datos es la ciencia que se encarga de </a:t>
            </a:r>
            <a:r>
              <a:rPr lang="es-MX" dirty="0">
                <a:solidFill>
                  <a:schemeClr val="accent4"/>
                </a:solidFill>
                <a:latin typeface="Montserrat ExtraBold" panose="020B0604020202020204" charset="0"/>
                <a:ea typeface="Open Sans" panose="020B0606030504020204" pitchFamily="34" charset="0"/>
                <a:cs typeface="Open Sans" panose="020B0606030504020204" pitchFamily="34" charset="0"/>
              </a:rPr>
              <a:t>examinar</a:t>
            </a:r>
            <a:r>
              <a:rPr lang="es-MX" dirty="0">
                <a:solidFill>
                  <a:schemeClr val="bg1"/>
                </a:solidFill>
                <a:latin typeface="Montserrat ExtraBold" panose="020B0604020202020204" charset="0"/>
                <a:ea typeface="Open Sans" panose="020B0606030504020204" pitchFamily="34" charset="0"/>
                <a:cs typeface="Open Sans" panose="020B0606030504020204" pitchFamily="34" charset="0"/>
              </a:rPr>
              <a:t> un conjunto de datos con el propósito de sacar conclusiones sobre la información para </a:t>
            </a:r>
            <a:r>
              <a:rPr lang="es-MX" dirty="0">
                <a:solidFill>
                  <a:schemeClr val="accent4"/>
                </a:solidFill>
                <a:latin typeface="Montserrat ExtraBold" panose="020B0604020202020204" charset="0"/>
                <a:ea typeface="Open Sans" panose="020B0606030504020204" pitchFamily="34" charset="0"/>
                <a:cs typeface="Open Sans" panose="020B0606030504020204" pitchFamily="34" charset="0"/>
              </a:rPr>
              <a:t>poder tomar decisiones</a:t>
            </a:r>
            <a:r>
              <a:rPr lang="es-MX" dirty="0">
                <a:solidFill>
                  <a:schemeClr val="bg1"/>
                </a:solidFill>
                <a:latin typeface="Montserrat ExtraBold" panose="020B0604020202020204" charset="0"/>
                <a:ea typeface="Open Sans" panose="020B0606030504020204" pitchFamily="34" charset="0"/>
                <a:cs typeface="Open Sans" panose="020B0606030504020204" pitchFamily="34" charset="0"/>
              </a:rPr>
              <a:t>, o simplemente </a:t>
            </a:r>
            <a:r>
              <a:rPr lang="es-MX" dirty="0">
                <a:solidFill>
                  <a:schemeClr val="accent4"/>
                </a:solidFill>
                <a:latin typeface="Montserrat ExtraBold" panose="020B0604020202020204" charset="0"/>
                <a:ea typeface="Open Sans" panose="020B0606030504020204" pitchFamily="34" charset="0"/>
                <a:cs typeface="Open Sans" panose="020B0606030504020204" pitchFamily="34" charset="0"/>
              </a:rPr>
              <a:t>ampliar los conocimientos sobre diversos temas.</a:t>
            </a:r>
          </a:p>
          <a:p>
            <a:pPr marL="139700" indent="0">
              <a:spcBef>
                <a:spcPts val="1000"/>
              </a:spcBef>
              <a:spcAft>
                <a:spcPts val="1000"/>
              </a:spcAft>
              <a:buNone/>
            </a:pPr>
            <a:endParaRPr lang="es-CO" dirty="0">
              <a:solidFill>
                <a:schemeClr val="bg1"/>
              </a:solidFill>
              <a:latin typeface="Montserrat ExtraBold" panose="020B0604020202020204" charset="0"/>
              <a:ea typeface="Open Sans" panose="020B0606030504020204" pitchFamily="34" charset="0"/>
              <a:cs typeface="Open Sans" panose="020B0606030504020204" pitchFamily="34" charset="0"/>
            </a:endParaRPr>
          </a:p>
        </p:txBody>
      </p:sp>
      <p:cxnSp>
        <p:nvCxnSpPr>
          <p:cNvPr id="1998" name="Google Shape;1998;p57"/>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Marcador de texto 2">
            <a:extLst>
              <a:ext uri="{FF2B5EF4-FFF2-40B4-BE49-F238E27FC236}">
                <a16:creationId xmlns:a16="http://schemas.microsoft.com/office/drawing/2014/main" id="{2A35A37C-6BC4-5563-7A89-0523BDCCE373}"/>
              </a:ext>
            </a:extLst>
          </p:cNvPr>
          <p:cNvSpPr>
            <a:spLocks noGrp="1"/>
          </p:cNvSpPr>
          <p:nvPr>
            <p:ph type="body" idx="2"/>
          </p:nvPr>
        </p:nvSpPr>
        <p:spPr>
          <a:xfrm>
            <a:off x="4673852" y="1160930"/>
            <a:ext cx="3992166" cy="3154759"/>
          </a:xfrm>
        </p:spPr>
        <p:txBody>
          <a:bodyPr/>
          <a:lstStyle/>
          <a:p>
            <a:pPr marL="139700" lvl="0" indent="0" algn="l" rtl="0">
              <a:spcBef>
                <a:spcPts val="0"/>
              </a:spcBef>
              <a:spcAft>
                <a:spcPts val="0"/>
              </a:spcAft>
              <a:buSzPts val="1400"/>
              <a:buNone/>
            </a:pPr>
            <a:r>
              <a:rPr lang="es-MX" dirty="0">
                <a:solidFill>
                  <a:schemeClr val="bg1"/>
                </a:solidFill>
                <a:latin typeface="Montserrat ExtraBold" panose="020B0604020202020204" charset="0"/>
                <a:ea typeface="Open Sans" panose="020B0606030504020204" pitchFamily="34" charset="0"/>
                <a:cs typeface="Open Sans" panose="020B0606030504020204" pitchFamily="34" charset="0"/>
              </a:rPr>
              <a:t>El análisis de datos es el </a:t>
            </a:r>
            <a:r>
              <a:rPr lang="es-MX" dirty="0">
                <a:solidFill>
                  <a:schemeClr val="accent4"/>
                </a:solidFill>
                <a:latin typeface="Montserrat ExtraBold" panose="020B0604020202020204" charset="0"/>
                <a:ea typeface="Open Sans" panose="020B0606030504020204" pitchFamily="34" charset="0"/>
                <a:cs typeface="Open Sans" panose="020B0606030504020204" pitchFamily="34" charset="0"/>
              </a:rPr>
              <a:t>proceso de examinar, limpiar, transformar y modelar datos</a:t>
            </a:r>
            <a:r>
              <a:rPr lang="es-MX" dirty="0">
                <a:solidFill>
                  <a:schemeClr val="bg1"/>
                </a:solidFill>
                <a:latin typeface="Montserrat ExtraBold" panose="020B0604020202020204" charset="0"/>
                <a:ea typeface="Open Sans" panose="020B0606030504020204" pitchFamily="34" charset="0"/>
                <a:cs typeface="Open Sans" panose="020B0606030504020204" pitchFamily="34" charset="0"/>
              </a:rPr>
              <a:t> con el objetivo de </a:t>
            </a:r>
            <a:r>
              <a:rPr lang="es-MX" dirty="0">
                <a:solidFill>
                  <a:schemeClr val="accent4"/>
                </a:solidFill>
                <a:latin typeface="Montserrat ExtraBold" panose="020B0604020202020204" charset="0"/>
                <a:ea typeface="Open Sans" panose="020B0606030504020204" pitchFamily="34" charset="0"/>
                <a:cs typeface="Open Sans" panose="020B0606030504020204" pitchFamily="34" charset="0"/>
              </a:rPr>
              <a:t>descubrir información útil, llegar a conclusiones y respaldar la toma de decisiones</a:t>
            </a:r>
            <a:r>
              <a:rPr lang="es-MX" dirty="0">
                <a:solidFill>
                  <a:schemeClr val="bg1"/>
                </a:solidFill>
                <a:latin typeface="Montserrat ExtraBold" panose="020B0604020202020204" charset="0"/>
                <a:ea typeface="Open Sans" panose="020B0606030504020204" pitchFamily="34" charset="0"/>
                <a:cs typeface="Open Sans" panose="020B0606030504020204" pitchFamily="34" charset="0"/>
              </a:rPr>
              <a:t>. Este proceso implica la aplicación de diversas técnicas y métodos para </a:t>
            </a:r>
            <a:r>
              <a:rPr lang="es-MX" dirty="0">
                <a:solidFill>
                  <a:schemeClr val="accent4"/>
                </a:solidFill>
                <a:latin typeface="Montserrat ExtraBold" panose="020B0604020202020204" charset="0"/>
                <a:ea typeface="Open Sans" panose="020B0606030504020204" pitchFamily="34" charset="0"/>
                <a:cs typeface="Open Sans" panose="020B0606030504020204" pitchFamily="34" charset="0"/>
              </a:rPr>
              <a:t>extraer patrones, tendencias, correlaciones y conocimientos significativos de conjuntos de datos</a:t>
            </a:r>
            <a:r>
              <a:rPr lang="es-MX" dirty="0">
                <a:solidFill>
                  <a:schemeClr val="bg1"/>
                </a:solidFill>
                <a:latin typeface="Montserrat ExtraBold" panose="020B0604020202020204" charset="0"/>
                <a:ea typeface="Open Sans" panose="020B0606030504020204" pitchFamily="34" charset="0"/>
                <a:cs typeface="Open Sans" panose="020B0606030504020204" pitchFamily="34" charset="0"/>
              </a:rPr>
              <a:t>. La información obtenida se puede usar para optimizar los procesos y aumentar la eficiencia general de un negocio o sistema.</a:t>
            </a:r>
          </a:p>
        </p:txBody>
      </p:sp>
      <p:pic>
        <p:nvPicPr>
          <p:cNvPr id="5" name="Imagen 4">
            <a:extLst>
              <a:ext uri="{FF2B5EF4-FFF2-40B4-BE49-F238E27FC236}">
                <a16:creationId xmlns:a16="http://schemas.microsoft.com/office/drawing/2014/main" id="{4C5B69D9-7AA8-74D4-4A60-41CB26B451AD}"/>
              </a:ext>
            </a:extLst>
          </p:cNvPr>
          <p:cNvPicPr>
            <a:picLocks noChangeAspect="1"/>
          </p:cNvPicPr>
          <p:nvPr/>
        </p:nvPicPr>
        <p:blipFill>
          <a:blip r:embed="rId3"/>
          <a:stretch>
            <a:fillRect/>
          </a:stretch>
        </p:blipFill>
        <p:spPr>
          <a:xfrm>
            <a:off x="7685480" y="4644382"/>
            <a:ext cx="1406888" cy="393048"/>
          </a:xfrm>
          <a:prstGeom prst="rect">
            <a:avLst/>
          </a:prstGeom>
        </p:spPr>
      </p:pic>
    </p:spTree>
    <p:extLst>
      <p:ext uri="{BB962C8B-B14F-4D97-AF65-F5344CB8AC3E}">
        <p14:creationId xmlns:p14="http://schemas.microsoft.com/office/powerpoint/2010/main" val="400099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4" grpId="0" build="p"/>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1090900" y="597425"/>
            <a:ext cx="5735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SV" dirty="0"/>
              <a:t>¿</a:t>
            </a:r>
            <a:r>
              <a:rPr lang="es-SV" dirty="0" err="1"/>
              <a:t>Cúal</a:t>
            </a:r>
            <a:r>
              <a:rPr lang="es-SV" dirty="0"/>
              <a:t> es el objetivo de el análisis de datos?</a:t>
            </a:r>
          </a:p>
        </p:txBody>
      </p:sp>
      <p:cxnSp>
        <p:nvCxnSpPr>
          <p:cNvPr id="2" name="Google Shape;172;p39"/>
          <p:cNvCxnSpPr/>
          <p:nvPr/>
        </p:nvCxnSpPr>
        <p:spPr>
          <a:xfrm>
            <a:off x="1178600" y="5664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3" name="Imagen 2">
            <a:extLst>
              <a:ext uri="{FF2B5EF4-FFF2-40B4-BE49-F238E27FC236}">
                <a16:creationId xmlns:a16="http://schemas.microsoft.com/office/drawing/2014/main" id="{2A59F692-975C-3C7D-8846-ACEA76E76AD0}"/>
              </a:ext>
            </a:extLst>
          </p:cNvPr>
          <p:cNvPicPr>
            <a:picLocks noChangeAspect="1"/>
          </p:cNvPicPr>
          <p:nvPr/>
        </p:nvPicPr>
        <p:blipFill>
          <a:blip r:embed="rId3"/>
          <a:stretch>
            <a:fillRect/>
          </a:stretch>
        </p:blipFill>
        <p:spPr>
          <a:xfrm>
            <a:off x="3868553" y="4471200"/>
            <a:ext cx="1406888" cy="393048"/>
          </a:xfrm>
          <a:prstGeom prst="rect">
            <a:avLst/>
          </a:prstGeom>
        </p:spPr>
      </p:pic>
      <p:graphicFrame>
        <p:nvGraphicFramePr>
          <p:cNvPr id="6" name="Diagrama 5">
            <a:extLst>
              <a:ext uri="{FF2B5EF4-FFF2-40B4-BE49-F238E27FC236}">
                <a16:creationId xmlns:a16="http://schemas.microsoft.com/office/drawing/2014/main" id="{E09B858B-E12D-2EA1-13C3-8EA17F1C3B0B}"/>
              </a:ext>
            </a:extLst>
          </p:cNvPr>
          <p:cNvGraphicFramePr/>
          <p:nvPr>
            <p:extLst>
              <p:ext uri="{D42A27DB-BD31-4B8C-83A1-F6EECF244321}">
                <p14:modId xmlns:p14="http://schemas.microsoft.com/office/powerpoint/2010/main" val="3419655932"/>
              </p:ext>
            </p:extLst>
          </p:nvPr>
        </p:nvGraphicFramePr>
        <p:xfrm>
          <a:off x="1630214" y="989244"/>
          <a:ext cx="6543967" cy="43580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E1F1948C-2E0E-4EB7-B119-0F8AB294B5E5}"/>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671B1B8F-0D93-41DA-A902-E2C10C9B897D}"/>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BCB3A4D9-7D15-4F34-9644-C0FE4E2D243C}"/>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1273A0D6-878F-4D0E-9EF7-65113C72BBA6}"/>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graphicEl>
                                              <a:dgm id="{F7F38249-4675-4E55-A088-9150BC012D5F}"/>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1F032816-635E-4B7D-A873-AF308CD6E61B}"/>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083E5F87-CD53-4840-B19A-4CA5F73E1211}"/>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graphicEl>
                                              <a:dgm id="{194B2006-CAAF-4E17-BF52-9C6208A0AC27}"/>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graphicEl>
                                              <a:dgm id="{EE00BE1D-52B7-43D5-B8A3-31F2186811C1}"/>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graphicEl>
                                              <a:dgm id="{14BF8656-3C1C-4F6A-BF89-97A78B1C008B}"/>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graphicEl>
                                              <a:dgm id="{F58F827A-4594-46E9-A0FE-A1BED65A3AC0}"/>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92"/>
        <p:cNvGrpSpPr/>
        <p:nvPr/>
      </p:nvGrpSpPr>
      <p:grpSpPr>
        <a:xfrm>
          <a:off x="0" y="0"/>
          <a:ext cx="0" cy="0"/>
          <a:chOff x="0" y="0"/>
          <a:chExt cx="0" cy="0"/>
        </a:xfrm>
      </p:grpSpPr>
      <p:sp>
        <p:nvSpPr>
          <p:cNvPr id="1993" name="Google Shape;1993;p57"/>
          <p:cNvSpPr txBox="1">
            <a:spLocks noGrp="1"/>
          </p:cNvSpPr>
          <p:nvPr>
            <p:ph type="title"/>
          </p:nvPr>
        </p:nvSpPr>
        <p:spPr>
          <a:xfrm>
            <a:off x="938500" y="445025"/>
            <a:ext cx="4964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SV" dirty="0"/>
              <a:t>Analítica Descriptiva</a:t>
            </a:r>
            <a:endParaRPr dirty="0"/>
          </a:p>
        </p:txBody>
      </p:sp>
      <p:sp>
        <p:nvSpPr>
          <p:cNvPr id="1994" name="Google Shape;1994;p57"/>
          <p:cNvSpPr txBox="1">
            <a:spLocks noGrp="1"/>
          </p:cNvSpPr>
          <p:nvPr>
            <p:ph type="body" idx="1"/>
          </p:nvPr>
        </p:nvSpPr>
        <p:spPr>
          <a:xfrm>
            <a:off x="1067241" y="1160931"/>
            <a:ext cx="3258900" cy="3154760"/>
          </a:xfrm>
          <a:prstGeom prst="rect">
            <a:avLst/>
          </a:prstGeom>
        </p:spPr>
        <p:txBody>
          <a:bodyPr spcFirstLastPara="1" wrap="square" lIns="91425" tIns="91425" rIns="91425" bIns="91425" anchor="t" anchorCtr="0">
            <a:noAutofit/>
          </a:bodyPr>
          <a:lstStyle/>
          <a:p>
            <a:pPr marL="139700" indent="0">
              <a:spcBef>
                <a:spcPts val="1000"/>
              </a:spcBef>
              <a:spcAft>
                <a:spcPts val="1000"/>
              </a:spcAft>
              <a:buNone/>
            </a:pPr>
            <a:r>
              <a:rPr lang="es-MX" dirty="0"/>
              <a:t>La </a:t>
            </a:r>
            <a:r>
              <a:rPr lang="es-MX" b="1" dirty="0"/>
              <a:t>analítica descriptiva</a:t>
            </a:r>
            <a:r>
              <a:rPr lang="es-MX" dirty="0"/>
              <a:t> es una etapa preliminar del procesamiento de datos que se enfoca en resumir datos históricos para proporcionar información útil. Este tipo de análisis ayuda a comprender la estructura y las características principales de los datos, detectando patrones y posibles valores atípicos.</a:t>
            </a:r>
            <a:endParaRPr lang="es-CO" dirty="0">
              <a:solidFill>
                <a:schemeClr val="bg1"/>
              </a:solidFill>
              <a:latin typeface="Montserrat ExtraBold" panose="020B0604020202020204" charset="0"/>
              <a:ea typeface="Open Sans" panose="020B0606030504020204" pitchFamily="34" charset="0"/>
              <a:cs typeface="Open Sans" panose="020B0606030504020204" pitchFamily="34" charset="0"/>
            </a:endParaRPr>
          </a:p>
        </p:txBody>
      </p:sp>
      <p:cxnSp>
        <p:nvCxnSpPr>
          <p:cNvPr id="1998" name="Google Shape;1998;p57"/>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Marcador de texto 2">
            <a:extLst>
              <a:ext uri="{FF2B5EF4-FFF2-40B4-BE49-F238E27FC236}">
                <a16:creationId xmlns:a16="http://schemas.microsoft.com/office/drawing/2014/main" id="{2A35A37C-6BC4-5563-7A89-0523BDCCE373}"/>
              </a:ext>
            </a:extLst>
          </p:cNvPr>
          <p:cNvSpPr>
            <a:spLocks noGrp="1"/>
          </p:cNvSpPr>
          <p:nvPr>
            <p:ph type="body" idx="2"/>
          </p:nvPr>
        </p:nvSpPr>
        <p:spPr>
          <a:xfrm>
            <a:off x="4673852" y="1160930"/>
            <a:ext cx="3992166" cy="3154759"/>
          </a:xfrm>
        </p:spPr>
        <p:txBody>
          <a:bodyPr/>
          <a:lstStyle/>
          <a:p>
            <a:r>
              <a:rPr lang="es-MX" sz="1200" b="1" dirty="0"/>
              <a:t>Análisis de ventas</a:t>
            </a:r>
            <a:r>
              <a:rPr lang="es-MX" sz="1200" dirty="0"/>
              <a:t>: Resumir las ventas mensuales de una empresa para identificar tendencias y patrones estacionales.</a:t>
            </a:r>
          </a:p>
          <a:p>
            <a:endParaRPr lang="es-MX" sz="1200" dirty="0"/>
          </a:p>
          <a:p>
            <a:r>
              <a:rPr lang="es-MX" sz="1200" b="1" dirty="0"/>
              <a:t>Estadísticas de uso de aplicaciones</a:t>
            </a:r>
            <a:r>
              <a:rPr lang="es-MX" sz="1200" dirty="0"/>
              <a:t>: Evaluar el uso de una aplicación móvil, como el número de usuarios activos diarios, el tiempo promedio de uso y las funciones más utilizadas.</a:t>
            </a:r>
          </a:p>
          <a:p>
            <a:endParaRPr lang="es-MX" sz="1200" dirty="0"/>
          </a:p>
          <a:p>
            <a:r>
              <a:rPr lang="es-MX" sz="1200" b="1" dirty="0"/>
              <a:t>Informes de rendimiento académico</a:t>
            </a:r>
            <a:r>
              <a:rPr lang="es-MX" sz="1200" dirty="0"/>
              <a:t>: Analizar las calificaciones de los estudiantes para identificar áreas de mejora y patrones de rendimiento.</a:t>
            </a:r>
          </a:p>
          <a:p>
            <a:endParaRPr lang="es-MX" sz="1200" dirty="0"/>
          </a:p>
          <a:p>
            <a:r>
              <a:rPr lang="es-MX" sz="1200" b="1" dirty="0"/>
              <a:t>Análisis de encuestas</a:t>
            </a:r>
            <a:r>
              <a:rPr lang="es-MX" sz="1200" dirty="0"/>
              <a:t>: Resumir los resultados de una encuesta para entender las opiniones y comportamientos de los encuestados.</a:t>
            </a:r>
          </a:p>
        </p:txBody>
      </p:sp>
      <p:pic>
        <p:nvPicPr>
          <p:cNvPr id="5" name="Imagen 4">
            <a:extLst>
              <a:ext uri="{FF2B5EF4-FFF2-40B4-BE49-F238E27FC236}">
                <a16:creationId xmlns:a16="http://schemas.microsoft.com/office/drawing/2014/main" id="{4C5B69D9-7AA8-74D4-4A60-41CB26B451AD}"/>
              </a:ext>
            </a:extLst>
          </p:cNvPr>
          <p:cNvPicPr>
            <a:picLocks noChangeAspect="1"/>
          </p:cNvPicPr>
          <p:nvPr/>
        </p:nvPicPr>
        <p:blipFill>
          <a:blip r:embed="rId3"/>
          <a:stretch>
            <a:fillRect/>
          </a:stretch>
        </p:blipFill>
        <p:spPr>
          <a:xfrm>
            <a:off x="7685480" y="4644382"/>
            <a:ext cx="1406888" cy="393048"/>
          </a:xfrm>
          <a:prstGeom prst="rect">
            <a:avLst/>
          </a:prstGeom>
        </p:spPr>
      </p:pic>
      <p:graphicFrame>
        <p:nvGraphicFramePr>
          <p:cNvPr id="6" name="Diagrama 5">
            <a:extLst>
              <a:ext uri="{FF2B5EF4-FFF2-40B4-BE49-F238E27FC236}">
                <a16:creationId xmlns:a16="http://schemas.microsoft.com/office/drawing/2014/main" id="{F7091809-9D75-9744-7B4B-EDEBD2F7963B}"/>
              </a:ext>
            </a:extLst>
          </p:cNvPr>
          <p:cNvGraphicFramePr/>
          <p:nvPr>
            <p:extLst>
              <p:ext uri="{D42A27DB-BD31-4B8C-83A1-F6EECF244321}">
                <p14:modId xmlns:p14="http://schemas.microsoft.com/office/powerpoint/2010/main" val="243694395"/>
              </p:ext>
            </p:extLst>
          </p:nvPr>
        </p:nvGraphicFramePr>
        <p:xfrm>
          <a:off x="189342" y="3882257"/>
          <a:ext cx="3475186" cy="12186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0763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4" grpId="0" build="p"/>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92"/>
        <p:cNvGrpSpPr/>
        <p:nvPr/>
      </p:nvGrpSpPr>
      <p:grpSpPr>
        <a:xfrm>
          <a:off x="0" y="0"/>
          <a:ext cx="0" cy="0"/>
          <a:chOff x="0" y="0"/>
          <a:chExt cx="0" cy="0"/>
        </a:xfrm>
      </p:grpSpPr>
      <p:sp>
        <p:nvSpPr>
          <p:cNvPr id="1993" name="Google Shape;1993;p57"/>
          <p:cNvSpPr txBox="1">
            <a:spLocks noGrp="1"/>
          </p:cNvSpPr>
          <p:nvPr>
            <p:ph type="title"/>
          </p:nvPr>
        </p:nvSpPr>
        <p:spPr>
          <a:xfrm>
            <a:off x="938500" y="445025"/>
            <a:ext cx="4964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SV" dirty="0"/>
              <a:t>Analítica Diagnóstica</a:t>
            </a:r>
            <a:endParaRPr dirty="0"/>
          </a:p>
        </p:txBody>
      </p:sp>
      <p:sp>
        <p:nvSpPr>
          <p:cNvPr id="1994" name="Google Shape;1994;p57"/>
          <p:cNvSpPr txBox="1">
            <a:spLocks noGrp="1"/>
          </p:cNvSpPr>
          <p:nvPr>
            <p:ph type="body" idx="1"/>
          </p:nvPr>
        </p:nvSpPr>
        <p:spPr>
          <a:xfrm>
            <a:off x="1067241" y="1160931"/>
            <a:ext cx="3258900" cy="3154760"/>
          </a:xfrm>
          <a:prstGeom prst="rect">
            <a:avLst/>
          </a:prstGeom>
        </p:spPr>
        <p:txBody>
          <a:bodyPr spcFirstLastPara="1" wrap="square" lIns="91425" tIns="91425" rIns="91425" bIns="91425" anchor="t" anchorCtr="0">
            <a:noAutofit/>
          </a:bodyPr>
          <a:lstStyle/>
          <a:p>
            <a:pPr marL="139700" indent="0">
              <a:spcBef>
                <a:spcPts val="1000"/>
              </a:spcBef>
              <a:spcAft>
                <a:spcPts val="1000"/>
              </a:spcAft>
              <a:buNone/>
            </a:pPr>
            <a:r>
              <a:rPr lang="es-MX" dirty="0"/>
              <a:t>La </a:t>
            </a:r>
            <a:r>
              <a:rPr lang="es-MX" b="1" dirty="0"/>
              <a:t>analítica diagnóstica</a:t>
            </a:r>
            <a:r>
              <a:rPr lang="es-MX" dirty="0"/>
              <a:t> se centra en entender las causas de los eventos y comportamientos observados en los datos. A diferencia de la analítica descriptiva, que se enfoca en resumir datos históricos, la analítica diagnóstica busca responder a la pregunta “¿por qué ocurrió esto?”</a:t>
            </a:r>
            <a:endParaRPr lang="es-CO" dirty="0">
              <a:solidFill>
                <a:schemeClr val="bg1"/>
              </a:solidFill>
              <a:latin typeface="Montserrat ExtraBold" panose="020B0604020202020204" charset="0"/>
              <a:ea typeface="Open Sans" panose="020B0606030504020204" pitchFamily="34" charset="0"/>
              <a:cs typeface="Open Sans" panose="020B0606030504020204" pitchFamily="34" charset="0"/>
            </a:endParaRPr>
          </a:p>
        </p:txBody>
      </p:sp>
      <p:cxnSp>
        <p:nvCxnSpPr>
          <p:cNvPr id="1998" name="Google Shape;1998;p57"/>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Marcador de texto 2">
            <a:extLst>
              <a:ext uri="{FF2B5EF4-FFF2-40B4-BE49-F238E27FC236}">
                <a16:creationId xmlns:a16="http://schemas.microsoft.com/office/drawing/2014/main" id="{2A35A37C-6BC4-5563-7A89-0523BDCCE373}"/>
              </a:ext>
            </a:extLst>
          </p:cNvPr>
          <p:cNvSpPr>
            <a:spLocks noGrp="1"/>
          </p:cNvSpPr>
          <p:nvPr>
            <p:ph type="body" idx="2"/>
          </p:nvPr>
        </p:nvSpPr>
        <p:spPr>
          <a:xfrm>
            <a:off x="4673852" y="1160930"/>
            <a:ext cx="3992166" cy="3154759"/>
          </a:xfrm>
        </p:spPr>
        <p:txBody>
          <a:bodyPr/>
          <a:lstStyle/>
          <a:p>
            <a:r>
              <a:rPr lang="es-MX" sz="1200" b="1" dirty="0"/>
              <a:t>Salud</a:t>
            </a:r>
            <a:r>
              <a:rPr lang="es-MX" sz="1200" dirty="0"/>
              <a:t>: Analizar los datos de los pacientes para identificar las causas subyacentes de enfermedades o complicaciones. Por ejemplo, determinar por qué ciertos pacientes tienen una mayor tasa de readmisión hospitalaria.</a:t>
            </a:r>
          </a:p>
          <a:p>
            <a:endParaRPr lang="es-MX" sz="1200" dirty="0"/>
          </a:p>
          <a:p>
            <a:r>
              <a:rPr lang="es-MX" sz="1200" b="1" dirty="0" err="1"/>
              <a:t>Retail</a:t>
            </a:r>
            <a:r>
              <a:rPr lang="es-MX" sz="1200" dirty="0"/>
              <a:t>: Examinar las razones detrás de la disminución de ventas en una tienda específica. Esto podría incluir el análisis de factores como la ubicación, el inventario, las promociones y la competencia.</a:t>
            </a:r>
          </a:p>
          <a:p>
            <a:endParaRPr lang="es-MX" sz="1200" b="1" dirty="0"/>
          </a:p>
          <a:p>
            <a:r>
              <a:rPr lang="es-MX" sz="1200" b="1" dirty="0"/>
              <a:t>Tecnología</a:t>
            </a:r>
            <a:r>
              <a:rPr lang="es-MX" sz="1200" dirty="0"/>
              <a:t>: Diagnosticar problemas de rendimiento en aplicaciones o sistemas informáticos. Por ejemplo, determinar por qué una aplicación tiene tiempos de carga lentos o por qué un sistema experimenta fallos frecuentes.</a:t>
            </a:r>
          </a:p>
          <a:p>
            <a:pPr marL="139700" indent="0">
              <a:buNone/>
            </a:pPr>
            <a:endParaRPr lang="es-MX" sz="1200" dirty="0"/>
          </a:p>
          <a:p>
            <a:pPr marL="139700" indent="0">
              <a:buNone/>
            </a:pPr>
            <a:endParaRPr lang="es-MX" sz="1200" dirty="0"/>
          </a:p>
        </p:txBody>
      </p:sp>
      <p:pic>
        <p:nvPicPr>
          <p:cNvPr id="5" name="Imagen 4">
            <a:extLst>
              <a:ext uri="{FF2B5EF4-FFF2-40B4-BE49-F238E27FC236}">
                <a16:creationId xmlns:a16="http://schemas.microsoft.com/office/drawing/2014/main" id="{4C5B69D9-7AA8-74D4-4A60-41CB26B451AD}"/>
              </a:ext>
            </a:extLst>
          </p:cNvPr>
          <p:cNvPicPr>
            <a:picLocks noChangeAspect="1"/>
          </p:cNvPicPr>
          <p:nvPr/>
        </p:nvPicPr>
        <p:blipFill>
          <a:blip r:embed="rId3"/>
          <a:stretch>
            <a:fillRect/>
          </a:stretch>
        </p:blipFill>
        <p:spPr>
          <a:xfrm>
            <a:off x="7685480" y="4644382"/>
            <a:ext cx="1406888" cy="393048"/>
          </a:xfrm>
          <a:prstGeom prst="rect">
            <a:avLst/>
          </a:prstGeom>
        </p:spPr>
      </p:pic>
      <p:graphicFrame>
        <p:nvGraphicFramePr>
          <p:cNvPr id="6" name="Diagrama 5">
            <a:extLst>
              <a:ext uri="{FF2B5EF4-FFF2-40B4-BE49-F238E27FC236}">
                <a16:creationId xmlns:a16="http://schemas.microsoft.com/office/drawing/2014/main" id="{F7091809-9D75-9744-7B4B-EDEBD2F7963B}"/>
              </a:ext>
            </a:extLst>
          </p:cNvPr>
          <p:cNvGraphicFramePr/>
          <p:nvPr/>
        </p:nvGraphicFramePr>
        <p:xfrm>
          <a:off x="189342" y="3882257"/>
          <a:ext cx="3475186" cy="12186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81906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4" grpId="0" build="p"/>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92"/>
        <p:cNvGrpSpPr/>
        <p:nvPr/>
      </p:nvGrpSpPr>
      <p:grpSpPr>
        <a:xfrm>
          <a:off x="0" y="0"/>
          <a:ext cx="0" cy="0"/>
          <a:chOff x="0" y="0"/>
          <a:chExt cx="0" cy="0"/>
        </a:xfrm>
      </p:grpSpPr>
      <p:sp>
        <p:nvSpPr>
          <p:cNvPr id="1993" name="Google Shape;1993;p57"/>
          <p:cNvSpPr txBox="1">
            <a:spLocks noGrp="1"/>
          </p:cNvSpPr>
          <p:nvPr>
            <p:ph type="title"/>
          </p:nvPr>
        </p:nvSpPr>
        <p:spPr>
          <a:xfrm>
            <a:off x="938500" y="445025"/>
            <a:ext cx="4964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SV" dirty="0"/>
              <a:t>Analítica Predictiva</a:t>
            </a:r>
            <a:endParaRPr dirty="0"/>
          </a:p>
        </p:txBody>
      </p:sp>
      <p:sp>
        <p:nvSpPr>
          <p:cNvPr id="1994" name="Google Shape;1994;p57"/>
          <p:cNvSpPr txBox="1">
            <a:spLocks noGrp="1"/>
          </p:cNvSpPr>
          <p:nvPr>
            <p:ph type="body" idx="1"/>
          </p:nvPr>
        </p:nvSpPr>
        <p:spPr>
          <a:xfrm>
            <a:off x="1067241" y="1160931"/>
            <a:ext cx="3258900" cy="3154760"/>
          </a:xfrm>
          <a:prstGeom prst="rect">
            <a:avLst/>
          </a:prstGeom>
        </p:spPr>
        <p:txBody>
          <a:bodyPr spcFirstLastPara="1" wrap="square" lIns="91425" tIns="91425" rIns="91425" bIns="91425" anchor="t" anchorCtr="0">
            <a:noAutofit/>
          </a:bodyPr>
          <a:lstStyle/>
          <a:p>
            <a:pPr marL="139700" indent="0">
              <a:spcBef>
                <a:spcPts val="1000"/>
              </a:spcBef>
              <a:spcAft>
                <a:spcPts val="1000"/>
              </a:spcAft>
              <a:buNone/>
            </a:pPr>
            <a:r>
              <a:rPr lang="es-MX" dirty="0"/>
              <a:t>La </a:t>
            </a:r>
            <a:r>
              <a:rPr lang="es-MX" b="1" dirty="0"/>
              <a:t>analítica predictiva</a:t>
            </a:r>
            <a:r>
              <a:rPr lang="es-MX" dirty="0"/>
              <a:t> es una técnica que utiliza datos históricos y actuales para predecir futuros eventos o tendencias. </a:t>
            </a:r>
            <a:r>
              <a:rPr lang="es-MX" dirty="0">
                <a:hlinkClick r:id="rId3"/>
              </a:rPr>
              <a:t>Este enfoque se basa en la aplicación de algoritmos estadísticos, técnicas de machine </a:t>
            </a:r>
            <a:r>
              <a:rPr lang="es-MX" dirty="0" err="1">
                <a:hlinkClick r:id="rId3"/>
              </a:rPr>
              <a:t>learning</a:t>
            </a:r>
            <a:r>
              <a:rPr lang="es-MX" dirty="0">
                <a:hlinkClick r:id="rId3"/>
              </a:rPr>
              <a:t> y métodos de minería de datos para identificar patrones y relaciones en los datos</a:t>
            </a:r>
            <a:endParaRPr lang="es-CO" dirty="0">
              <a:solidFill>
                <a:schemeClr val="bg1"/>
              </a:solidFill>
              <a:latin typeface="Montserrat ExtraBold" panose="020B0604020202020204" charset="0"/>
              <a:ea typeface="Open Sans" panose="020B0606030504020204" pitchFamily="34" charset="0"/>
              <a:cs typeface="Open Sans" panose="020B0606030504020204" pitchFamily="34" charset="0"/>
            </a:endParaRPr>
          </a:p>
        </p:txBody>
      </p:sp>
      <p:cxnSp>
        <p:nvCxnSpPr>
          <p:cNvPr id="1998" name="Google Shape;1998;p57"/>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Marcador de texto 2">
            <a:extLst>
              <a:ext uri="{FF2B5EF4-FFF2-40B4-BE49-F238E27FC236}">
                <a16:creationId xmlns:a16="http://schemas.microsoft.com/office/drawing/2014/main" id="{2A35A37C-6BC4-5563-7A89-0523BDCCE373}"/>
              </a:ext>
            </a:extLst>
          </p:cNvPr>
          <p:cNvSpPr>
            <a:spLocks noGrp="1"/>
          </p:cNvSpPr>
          <p:nvPr>
            <p:ph type="body" idx="2"/>
          </p:nvPr>
        </p:nvSpPr>
        <p:spPr>
          <a:xfrm>
            <a:off x="4673852" y="863058"/>
            <a:ext cx="3992166" cy="3154759"/>
          </a:xfrm>
        </p:spPr>
        <p:txBody>
          <a:bodyPr/>
          <a:lstStyle/>
          <a:p>
            <a:r>
              <a:rPr lang="es-MX" sz="1200" b="1" dirty="0" err="1"/>
              <a:t>Retail</a:t>
            </a:r>
            <a:r>
              <a:rPr lang="es-MX" sz="1200" dirty="0"/>
              <a:t>: Anticipar la demanda de productos para optimizar el inventario y las estrategias de marketing. Por ejemplo, predecir qué productos serán más populares durante una temporada de ventas específica.</a:t>
            </a:r>
          </a:p>
          <a:p>
            <a:endParaRPr lang="es-MX" sz="1200" dirty="0"/>
          </a:p>
          <a:p>
            <a:r>
              <a:rPr lang="es-MX" sz="1200" b="1" dirty="0"/>
              <a:t>Finanzas</a:t>
            </a:r>
            <a:r>
              <a:rPr lang="es-MX" sz="1200" dirty="0"/>
              <a:t>: Predecir el comportamiento del mercado y el riesgo crediticio. Por ejemplo, utilizando datos históricos de transacciones para prever fluctuaciones en el mercado de valores o evaluar la probabilidad de que un cliente incumpla un préstamo.</a:t>
            </a:r>
          </a:p>
          <a:p>
            <a:endParaRPr lang="es-MX" sz="1200" dirty="0"/>
          </a:p>
          <a:p>
            <a:r>
              <a:rPr lang="es-MX" sz="1200" b="1" dirty="0"/>
              <a:t>Tecnología</a:t>
            </a:r>
            <a:r>
              <a:rPr lang="es-MX" sz="1200" dirty="0"/>
              <a:t>: Predecir el comportamiento del usuario y mejorar la experiencia del cliente. Por ejemplo, utilizando datos de uso de aplicaciones para anticipar qué características serán más utilizadas y ajustar el desarrollo de productos en consecuencia.</a:t>
            </a:r>
          </a:p>
        </p:txBody>
      </p:sp>
      <p:pic>
        <p:nvPicPr>
          <p:cNvPr id="5" name="Imagen 4">
            <a:extLst>
              <a:ext uri="{FF2B5EF4-FFF2-40B4-BE49-F238E27FC236}">
                <a16:creationId xmlns:a16="http://schemas.microsoft.com/office/drawing/2014/main" id="{4C5B69D9-7AA8-74D4-4A60-41CB26B451AD}"/>
              </a:ext>
            </a:extLst>
          </p:cNvPr>
          <p:cNvPicPr>
            <a:picLocks noChangeAspect="1"/>
          </p:cNvPicPr>
          <p:nvPr/>
        </p:nvPicPr>
        <p:blipFill>
          <a:blip r:embed="rId4"/>
          <a:stretch>
            <a:fillRect/>
          </a:stretch>
        </p:blipFill>
        <p:spPr>
          <a:xfrm>
            <a:off x="7685480" y="4644382"/>
            <a:ext cx="1406888" cy="393048"/>
          </a:xfrm>
          <a:prstGeom prst="rect">
            <a:avLst/>
          </a:prstGeom>
        </p:spPr>
      </p:pic>
      <p:graphicFrame>
        <p:nvGraphicFramePr>
          <p:cNvPr id="6" name="Diagrama 5">
            <a:extLst>
              <a:ext uri="{FF2B5EF4-FFF2-40B4-BE49-F238E27FC236}">
                <a16:creationId xmlns:a16="http://schemas.microsoft.com/office/drawing/2014/main" id="{F7091809-9D75-9744-7B4B-EDEBD2F7963B}"/>
              </a:ext>
            </a:extLst>
          </p:cNvPr>
          <p:cNvGraphicFramePr/>
          <p:nvPr/>
        </p:nvGraphicFramePr>
        <p:xfrm>
          <a:off x="189342" y="3882257"/>
          <a:ext cx="3475186" cy="121861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24444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4" grpId="0" build="p"/>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92"/>
        <p:cNvGrpSpPr/>
        <p:nvPr/>
      </p:nvGrpSpPr>
      <p:grpSpPr>
        <a:xfrm>
          <a:off x="0" y="0"/>
          <a:ext cx="0" cy="0"/>
          <a:chOff x="0" y="0"/>
          <a:chExt cx="0" cy="0"/>
        </a:xfrm>
      </p:grpSpPr>
      <p:sp>
        <p:nvSpPr>
          <p:cNvPr id="1993" name="Google Shape;1993;p57"/>
          <p:cNvSpPr txBox="1">
            <a:spLocks noGrp="1"/>
          </p:cNvSpPr>
          <p:nvPr>
            <p:ph type="title"/>
          </p:nvPr>
        </p:nvSpPr>
        <p:spPr>
          <a:xfrm>
            <a:off x="938500" y="445025"/>
            <a:ext cx="49647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SV" dirty="0"/>
              <a:t>Analítica Prescriptiva</a:t>
            </a:r>
            <a:endParaRPr dirty="0"/>
          </a:p>
        </p:txBody>
      </p:sp>
      <p:sp>
        <p:nvSpPr>
          <p:cNvPr id="1994" name="Google Shape;1994;p57"/>
          <p:cNvSpPr txBox="1">
            <a:spLocks noGrp="1"/>
          </p:cNvSpPr>
          <p:nvPr>
            <p:ph type="body" idx="1"/>
          </p:nvPr>
        </p:nvSpPr>
        <p:spPr>
          <a:xfrm>
            <a:off x="1067241" y="1160931"/>
            <a:ext cx="3258900" cy="3154760"/>
          </a:xfrm>
          <a:prstGeom prst="rect">
            <a:avLst/>
          </a:prstGeom>
        </p:spPr>
        <p:txBody>
          <a:bodyPr spcFirstLastPara="1" wrap="square" lIns="91425" tIns="91425" rIns="91425" bIns="91425" anchor="t" anchorCtr="0">
            <a:noAutofit/>
          </a:bodyPr>
          <a:lstStyle/>
          <a:p>
            <a:pPr marL="139700" indent="0">
              <a:spcBef>
                <a:spcPts val="1000"/>
              </a:spcBef>
              <a:spcAft>
                <a:spcPts val="1000"/>
              </a:spcAft>
              <a:buNone/>
            </a:pPr>
            <a:r>
              <a:rPr lang="es-MX" dirty="0"/>
              <a:t>La </a:t>
            </a:r>
            <a:r>
              <a:rPr lang="es-MX" b="1" dirty="0"/>
              <a:t>analítica prescriptiva</a:t>
            </a:r>
            <a:r>
              <a:rPr lang="es-MX" dirty="0"/>
              <a:t> es una técnica avanzada que no solo predice futuros eventos, sino que también sugiere acciones específicas para influir en esos resultados. </a:t>
            </a:r>
            <a:r>
              <a:rPr lang="es-MX" dirty="0">
                <a:hlinkClick r:id="rId3"/>
              </a:rPr>
              <a:t>Utiliza una combinación de algoritmos, simulaciones y modelos de optimización para recomendar las mejores acciones posibles basadas en los datos disponibles</a:t>
            </a:r>
            <a:endParaRPr lang="es-CO" dirty="0">
              <a:solidFill>
                <a:schemeClr val="bg1"/>
              </a:solidFill>
              <a:latin typeface="Montserrat ExtraBold" panose="020B0604020202020204" charset="0"/>
              <a:ea typeface="Open Sans" panose="020B0606030504020204" pitchFamily="34" charset="0"/>
              <a:cs typeface="Open Sans" panose="020B0606030504020204" pitchFamily="34" charset="0"/>
            </a:endParaRPr>
          </a:p>
        </p:txBody>
      </p:sp>
      <p:cxnSp>
        <p:nvCxnSpPr>
          <p:cNvPr id="1998" name="Google Shape;1998;p57"/>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Marcador de texto 2">
            <a:extLst>
              <a:ext uri="{FF2B5EF4-FFF2-40B4-BE49-F238E27FC236}">
                <a16:creationId xmlns:a16="http://schemas.microsoft.com/office/drawing/2014/main" id="{2A35A37C-6BC4-5563-7A89-0523BDCCE373}"/>
              </a:ext>
            </a:extLst>
          </p:cNvPr>
          <p:cNvSpPr>
            <a:spLocks noGrp="1"/>
          </p:cNvSpPr>
          <p:nvPr>
            <p:ph type="body" idx="2"/>
          </p:nvPr>
        </p:nvSpPr>
        <p:spPr>
          <a:xfrm>
            <a:off x="4673852" y="1396459"/>
            <a:ext cx="3992166" cy="3154759"/>
          </a:xfrm>
        </p:spPr>
        <p:txBody>
          <a:bodyPr/>
          <a:lstStyle/>
          <a:p>
            <a:r>
              <a:rPr lang="es-MX" sz="1200" b="1" dirty="0"/>
              <a:t>Transporte y Logística</a:t>
            </a:r>
            <a:r>
              <a:rPr lang="es-MX" sz="1200" dirty="0"/>
              <a:t>: Optimizar las rutas de entrega para minimizar los costos y el tiempo de transporte. Por ejemplo, una empresa de logística puede utilizar la analítica prescriptiva para recomendar las rutas más eficientes para sus camiones, teniendo en cuenta factores como el tráfico, el clima y las restricciones de carga.</a:t>
            </a:r>
          </a:p>
          <a:p>
            <a:endParaRPr lang="es-MX" sz="1200" dirty="0"/>
          </a:p>
          <a:p>
            <a:r>
              <a:rPr lang="es-MX" sz="1200" b="1" dirty="0"/>
              <a:t>Energía</a:t>
            </a:r>
            <a:r>
              <a:rPr lang="es-MX" sz="1200" dirty="0"/>
              <a:t>: Gestionar la distribución de energía y optimizar el uso de recursos. Por ejemplo, una compañía eléctrica puede utilizar la analítica prescriptiva para predecir la demanda de energía y recomendar ajustes en la producción y distribución para evitar sobrecargas y reducir costos operativos.</a:t>
            </a:r>
          </a:p>
        </p:txBody>
      </p:sp>
      <p:pic>
        <p:nvPicPr>
          <p:cNvPr id="5" name="Imagen 4">
            <a:extLst>
              <a:ext uri="{FF2B5EF4-FFF2-40B4-BE49-F238E27FC236}">
                <a16:creationId xmlns:a16="http://schemas.microsoft.com/office/drawing/2014/main" id="{4C5B69D9-7AA8-74D4-4A60-41CB26B451AD}"/>
              </a:ext>
            </a:extLst>
          </p:cNvPr>
          <p:cNvPicPr>
            <a:picLocks noChangeAspect="1"/>
          </p:cNvPicPr>
          <p:nvPr/>
        </p:nvPicPr>
        <p:blipFill>
          <a:blip r:embed="rId4"/>
          <a:stretch>
            <a:fillRect/>
          </a:stretch>
        </p:blipFill>
        <p:spPr>
          <a:xfrm>
            <a:off x="7685480" y="4644382"/>
            <a:ext cx="1406888" cy="393048"/>
          </a:xfrm>
          <a:prstGeom prst="rect">
            <a:avLst/>
          </a:prstGeom>
        </p:spPr>
      </p:pic>
      <p:graphicFrame>
        <p:nvGraphicFramePr>
          <p:cNvPr id="6" name="Diagrama 5">
            <a:extLst>
              <a:ext uri="{FF2B5EF4-FFF2-40B4-BE49-F238E27FC236}">
                <a16:creationId xmlns:a16="http://schemas.microsoft.com/office/drawing/2014/main" id="{F7091809-9D75-9744-7B4B-EDEBD2F7963B}"/>
              </a:ext>
            </a:extLst>
          </p:cNvPr>
          <p:cNvGraphicFramePr/>
          <p:nvPr/>
        </p:nvGraphicFramePr>
        <p:xfrm>
          <a:off x="189342" y="3882257"/>
          <a:ext cx="3475186" cy="121861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6215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4" grpId="0" build="p"/>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2"/>
        <p:cNvGrpSpPr/>
        <p:nvPr/>
      </p:nvGrpSpPr>
      <p:grpSpPr>
        <a:xfrm>
          <a:off x="0" y="0"/>
          <a:ext cx="0" cy="0"/>
          <a:chOff x="0" y="0"/>
          <a:chExt cx="0" cy="0"/>
        </a:xfrm>
      </p:grpSpPr>
      <p:sp>
        <p:nvSpPr>
          <p:cNvPr id="2003" name="Google Shape;2003;p58"/>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Un ejemplo…</a:t>
            </a:r>
            <a:endParaRPr dirty="0"/>
          </a:p>
        </p:txBody>
      </p:sp>
      <p:cxnSp>
        <p:nvCxnSpPr>
          <p:cNvPr id="2016" name="Google Shape;2016;p58"/>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2" name="Imagen 1">
            <a:extLst>
              <a:ext uri="{FF2B5EF4-FFF2-40B4-BE49-F238E27FC236}">
                <a16:creationId xmlns:a16="http://schemas.microsoft.com/office/drawing/2014/main" id="{4E7F48A5-64F8-81F0-A31C-A5AC1A29774E}"/>
              </a:ext>
            </a:extLst>
          </p:cNvPr>
          <p:cNvPicPr>
            <a:picLocks noChangeAspect="1"/>
          </p:cNvPicPr>
          <p:nvPr/>
        </p:nvPicPr>
        <p:blipFill>
          <a:blip r:embed="rId3"/>
          <a:stretch>
            <a:fillRect/>
          </a:stretch>
        </p:blipFill>
        <p:spPr>
          <a:xfrm>
            <a:off x="110933" y="4609746"/>
            <a:ext cx="1406888" cy="393048"/>
          </a:xfrm>
          <a:prstGeom prst="rect">
            <a:avLst/>
          </a:prstGeom>
        </p:spPr>
      </p:pic>
      <p:sp>
        <p:nvSpPr>
          <p:cNvPr id="4" name="CuadroTexto 3">
            <a:extLst>
              <a:ext uri="{FF2B5EF4-FFF2-40B4-BE49-F238E27FC236}">
                <a16:creationId xmlns:a16="http://schemas.microsoft.com/office/drawing/2014/main" id="{646F9B85-6C3E-8003-1B4C-FCBBF057BE5A}"/>
              </a:ext>
            </a:extLst>
          </p:cNvPr>
          <p:cNvSpPr txBox="1"/>
          <p:nvPr/>
        </p:nvSpPr>
        <p:spPr>
          <a:xfrm>
            <a:off x="898389" y="920931"/>
            <a:ext cx="5455350" cy="523220"/>
          </a:xfrm>
          <a:prstGeom prst="rect">
            <a:avLst/>
          </a:prstGeom>
          <a:noFill/>
        </p:spPr>
        <p:txBody>
          <a:bodyPr wrap="square">
            <a:spAutoFit/>
          </a:bodyPr>
          <a:lstStyle/>
          <a:p>
            <a:r>
              <a:rPr lang="es-MX" b="0" i="0" dirty="0">
                <a:solidFill>
                  <a:schemeClr val="bg1"/>
                </a:solidFill>
                <a:effectLst/>
                <a:latin typeface="-apple-system"/>
              </a:rPr>
              <a:t>Contexto de una </a:t>
            </a:r>
            <a:r>
              <a:rPr lang="es-MX" b="1" i="0" dirty="0">
                <a:solidFill>
                  <a:schemeClr val="bg1"/>
                </a:solidFill>
                <a:effectLst/>
                <a:latin typeface="-apple-system"/>
              </a:rPr>
              <a:t>empresa de comercio electrónico</a:t>
            </a:r>
            <a:r>
              <a:rPr lang="es-MX" b="0" i="0" dirty="0">
                <a:solidFill>
                  <a:schemeClr val="bg1"/>
                </a:solidFill>
                <a:effectLst/>
                <a:latin typeface="-apple-system"/>
              </a:rPr>
              <a:t> que quiere mejorar su rendimiento y la satisfacción del cliente.</a:t>
            </a:r>
            <a:endParaRPr lang="es-SV" dirty="0">
              <a:solidFill>
                <a:schemeClr val="bg1"/>
              </a:solidFill>
            </a:endParaRPr>
          </a:p>
        </p:txBody>
      </p:sp>
      <p:graphicFrame>
        <p:nvGraphicFramePr>
          <p:cNvPr id="21" name="Diagrama 20">
            <a:extLst>
              <a:ext uri="{FF2B5EF4-FFF2-40B4-BE49-F238E27FC236}">
                <a16:creationId xmlns:a16="http://schemas.microsoft.com/office/drawing/2014/main" id="{072CB675-96C0-0700-8D04-CBB17EDFBA31}"/>
              </a:ext>
            </a:extLst>
          </p:cNvPr>
          <p:cNvGraphicFramePr/>
          <p:nvPr>
            <p:extLst>
              <p:ext uri="{D42A27DB-BD31-4B8C-83A1-F6EECF244321}">
                <p14:modId xmlns:p14="http://schemas.microsoft.com/office/powerpoint/2010/main" val="4146753196"/>
              </p:ext>
            </p:extLst>
          </p:nvPr>
        </p:nvGraphicFramePr>
        <p:xfrm>
          <a:off x="138545" y="915725"/>
          <a:ext cx="8866909" cy="48906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55575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graphicEl>
                                              <a:dgm id="{19CE96CB-33A2-49ED-8743-55B06414ACC6}"/>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graphicEl>
                                              <a:dgm id="{064EA89C-8C9F-4B5D-B691-1D588A608BB7}"/>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graphicEl>
                                              <a:dgm id="{8ECE8AF3-E7B7-4385-9F9E-5F24D5243882}"/>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graphicEl>
                                              <a:dgm id="{0E7BCE18-0B84-4E71-BB8A-8E66F547747A}"/>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graphicEl>
                                              <a:dgm id="{4C754F08-7BFC-4B5C-8A68-9C8A9E56BF0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graphicEl>
                                              <a:dgm id="{AE77D7E0-AA9E-4F8D-B684-CC2FDF0F3772}"/>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graphicEl>
                                              <a:dgm id="{8AFF57F6-E723-4C33-9A1B-98753A8F5FB4}"/>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graphicEl>
                                              <a:dgm id="{9DF9A2A3-990D-4632-86F5-CE0CE35AD729}"/>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graphicEl>
                                              <a:dgm id="{919A507C-DCD3-437A-A24E-DE62EE6884DF}"/>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graphicEl>
                                              <a:dgm id="{E7639B62-4375-4244-87E1-8BF2289814A9}"/>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graphicEl>
                                              <a:dgm id="{15456D6C-36F4-4231-BDAA-63EABF78780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1" grpId="0">
        <p:bldSub>
          <a:bldDgm bld="lvlOne"/>
        </p:bldSub>
      </p:bldGraphic>
    </p:bldLst>
  </p:timing>
</p:sld>
</file>

<file path=ppt/theme/theme1.xml><?xml version="1.0" encoding="utf-8"?>
<a:theme xmlns:a="http://schemas.openxmlformats.org/drawingml/2006/main"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TotalTime>
  <Words>1193</Words>
  <Application>Microsoft Office PowerPoint</Application>
  <PresentationFormat>Presentación en pantalla (16:9)</PresentationFormat>
  <Paragraphs>89</Paragraphs>
  <Slides>8</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Montserrat ExtraBold</vt:lpstr>
      <vt:lpstr>-apple-system</vt:lpstr>
      <vt:lpstr>Montserrat</vt:lpstr>
      <vt:lpstr>Arial</vt:lpstr>
      <vt:lpstr>Futuristic Background by Slidesgo</vt:lpstr>
      <vt:lpstr>Presentación de PowerPoint</vt:lpstr>
      <vt:lpstr>¿Qué es el análisis de datos?</vt:lpstr>
      <vt:lpstr>¿Cúal es el objetivo de el análisis de datos?</vt:lpstr>
      <vt:lpstr>Analítica Descriptiva</vt:lpstr>
      <vt:lpstr>Analítica Diagnóstica</vt:lpstr>
      <vt:lpstr>Analítica Predictiva</vt:lpstr>
      <vt:lpstr>Analítica Prescriptiva</vt:lpstr>
      <vt:lpstr>Un ejemplo…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Jonathan Jandres</dc:creator>
  <cp:lastModifiedBy>Carlos Dubon</cp:lastModifiedBy>
  <cp:revision>26</cp:revision>
  <dcterms:modified xsi:type="dcterms:W3CDTF">2024-09-30T23:52:47Z</dcterms:modified>
</cp:coreProperties>
</file>