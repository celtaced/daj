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3" r:id="rId1"/>
  </p:sldMasterIdLst>
  <p:notesMasterIdLst>
    <p:notesMasterId r:id="rId10"/>
  </p:notesMasterIdLst>
  <p:sldIdLst>
    <p:sldId id="312" r:id="rId2"/>
    <p:sldId id="261" r:id="rId3"/>
    <p:sldId id="262" r:id="rId4"/>
    <p:sldId id="313" r:id="rId5"/>
    <p:sldId id="316" r:id="rId6"/>
    <p:sldId id="317" r:id="rId7"/>
    <p:sldId id="314" r:id="rId8"/>
    <p:sldId id="315" r:id="rId9"/>
  </p:sldIdLst>
  <p:sldSz cx="9144000" cy="5143500" type="screen16x9"/>
  <p:notesSz cx="6858000" cy="9144000"/>
  <p:embeddedFontLst>
    <p:embeddedFont>
      <p:font typeface="Montserrat" pitchFamily="2" charset="0"/>
      <p:regular r:id="rId11"/>
      <p:bold r:id="rId12"/>
      <p:italic r:id="rId13"/>
      <p:boldItalic r:id="rId14"/>
    </p:embeddedFont>
    <p:embeddedFont>
      <p:font typeface="Montserrat ExtraBold" pitchFamily="2" charset="0"/>
      <p:bold r:id="rId15"/>
      <p:boldItalic r:id="rId16"/>
    </p:embeddedFont>
    <p:embeddedFont>
      <p:font typeface="Open Sans" pitchFamily="2" charset="0"/>
      <p:regular r:id="rId17"/>
      <p:bold r:id="rId18"/>
      <p:italic r:id="rId19"/>
      <p:bold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20BD59-7CB4-4509-8941-89FA4F89289C}" v="7" dt="2024-09-09T05:08:18.427"/>
  </p1510:revLst>
</p1510:revInfo>
</file>

<file path=ppt/tableStyles.xml><?xml version="1.0" encoding="utf-8"?>
<a:tblStyleLst xmlns:a="http://schemas.openxmlformats.org/drawingml/2006/main" def="{0C4D9A08-809C-400C-B495-1E2E4EAB77DB}">
  <a:tblStyle styleId="{0C4D9A08-809C-400C-B495-1E2E4EAB77D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41" autoAdjust="0"/>
    <p:restoredTop sz="94660"/>
  </p:normalViewPr>
  <p:slideViewPr>
    <p:cSldViewPr snapToGrid="0">
      <p:cViewPr varScale="1">
        <p:scale>
          <a:sx n="138" d="100"/>
          <a:sy n="138" d="100"/>
        </p:scale>
        <p:origin x="71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theme" Target="theme/theme1.xml"/><Relationship Id="rId10" Type="http://schemas.openxmlformats.org/officeDocument/2006/relationships/notesMaster" Target="notesMasters/notesMaster1.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los Dubon" userId="472307b91947d71a" providerId="LiveId" clId="{B720BD59-7CB4-4509-8941-89FA4F89289C}"/>
    <pc:docChg chg="undo redo custSel addSld delSld modSld">
      <pc:chgData name="Carlos Dubon" userId="472307b91947d71a" providerId="LiveId" clId="{B720BD59-7CB4-4509-8941-89FA4F89289C}" dt="2024-09-10T17:20:06.850" v="299" actId="47"/>
      <pc:docMkLst>
        <pc:docMk/>
      </pc:docMkLst>
      <pc:sldChg chg="del">
        <pc:chgData name="Carlos Dubon" userId="472307b91947d71a" providerId="LiveId" clId="{B720BD59-7CB4-4509-8941-89FA4F89289C}" dt="2024-09-10T17:20:06.850" v="299" actId="47"/>
        <pc:sldMkLst>
          <pc:docMk/>
          <pc:sldMk cId="0" sldId="263"/>
        </pc:sldMkLst>
      </pc:sldChg>
      <pc:sldChg chg="del">
        <pc:chgData name="Carlos Dubon" userId="472307b91947d71a" providerId="LiveId" clId="{B720BD59-7CB4-4509-8941-89FA4F89289C}" dt="2024-09-10T17:20:06.850" v="299" actId="47"/>
        <pc:sldMkLst>
          <pc:docMk/>
          <pc:sldMk cId="0" sldId="264"/>
        </pc:sldMkLst>
      </pc:sldChg>
      <pc:sldChg chg="del">
        <pc:chgData name="Carlos Dubon" userId="472307b91947d71a" providerId="LiveId" clId="{B720BD59-7CB4-4509-8941-89FA4F89289C}" dt="2024-09-10T17:20:06.850" v="299" actId="47"/>
        <pc:sldMkLst>
          <pc:docMk/>
          <pc:sldMk cId="0" sldId="266"/>
        </pc:sldMkLst>
      </pc:sldChg>
      <pc:sldChg chg="del">
        <pc:chgData name="Carlos Dubon" userId="472307b91947d71a" providerId="LiveId" clId="{B720BD59-7CB4-4509-8941-89FA4F89289C}" dt="2024-09-10T17:20:06.850" v="299" actId="47"/>
        <pc:sldMkLst>
          <pc:docMk/>
          <pc:sldMk cId="0" sldId="267"/>
        </pc:sldMkLst>
      </pc:sldChg>
      <pc:sldChg chg="del">
        <pc:chgData name="Carlos Dubon" userId="472307b91947d71a" providerId="LiveId" clId="{B720BD59-7CB4-4509-8941-89FA4F89289C}" dt="2024-09-10T17:20:06.850" v="299" actId="47"/>
        <pc:sldMkLst>
          <pc:docMk/>
          <pc:sldMk cId="0" sldId="269"/>
        </pc:sldMkLst>
      </pc:sldChg>
      <pc:sldChg chg="del">
        <pc:chgData name="Carlos Dubon" userId="472307b91947d71a" providerId="LiveId" clId="{B720BD59-7CB4-4509-8941-89FA4F89289C}" dt="2024-09-10T17:20:06.850" v="299" actId="47"/>
        <pc:sldMkLst>
          <pc:docMk/>
          <pc:sldMk cId="0" sldId="270"/>
        </pc:sldMkLst>
      </pc:sldChg>
      <pc:sldChg chg="del">
        <pc:chgData name="Carlos Dubon" userId="472307b91947d71a" providerId="LiveId" clId="{B720BD59-7CB4-4509-8941-89FA4F89289C}" dt="2024-09-10T17:20:06.850" v="299" actId="47"/>
        <pc:sldMkLst>
          <pc:docMk/>
          <pc:sldMk cId="0" sldId="272"/>
        </pc:sldMkLst>
      </pc:sldChg>
      <pc:sldChg chg="del">
        <pc:chgData name="Carlos Dubon" userId="472307b91947d71a" providerId="LiveId" clId="{B720BD59-7CB4-4509-8941-89FA4F89289C}" dt="2024-09-10T17:20:06.850" v="299" actId="47"/>
        <pc:sldMkLst>
          <pc:docMk/>
          <pc:sldMk cId="0" sldId="274"/>
        </pc:sldMkLst>
      </pc:sldChg>
      <pc:sldChg chg="del">
        <pc:chgData name="Carlos Dubon" userId="472307b91947d71a" providerId="LiveId" clId="{B720BD59-7CB4-4509-8941-89FA4F89289C}" dt="2024-09-10T17:20:06.850" v="299" actId="47"/>
        <pc:sldMkLst>
          <pc:docMk/>
          <pc:sldMk cId="0" sldId="275"/>
        </pc:sldMkLst>
      </pc:sldChg>
      <pc:sldChg chg="del">
        <pc:chgData name="Carlos Dubon" userId="472307b91947d71a" providerId="LiveId" clId="{B720BD59-7CB4-4509-8941-89FA4F89289C}" dt="2024-09-10T17:20:06.850" v="299" actId="47"/>
        <pc:sldMkLst>
          <pc:docMk/>
          <pc:sldMk cId="0" sldId="276"/>
        </pc:sldMkLst>
      </pc:sldChg>
      <pc:sldChg chg="del">
        <pc:chgData name="Carlos Dubon" userId="472307b91947d71a" providerId="LiveId" clId="{B720BD59-7CB4-4509-8941-89FA4F89289C}" dt="2024-09-10T17:20:06.850" v="299" actId="47"/>
        <pc:sldMkLst>
          <pc:docMk/>
          <pc:sldMk cId="0" sldId="279"/>
        </pc:sldMkLst>
      </pc:sldChg>
      <pc:sldChg chg="del">
        <pc:chgData name="Carlos Dubon" userId="472307b91947d71a" providerId="LiveId" clId="{B720BD59-7CB4-4509-8941-89FA4F89289C}" dt="2024-09-10T17:20:06.850" v="299" actId="47"/>
        <pc:sldMkLst>
          <pc:docMk/>
          <pc:sldMk cId="0" sldId="282"/>
        </pc:sldMkLst>
      </pc:sldChg>
      <pc:sldChg chg="del">
        <pc:chgData name="Carlos Dubon" userId="472307b91947d71a" providerId="LiveId" clId="{B720BD59-7CB4-4509-8941-89FA4F89289C}" dt="2024-09-10T17:20:06.850" v="299" actId="47"/>
        <pc:sldMkLst>
          <pc:docMk/>
          <pc:sldMk cId="0" sldId="283"/>
        </pc:sldMkLst>
      </pc:sldChg>
      <pc:sldChg chg="del">
        <pc:chgData name="Carlos Dubon" userId="472307b91947d71a" providerId="LiveId" clId="{B720BD59-7CB4-4509-8941-89FA4F89289C}" dt="2024-09-10T17:20:06.850" v="299" actId="47"/>
        <pc:sldMkLst>
          <pc:docMk/>
          <pc:sldMk cId="0" sldId="284"/>
        </pc:sldMkLst>
      </pc:sldChg>
      <pc:sldChg chg="del">
        <pc:chgData name="Carlos Dubon" userId="472307b91947d71a" providerId="LiveId" clId="{B720BD59-7CB4-4509-8941-89FA4F89289C}" dt="2024-09-10T17:20:06.850" v="299" actId="47"/>
        <pc:sldMkLst>
          <pc:docMk/>
          <pc:sldMk cId="0" sldId="285"/>
        </pc:sldMkLst>
      </pc:sldChg>
      <pc:sldChg chg="del">
        <pc:chgData name="Carlos Dubon" userId="472307b91947d71a" providerId="LiveId" clId="{B720BD59-7CB4-4509-8941-89FA4F89289C}" dt="2024-09-10T17:20:06.850" v="299" actId="47"/>
        <pc:sldMkLst>
          <pc:docMk/>
          <pc:sldMk cId="0" sldId="287"/>
        </pc:sldMkLst>
      </pc:sldChg>
      <pc:sldChg chg="del">
        <pc:chgData name="Carlos Dubon" userId="472307b91947d71a" providerId="LiveId" clId="{B720BD59-7CB4-4509-8941-89FA4F89289C}" dt="2024-09-10T17:20:06.850" v="299" actId="47"/>
        <pc:sldMkLst>
          <pc:docMk/>
          <pc:sldMk cId="3278503199" sldId="305"/>
        </pc:sldMkLst>
      </pc:sldChg>
      <pc:sldChg chg="del">
        <pc:chgData name="Carlos Dubon" userId="472307b91947d71a" providerId="LiveId" clId="{B720BD59-7CB4-4509-8941-89FA4F89289C}" dt="2024-09-10T17:20:06.850" v="299" actId="47"/>
        <pc:sldMkLst>
          <pc:docMk/>
          <pc:sldMk cId="1740428188" sldId="306"/>
        </pc:sldMkLst>
      </pc:sldChg>
      <pc:sldChg chg="del">
        <pc:chgData name="Carlos Dubon" userId="472307b91947d71a" providerId="LiveId" clId="{B720BD59-7CB4-4509-8941-89FA4F89289C}" dt="2024-09-10T17:20:06.850" v="299" actId="47"/>
        <pc:sldMkLst>
          <pc:docMk/>
          <pc:sldMk cId="4238155767" sldId="307"/>
        </pc:sldMkLst>
      </pc:sldChg>
      <pc:sldChg chg="del">
        <pc:chgData name="Carlos Dubon" userId="472307b91947d71a" providerId="LiveId" clId="{B720BD59-7CB4-4509-8941-89FA4F89289C}" dt="2024-09-10T17:20:06.850" v="299" actId="47"/>
        <pc:sldMkLst>
          <pc:docMk/>
          <pc:sldMk cId="4015354202" sldId="308"/>
        </pc:sldMkLst>
      </pc:sldChg>
      <pc:sldChg chg="modSp add mod">
        <pc:chgData name="Carlos Dubon" userId="472307b91947d71a" providerId="LiveId" clId="{B720BD59-7CB4-4509-8941-89FA4F89289C}" dt="2024-09-09T04:55:44.104" v="82" actId="20577"/>
        <pc:sldMkLst>
          <pc:docMk/>
          <pc:sldMk cId="3433422610" sldId="314"/>
        </pc:sldMkLst>
        <pc:spChg chg="mod">
          <ac:chgData name="Carlos Dubon" userId="472307b91947d71a" providerId="LiveId" clId="{B720BD59-7CB4-4509-8941-89FA4F89289C}" dt="2024-09-09T04:54:26.504" v="55" actId="20577"/>
          <ac:spMkLst>
            <pc:docMk/>
            <pc:sldMk cId="3433422610" sldId="314"/>
            <ac:spMk id="214" creationId="{00000000-0000-0000-0000-000000000000}"/>
          </ac:spMkLst>
        </pc:spChg>
        <pc:spChg chg="mod">
          <ac:chgData name="Carlos Dubon" userId="472307b91947d71a" providerId="LiveId" clId="{B720BD59-7CB4-4509-8941-89FA4F89289C}" dt="2024-09-09T04:55:44.104" v="82" actId="20577"/>
          <ac:spMkLst>
            <pc:docMk/>
            <pc:sldMk cId="3433422610" sldId="314"/>
            <ac:spMk id="215" creationId="{00000000-0000-0000-0000-000000000000}"/>
          </ac:spMkLst>
        </pc:spChg>
      </pc:sldChg>
      <pc:sldChg chg="modSp add mod">
        <pc:chgData name="Carlos Dubon" userId="472307b91947d71a" providerId="LiveId" clId="{B720BD59-7CB4-4509-8941-89FA4F89289C}" dt="2024-09-09T04:58:12.099" v="145" actId="14100"/>
        <pc:sldMkLst>
          <pc:docMk/>
          <pc:sldMk cId="3932320439" sldId="315"/>
        </pc:sldMkLst>
        <pc:spChg chg="mod">
          <ac:chgData name="Carlos Dubon" userId="472307b91947d71a" providerId="LiveId" clId="{B720BD59-7CB4-4509-8941-89FA4F89289C}" dt="2024-09-09T04:58:12.099" v="145" actId="14100"/>
          <ac:spMkLst>
            <pc:docMk/>
            <pc:sldMk cId="3932320439" sldId="315"/>
            <ac:spMk id="215" creationId="{00000000-0000-0000-0000-000000000000}"/>
          </ac:spMkLst>
        </pc:spChg>
      </pc:sldChg>
      <pc:sldChg chg="add del">
        <pc:chgData name="Carlos Dubon" userId="472307b91947d71a" providerId="LiveId" clId="{B720BD59-7CB4-4509-8941-89FA4F89289C}" dt="2024-09-09T04:56:26.889" v="87"/>
        <pc:sldMkLst>
          <pc:docMk/>
          <pc:sldMk cId="2823867570" sldId="316"/>
        </pc:sldMkLst>
      </pc:sldChg>
      <pc:sldChg chg="addSp modSp add mod">
        <pc:chgData name="Carlos Dubon" userId="472307b91947d71a" providerId="LiveId" clId="{B720BD59-7CB4-4509-8941-89FA4F89289C}" dt="2024-09-09T05:09:56.805" v="298" actId="20577"/>
        <pc:sldMkLst>
          <pc:docMk/>
          <pc:sldMk cId="3406490144" sldId="316"/>
        </pc:sldMkLst>
        <pc:spChg chg="add mod">
          <ac:chgData name="Carlos Dubon" userId="472307b91947d71a" providerId="LiveId" clId="{B720BD59-7CB4-4509-8941-89FA4F89289C}" dt="2024-09-09T05:04:23.113" v="238" actId="1035"/>
          <ac:spMkLst>
            <pc:docMk/>
            <pc:sldMk cId="3406490144" sldId="316"/>
            <ac:spMk id="3" creationId="{89C32A93-8AB9-A0A4-FA95-7F225654DDAB}"/>
          </ac:spMkLst>
        </pc:spChg>
        <pc:spChg chg="mod">
          <ac:chgData name="Carlos Dubon" userId="472307b91947d71a" providerId="LiveId" clId="{B720BD59-7CB4-4509-8941-89FA4F89289C}" dt="2024-09-09T05:00:17.800" v="167" actId="20577"/>
          <ac:spMkLst>
            <pc:docMk/>
            <pc:sldMk cId="3406490144" sldId="316"/>
            <ac:spMk id="214" creationId="{00000000-0000-0000-0000-000000000000}"/>
          </ac:spMkLst>
        </pc:spChg>
        <pc:spChg chg="mod">
          <ac:chgData name="Carlos Dubon" userId="472307b91947d71a" providerId="LiveId" clId="{B720BD59-7CB4-4509-8941-89FA4F89289C}" dt="2024-09-09T05:09:56.805" v="298" actId="20577"/>
          <ac:spMkLst>
            <pc:docMk/>
            <pc:sldMk cId="3406490144" sldId="316"/>
            <ac:spMk id="215" creationId="{00000000-0000-0000-0000-000000000000}"/>
          </ac:spMkLst>
        </pc:spChg>
      </pc:sldChg>
      <pc:sldChg chg="modSp add mod">
        <pc:chgData name="Carlos Dubon" userId="472307b91947d71a" providerId="LiveId" clId="{B720BD59-7CB4-4509-8941-89FA4F89289C}" dt="2024-09-09T05:08:33.283" v="281" actId="20577"/>
        <pc:sldMkLst>
          <pc:docMk/>
          <pc:sldMk cId="4157339947" sldId="317"/>
        </pc:sldMkLst>
        <pc:spChg chg="mod">
          <ac:chgData name="Carlos Dubon" userId="472307b91947d71a" providerId="LiveId" clId="{B720BD59-7CB4-4509-8941-89FA4F89289C}" dt="2024-09-09T05:08:33.283" v="281" actId="20577"/>
          <ac:spMkLst>
            <pc:docMk/>
            <pc:sldMk cId="4157339947" sldId="317"/>
            <ac:spMk id="215" creationId="{00000000-0000-0000-0000-000000000000}"/>
          </ac:spMkLst>
        </pc:spChg>
      </pc:sldChg>
      <pc:sldMasterChg chg="delSldLayout">
        <pc:chgData name="Carlos Dubon" userId="472307b91947d71a" providerId="LiveId" clId="{B720BD59-7CB4-4509-8941-89FA4F89289C}" dt="2024-09-10T17:20:06.850" v="299" actId="47"/>
        <pc:sldMasterMkLst>
          <pc:docMk/>
          <pc:sldMasterMk cId="0" sldId="2147483683"/>
        </pc:sldMasterMkLst>
        <pc:sldLayoutChg chg="del">
          <pc:chgData name="Carlos Dubon" userId="472307b91947d71a" providerId="LiveId" clId="{B720BD59-7CB4-4509-8941-89FA4F89289C}" dt="2024-09-10T17:20:06.850" v="299" actId="47"/>
          <pc:sldLayoutMkLst>
            <pc:docMk/>
            <pc:sldMasterMk cId="0" sldId="2147483683"/>
            <pc:sldLayoutMk cId="0" sldId="2147483653"/>
          </pc:sldLayoutMkLst>
        </pc:sldLayoutChg>
        <pc:sldLayoutChg chg="del">
          <pc:chgData name="Carlos Dubon" userId="472307b91947d71a" providerId="LiveId" clId="{B720BD59-7CB4-4509-8941-89FA4F89289C}" dt="2024-09-10T17:20:06.850" v="299" actId="47"/>
          <pc:sldLayoutMkLst>
            <pc:docMk/>
            <pc:sldMasterMk cId="0" sldId="2147483683"/>
            <pc:sldLayoutMk cId="0" sldId="2147483656"/>
          </pc:sldLayoutMkLst>
        </pc:sldLayoutChg>
        <pc:sldLayoutChg chg="del">
          <pc:chgData name="Carlos Dubon" userId="472307b91947d71a" providerId="LiveId" clId="{B720BD59-7CB4-4509-8941-89FA4F89289C}" dt="2024-09-10T17:20:06.850" v="299" actId="47"/>
          <pc:sldLayoutMkLst>
            <pc:docMk/>
            <pc:sldMasterMk cId="0" sldId="2147483683"/>
            <pc:sldLayoutMk cId="0" sldId="2147483657"/>
          </pc:sldLayoutMkLst>
        </pc:sldLayoutChg>
        <pc:sldLayoutChg chg="del">
          <pc:chgData name="Carlos Dubon" userId="472307b91947d71a" providerId="LiveId" clId="{B720BD59-7CB4-4509-8941-89FA4F89289C}" dt="2024-09-10T17:20:06.850" v="299" actId="47"/>
          <pc:sldLayoutMkLst>
            <pc:docMk/>
            <pc:sldMasterMk cId="0" sldId="2147483683"/>
            <pc:sldLayoutMk cId="0" sldId="2147483663"/>
          </pc:sldLayoutMkLst>
        </pc:sldLayoutChg>
        <pc:sldLayoutChg chg="del">
          <pc:chgData name="Carlos Dubon" userId="472307b91947d71a" providerId="LiveId" clId="{B720BD59-7CB4-4509-8941-89FA4F89289C}" dt="2024-09-10T17:20:06.850" v="299" actId="47"/>
          <pc:sldLayoutMkLst>
            <pc:docMk/>
            <pc:sldMasterMk cId="0" sldId="2147483683"/>
            <pc:sldLayoutMk cId="0" sldId="2147483664"/>
          </pc:sldLayoutMkLst>
        </pc:sldLayoutChg>
        <pc:sldLayoutChg chg="del">
          <pc:chgData name="Carlos Dubon" userId="472307b91947d71a" providerId="LiveId" clId="{B720BD59-7CB4-4509-8941-89FA4F89289C}" dt="2024-09-10T17:20:06.850" v="299" actId="47"/>
          <pc:sldLayoutMkLst>
            <pc:docMk/>
            <pc:sldMasterMk cId="0" sldId="2147483683"/>
            <pc:sldLayoutMk cId="0" sldId="2147483665"/>
          </pc:sldLayoutMkLst>
        </pc:sldLayoutChg>
        <pc:sldLayoutChg chg="del">
          <pc:chgData name="Carlos Dubon" userId="472307b91947d71a" providerId="LiveId" clId="{B720BD59-7CB4-4509-8941-89FA4F89289C}" dt="2024-09-10T17:20:06.850" v="299" actId="47"/>
          <pc:sldLayoutMkLst>
            <pc:docMk/>
            <pc:sldMasterMk cId="0" sldId="2147483683"/>
            <pc:sldLayoutMk cId="0" sldId="2147483666"/>
          </pc:sldLayoutMkLst>
        </pc:sldLayoutChg>
        <pc:sldLayoutChg chg="del">
          <pc:chgData name="Carlos Dubon" userId="472307b91947d71a" providerId="LiveId" clId="{B720BD59-7CB4-4509-8941-89FA4F89289C}" dt="2024-09-10T17:20:06.850" v="299" actId="47"/>
          <pc:sldLayoutMkLst>
            <pc:docMk/>
            <pc:sldMasterMk cId="0" sldId="2147483683"/>
            <pc:sldLayoutMk cId="0" sldId="2147483668"/>
          </pc:sldLayoutMkLst>
        </pc:sldLayoutChg>
        <pc:sldLayoutChg chg="del">
          <pc:chgData name="Carlos Dubon" userId="472307b91947d71a" providerId="LiveId" clId="{B720BD59-7CB4-4509-8941-89FA4F89289C}" dt="2024-09-10T17:20:06.850" v="299" actId="47"/>
          <pc:sldLayoutMkLst>
            <pc:docMk/>
            <pc:sldMasterMk cId="0" sldId="2147483683"/>
            <pc:sldLayoutMk cId="0" sldId="2147483670"/>
          </pc:sldLayoutMkLst>
        </pc:sldLayoutChg>
        <pc:sldLayoutChg chg="del">
          <pc:chgData name="Carlos Dubon" userId="472307b91947d71a" providerId="LiveId" clId="{B720BD59-7CB4-4509-8941-89FA4F89289C}" dt="2024-09-10T17:20:06.850" v="299" actId="47"/>
          <pc:sldLayoutMkLst>
            <pc:docMk/>
            <pc:sldMasterMk cId="0" sldId="2147483683"/>
            <pc:sldLayoutMk cId="0" sldId="2147483671"/>
          </pc:sldLayoutMkLst>
        </pc:sldLayoutChg>
        <pc:sldLayoutChg chg="del">
          <pc:chgData name="Carlos Dubon" userId="472307b91947d71a" providerId="LiveId" clId="{B720BD59-7CB4-4509-8941-89FA4F89289C}" dt="2024-09-10T17:20:06.850" v="299" actId="47"/>
          <pc:sldLayoutMkLst>
            <pc:docMk/>
            <pc:sldMasterMk cId="0" sldId="2147483683"/>
            <pc:sldLayoutMk cId="0" sldId="2147483673"/>
          </pc:sldLayoutMkLst>
        </pc:sldLayoutChg>
        <pc:sldLayoutChg chg="del">
          <pc:chgData name="Carlos Dubon" userId="472307b91947d71a" providerId="LiveId" clId="{B720BD59-7CB4-4509-8941-89FA4F89289C}" dt="2024-09-10T17:20:06.850" v="299" actId="47"/>
          <pc:sldLayoutMkLst>
            <pc:docMk/>
            <pc:sldMasterMk cId="0" sldId="2147483683"/>
            <pc:sldLayoutMk cId="0" sldId="2147483675"/>
          </pc:sldLayoutMkLst>
        </pc:sldLayoutChg>
        <pc:sldLayoutChg chg="del">
          <pc:chgData name="Carlos Dubon" userId="472307b91947d71a" providerId="LiveId" clId="{B720BD59-7CB4-4509-8941-89FA4F89289C}" dt="2024-09-10T17:20:06.850" v="299" actId="47"/>
          <pc:sldLayoutMkLst>
            <pc:docMk/>
            <pc:sldMasterMk cId="0" sldId="2147483683"/>
            <pc:sldLayoutMk cId="0" sldId="2147483676"/>
          </pc:sldLayoutMkLst>
        </pc:sldLayoutChg>
        <pc:sldLayoutChg chg="del">
          <pc:chgData name="Carlos Dubon" userId="472307b91947d71a" providerId="LiveId" clId="{B720BD59-7CB4-4509-8941-89FA4F89289C}" dt="2024-09-10T17:20:06.850" v="299" actId="47"/>
          <pc:sldLayoutMkLst>
            <pc:docMk/>
            <pc:sldMasterMk cId="0" sldId="2147483683"/>
            <pc:sldLayoutMk cId="0" sldId="2147483677"/>
          </pc:sldLayoutMkLst>
        </pc:sldLayoutChg>
        <pc:sldLayoutChg chg="del">
          <pc:chgData name="Carlos Dubon" userId="472307b91947d71a" providerId="LiveId" clId="{B720BD59-7CB4-4509-8941-89FA4F89289C}" dt="2024-09-10T17:20:06.850" v="299" actId="47"/>
          <pc:sldLayoutMkLst>
            <pc:docMk/>
            <pc:sldMasterMk cId="0" sldId="2147483683"/>
            <pc:sldLayoutMk cId="0" sldId="2147483678"/>
          </pc:sldLayoutMkLst>
        </pc:sldLayoutChg>
        <pc:sldLayoutChg chg="del">
          <pc:chgData name="Carlos Dubon" userId="472307b91947d71a" providerId="LiveId" clId="{B720BD59-7CB4-4509-8941-89FA4F89289C}" dt="2024-09-10T17:20:06.850" v="299" actId="47"/>
          <pc:sldLayoutMkLst>
            <pc:docMk/>
            <pc:sldMasterMk cId="0" sldId="2147483683"/>
            <pc:sldLayoutMk cId="0" sldId="214748368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7f9262ee2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7f9262ee2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7290233416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7290233416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7290233416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7290233416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45354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7290233416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7290233416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237364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7290233416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7290233416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244586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7290233416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7290233416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698836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7290233416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7290233416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471828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2175900" y="1950100"/>
            <a:ext cx="4792200" cy="6447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3600"/>
              <a:buNone/>
              <a:defRPr sz="3600" b="1">
                <a:solidFill>
                  <a:schemeClr val="lt1"/>
                </a:solidFill>
              </a:defRPr>
            </a:lvl1pPr>
            <a:lvl2pPr lvl="1" algn="ctr">
              <a:spcBef>
                <a:spcPts val="0"/>
              </a:spcBef>
              <a:spcAft>
                <a:spcPts val="0"/>
              </a:spcAft>
              <a:buClr>
                <a:schemeClr val="lt1"/>
              </a:buClr>
              <a:buSzPts val="3600"/>
              <a:buNone/>
              <a:defRPr sz="3600" b="1">
                <a:solidFill>
                  <a:schemeClr val="lt1"/>
                </a:solidFill>
              </a:defRPr>
            </a:lvl2pPr>
            <a:lvl3pPr lvl="2" algn="ctr">
              <a:spcBef>
                <a:spcPts val="0"/>
              </a:spcBef>
              <a:spcAft>
                <a:spcPts val="0"/>
              </a:spcAft>
              <a:buClr>
                <a:schemeClr val="lt1"/>
              </a:buClr>
              <a:buSzPts val="3600"/>
              <a:buNone/>
              <a:defRPr sz="3600" b="1">
                <a:solidFill>
                  <a:schemeClr val="lt1"/>
                </a:solidFill>
              </a:defRPr>
            </a:lvl3pPr>
            <a:lvl4pPr lvl="3" algn="ctr">
              <a:spcBef>
                <a:spcPts val="0"/>
              </a:spcBef>
              <a:spcAft>
                <a:spcPts val="0"/>
              </a:spcAft>
              <a:buClr>
                <a:schemeClr val="lt1"/>
              </a:buClr>
              <a:buSzPts val="3600"/>
              <a:buNone/>
              <a:defRPr sz="3600" b="1">
                <a:solidFill>
                  <a:schemeClr val="lt1"/>
                </a:solidFill>
              </a:defRPr>
            </a:lvl4pPr>
            <a:lvl5pPr lvl="4" algn="ctr">
              <a:spcBef>
                <a:spcPts val="0"/>
              </a:spcBef>
              <a:spcAft>
                <a:spcPts val="0"/>
              </a:spcAft>
              <a:buClr>
                <a:schemeClr val="lt1"/>
              </a:buClr>
              <a:buSzPts val="3600"/>
              <a:buNone/>
              <a:defRPr sz="3600" b="1">
                <a:solidFill>
                  <a:schemeClr val="lt1"/>
                </a:solidFill>
              </a:defRPr>
            </a:lvl5pPr>
            <a:lvl6pPr lvl="5" algn="ctr">
              <a:spcBef>
                <a:spcPts val="0"/>
              </a:spcBef>
              <a:spcAft>
                <a:spcPts val="0"/>
              </a:spcAft>
              <a:buClr>
                <a:schemeClr val="lt1"/>
              </a:buClr>
              <a:buSzPts val="3600"/>
              <a:buNone/>
              <a:defRPr sz="3600" b="1">
                <a:solidFill>
                  <a:schemeClr val="lt1"/>
                </a:solidFill>
              </a:defRPr>
            </a:lvl6pPr>
            <a:lvl7pPr lvl="6" algn="ctr">
              <a:spcBef>
                <a:spcPts val="0"/>
              </a:spcBef>
              <a:spcAft>
                <a:spcPts val="0"/>
              </a:spcAft>
              <a:buClr>
                <a:schemeClr val="lt1"/>
              </a:buClr>
              <a:buSzPts val="3600"/>
              <a:buNone/>
              <a:defRPr sz="3600" b="1">
                <a:solidFill>
                  <a:schemeClr val="lt1"/>
                </a:solidFill>
              </a:defRPr>
            </a:lvl7pPr>
            <a:lvl8pPr lvl="7" algn="ctr">
              <a:spcBef>
                <a:spcPts val="0"/>
              </a:spcBef>
              <a:spcAft>
                <a:spcPts val="0"/>
              </a:spcAft>
              <a:buClr>
                <a:schemeClr val="lt1"/>
              </a:buClr>
              <a:buSzPts val="3600"/>
              <a:buNone/>
              <a:defRPr sz="3600" b="1">
                <a:solidFill>
                  <a:schemeClr val="lt1"/>
                </a:solidFill>
              </a:defRPr>
            </a:lvl8pPr>
            <a:lvl9pPr lvl="8" algn="ctr">
              <a:spcBef>
                <a:spcPts val="0"/>
              </a:spcBef>
              <a:spcAft>
                <a:spcPts val="0"/>
              </a:spcAft>
              <a:buClr>
                <a:schemeClr val="lt1"/>
              </a:buClr>
              <a:buSzPts val="3600"/>
              <a:buNone/>
              <a:defRPr sz="3600" b="1">
                <a:solidFill>
                  <a:schemeClr val="lt1"/>
                </a:solidFill>
              </a:defRPr>
            </a:lvl9pPr>
          </a:lstStyle>
          <a:p>
            <a:endParaRPr/>
          </a:p>
        </p:txBody>
      </p:sp>
      <p:sp>
        <p:nvSpPr>
          <p:cNvPr id="10" name="Google Shape;10;p2"/>
          <p:cNvSpPr txBox="1">
            <a:spLocks noGrp="1"/>
          </p:cNvSpPr>
          <p:nvPr>
            <p:ph type="subTitle" idx="1"/>
          </p:nvPr>
        </p:nvSpPr>
        <p:spPr>
          <a:xfrm>
            <a:off x="2044200" y="3704650"/>
            <a:ext cx="5055600" cy="464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1"/>
              </a:buClr>
              <a:buSzPts val="1400"/>
              <a:buNone/>
              <a:defRPr sz="1400">
                <a:solidFill>
                  <a:schemeClr val="accent1"/>
                </a:solidFill>
              </a:defRPr>
            </a:lvl1pPr>
            <a:lvl2pPr lvl="1" algn="ctr">
              <a:lnSpc>
                <a:spcPct val="100000"/>
              </a:lnSpc>
              <a:spcBef>
                <a:spcPts val="0"/>
              </a:spcBef>
              <a:spcAft>
                <a:spcPts val="0"/>
              </a:spcAft>
              <a:buClr>
                <a:schemeClr val="lt1"/>
              </a:buClr>
              <a:buSzPts val="1800"/>
              <a:buNone/>
              <a:defRPr sz="1800">
                <a:solidFill>
                  <a:schemeClr val="lt1"/>
                </a:solidFill>
              </a:defRPr>
            </a:lvl2pPr>
            <a:lvl3pPr lvl="2" algn="ctr">
              <a:lnSpc>
                <a:spcPct val="100000"/>
              </a:lnSpc>
              <a:spcBef>
                <a:spcPts val="0"/>
              </a:spcBef>
              <a:spcAft>
                <a:spcPts val="0"/>
              </a:spcAft>
              <a:buClr>
                <a:schemeClr val="lt1"/>
              </a:buClr>
              <a:buSzPts val="1800"/>
              <a:buNone/>
              <a:defRPr sz="1800">
                <a:solidFill>
                  <a:schemeClr val="lt1"/>
                </a:solidFill>
              </a:defRPr>
            </a:lvl3pPr>
            <a:lvl4pPr lvl="3" algn="ctr">
              <a:lnSpc>
                <a:spcPct val="100000"/>
              </a:lnSpc>
              <a:spcBef>
                <a:spcPts val="0"/>
              </a:spcBef>
              <a:spcAft>
                <a:spcPts val="0"/>
              </a:spcAft>
              <a:buClr>
                <a:schemeClr val="lt1"/>
              </a:buClr>
              <a:buSzPts val="1800"/>
              <a:buNone/>
              <a:defRPr sz="1800">
                <a:solidFill>
                  <a:schemeClr val="lt1"/>
                </a:solidFill>
              </a:defRPr>
            </a:lvl4pPr>
            <a:lvl5pPr lvl="4" algn="ctr">
              <a:lnSpc>
                <a:spcPct val="100000"/>
              </a:lnSpc>
              <a:spcBef>
                <a:spcPts val="0"/>
              </a:spcBef>
              <a:spcAft>
                <a:spcPts val="0"/>
              </a:spcAft>
              <a:buClr>
                <a:schemeClr val="lt1"/>
              </a:buClr>
              <a:buSzPts val="1800"/>
              <a:buNone/>
              <a:defRPr sz="1800">
                <a:solidFill>
                  <a:schemeClr val="lt1"/>
                </a:solidFill>
              </a:defRPr>
            </a:lvl5pPr>
            <a:lvl6pPr lvl="5" algn="ctr">
              <a:lnSpc>
                <a:spcPct val="100000"/>
              </a:lnSpc>
              <a:spcBef>
                <a:spcPts val="0"/>
              </a:spcBef>
              <a:spcAft>
                <a:spcPts val="0"/>
              </a:spcAft>
              <a:buClr>
                <a:schemeClr val="lt1"/>
              </a:buClr>
              <a:buSzPts val="1800"/>
              <a:buNone/>
              <a:defRPr sz="1800">
                <a:solidFill>
                  <a:schemeClr val="lt1"/>
                </a:solidFill>
              </a:defRPr>
            </a:lvl6pPr>
            <a:lvl7pPr lvl="6" algn="ctr">
              <a:lnSpc>
                <a:spcPct val="100000"/>
              </a:lnSpc>
              <a:spcBef>
                <a:spcPts val="0"/>
              </a:spcBef>
              <a:spcAft>
                <a:spcPts val="0"/>
              </a:spcAft>
              <a:buClr>
                <a:schemeClr val="lt1"/>
              </a:buClr>
              <a:buSzPts val="1800"/>
              <a:buNone/>
              <a:defRPr sz="1800">
                <a:solidFill>
                  <a:schemeClr val="lt1"/>
                </a:solidFill>
              </a:defRPr>
            </a:lvl7pPr>
            <a:lvl8pPr lvl="7" algn="ctr">
              <a:lnSpc>
                <a:spcPct val="100000"/>
              </a:lnSpc>
              <a:spcBef>
                <a:spcPts val="0"/>
              </a:spcBef>
              <a:spcAft>
                <a:spcPts val="0"/>
              </a:spcAft>
              <a:buClr>
                <a:schemeClr val="lt1"/>
              </a:buClr>
              <a:buSzPts val="1800"/>
              <a:buNone/>
              <a:defRPr sz="1800">
                <a:solidFill>
                  <a:schemeClr val="lt1"/>
                </a:solidFill>
              </a:defRPr>
            </a:lvl8pPr>
            <a:lvl9pPr lvl="8" algn="ctr">
              <a:lnSpc>
                <a:spcPct val="100000"/>
              </a:lnSpc>
              <a:spcBef>
                <a:spcPts val="0"/>
              </a:spcBef>
              <a:spcAft>
                <a:spcPts val="0"/>
              </a:spcAft>
              <a:buClr>
                <a:schemeClr val="lt1"/>
              </a:buClr>
              <a:buSzPts val="1800"/>
              <a:buNone/>
              <a:defRPr sz="1800">
                <a:solidFill>
                  <a:schemeClr val="lt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3762670" y="3177750"/>
            <a:ext cx="3068700" cy="5988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3" name="Google Shape;13;p3"/>
          <p:cNvSpPr txBox="1">
            <a:spLocks noGrp="1"/>
          </p:cNvSpPr>
          <p:nvPr>
            <p:ph type="title" idx="2" hasCustomPrompt="1"/>
          </p:nvPr>
        </p:nvSpPr>
        <p:spPr>
          <a:xfrm>
            <a:off x="1048270" y="3287500"/>
            <a:ext cx="2412900" cy="931500"/>
          </a:xfrm>
          <a:prstGeom prst="rect">
            <a:avLst/>
          </a:prstGeom>
          <a:effectLst>
            <a:outerShdw blurRad="114300" dist="28575" dir="6360000" algn="bl" rotWithShape="0">
              <a:schemeClr val="accent1">
                <a:alpha val="50000"/>
              </a:schemeClr>
            </a:outerShdw>
          </a:effectLst>
        </p:spPr>
        <p:txBody>
          <a:bodyPr spcFirstLastPara="1" wrap="square" lIns="91425" tIns="91425" rIns="91425" bIns="91425" anchor="ctr" anchorCtr="0">
            <a:noAutofit/>
          </a:bodyPr>
          <a:lstStyle>
            <a:lvl1pPr lvl="0" algn="r" rtl="0">
              <a:spcBef>
                <a:spcPts val="0"/>
              </a:spcBef>
              <a:spcAft>
                <a:spcPts val="0"/>
              </a:spcAft>
              <a:buClr>
                <a:schemeClr val="lt1"/>
              </a:buClr>
              <a:buSzPts val="6000"/>
              <a:buNone/>
              <a:defRPr sz="6000">
                <a:solidFill>
                  <a:schemeClr val="lt1"/>
                </a:solidFill>
              </a:defRPr>
            </a:lvl1pPr>
            <a:lvl2pPr lvl="1" algn="ctr" rtl="0">
              <a:spcBef>
                <a:spcPts val="0"/>
              </a:spcBef>
              <a:spcAft>
                <a:spcPts val="0"/>
              </a:spcAft>
              <a:buClr>
                <a:schemeClr val="lt1"/>
              </a:buClr>
              <a:buSzPts val="7200"/>
              <a:buNone/>
              <a:defRPr sz="7200">
                <a:solidFill>
                  <a:schemeClr val="lt1"/>
                </a:solidFill>
              </a:defRPr>
            </a:lvl2pPr>
            <a:lvl3pPr lvl="2" algn="ctr" rtl="0">
              <a:spcBef>
                <a:spcPts val="0"/>
              </a:spcBef>
              <a:spcAft>
                <a:spcPts val="0"/>
              </a:spcAft>
              <a:buClr>
                <a:schemeClr val="lt1"/>
              </a:buClr>
              <a:buSzPts val="7200"/>
              <a:buNone/>
              <a:defRPr sz="7200">
                <a:solidFill>
                  <a:schemeClr val="lt1"/>
                </a:solidFill>
              </a:defRPr>
            </a:lvl3pPr>
            <a:lvl4pPr lvl="3" algn="ctr" rtl="0">
              <a:spcBef>
                <a:spcPts val="0"/>
              </a:spcBef>
              <a:spcAft>
                <a:spcPts val="0"/>
              </a:spcAft>
              <a:buClr>
                <a:schemeClr val="lt1"/>
              </a:buClr>
              <a:buSzPts val="7200"/>
              <a:buNone/>
              <a:defRPr sz="7200">
                <a:solidFill>
                  <a:schemeClr val="lt1"/>
                </a:solidFill>
              </a:defRPr>
            </a:lvl4pPr>
            <a:lvl5pPr lvl="4" algn="ctr" rtl="0">
              <a:spcBef>
                <a:spcPts val="0"/>
              </a:spcBef>
              <a:spcAft>
                <a:spcPts val="0"/>
              </a:spcAft>
              <a:buClr>
                <a:schemeClr val="lt1"/>
              </a:buClr>
              <a:buSzPts val="7200"/>
              <a:buNone/>
              <a:defRPr sz="7200">
                <a:solidFill>
                  <a:schemeClr val="lt1"/>
                </a:solidFill>
              </a:defRPr>
            </a:lvl5pPr>
            <a:lvl6pPr lvl="5" algn="ctr" rtl="0">
              <a:spcBef>
                <a:spcPts val="0"/>
              </a:spcBef>
              <a:spcAft>
                <a:spcPts val="0"/>
              </a:spcAft>
              <a:buClr>
                <a:schemeClr val="lt1"/>
              </a:buClr>
              <a:buSzPts val="7200"/>
              <a:buNone/>
              <a:defRPr sz="7200">
                <a:solidFill>
                  <a:schemeClr val="lt1"/>
                </a:solidFill>
              </a:defRPr>
            </a:lvl6pPr>
            <a:lvl7pPr lvl="6" algn="ctr" rtl="0">
              <a:spcBef>
                <a:spcPts val="0"/>
              </a:spcBef>
              <a:spcAft>
                <a:spcPts val="0"/>
              </a:spcAft>
              <a:buClr>
                <a:schemeClr val="lt1"/>
              </a:buClr>
              <a:buSzPts val="7200"/>
              <a:buNone/>
              <a:defRPr sz="7200">
                <a:solidFill>
                  <a:schemeClr val="lt1"/>
                </a:solidFill>
              </a:defRPr>
            </a:lvl7pPr>
            <a:lvl8pPr lvl="7" algn="ctr" rtl="0">
              <a:spcBef>
                <a:spcPts val="0"/>
              </a:spcBef>
              <a:spcAft>
                <a:spcPts val="0"/>
              </a:spcAft>
              <a:buClr>
                <a:schemeClr val="lt1"/>
              </a:buClr>
              <a:buSzPts val="7200"/>
              <a:buNone/>
              <a:defRPr sz="7200">
                <a:solidFill>
                  <a:schemeClr val="lt1"/>
                </a:solidFill>
              </a:defRPr>
            </a:lvl8pPr>
            <a:lvl9pPr lvl="8" algn="ctr" rtl="0">
              <a:spcBef>
                <a:spcPts val="0"/>
              </a:spcBef>
              <a:spcAft>
                <a:spcPts val="0"/>
              </a:spcAft>
              <a:buClr>
                <a:schemeClr val="lt1"/>
              </a:buClr>
              <a:buSzPts val="7200"/>
              <a:buNone/>
              <a:defRPr sz="7200">
                <a:solidFill>
                  <a:schemeClr val="lt1"/>
                </a:solidFill>
              </a:defRPr>
            </a:lvl9pPr>
          </a:lstStyle>
          <a:p>
            <a:r>
              <a:t>xx%</a:t>
            </a:r>
          </a:p>
        </p:txBody>
      </p:sp>
      <p:sp>
        <p:nvSpPr>
          <p:cNvPr id="14" name="Google Shape;14;p3"/>
          <p:cNvSpPr txBox="1">
            <a:spLocks noGrp="1"/>
          </p:cNvSpPr>
          <p:nvPr>
            <p:ph type="subTitle" idx="1"/>
          </p:nvPr>
        </p:nvSpPr>
        <p:spPr>
          <a:xfrm>
            <a:off x="3762670" y="3720650"/>
            <a:ext cx="3068700" cy="464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None/>
              <a:defRPr sz="1400">
                <a:solidFill>
                  <a:schemeClr val="accent1"/>
                </a:solidFill>
              </a:defRPr>
            </a:lvl1pPr>
            <a:lvl2pPr lvl="1" rtl="0">
              <a:lnSpc>
                <a:spcPct val="100000"/>
              </a:lnSpc>
              <a:spcBef>
                <a:spcPts val="0"/>
              </a:spcBef>
              <a:spcAft>
                <a:spcPts val="0"/>
              </a:spcAft>
              <a:buClr>
                <a:schemeClr val="accent1"/>
              </a:buClr>
              <a:buSzPts val="1400"/>
              <a:buNone/>
              <a:defRPr>
                <a:solidFill>
                  <a:schemeClr val="accent1"/>
                </a:solidFill>
              </a:defRPr>
            </a:lvl2pPr>
            <a:lvl3pPr lvl="2" rtl="0">
              <a:lnSpc>
                <a:spcPct val="100000"/>
              </a:lnSpc>
              <a:spcBef>
                <a:spcPts val="0"/>
              </a:spcBef>
              <a:spcAft>
                <a:spcPts val="0"/>
              </a:spcAft>
              <a:buClr>
                <a:schemeClr val="accent1"/>
              </a:buClr>
              <a:buSzPts val="1400"/>
              <a:buNone/>
              <a:defRPr>
                <a:solidFill>
                  <a:schemeClr val="accent1"/>
                </a:solidFill>
              </a:defRPr>
            </a:lvl3pPr>
            <a:lvl4pPr lvl="3" rtl="0">
              <a:lnSpc>
                <a:spcPct val="100000"/>
              </a:lnSpc>
              <a:spcBef>
                <a:spcPts val="0"/>
              </a:spcBef>
              <a:spcAft>
                <a:spcPts val="0"/>
              </a:spcAft>
              <a:buClr>
                <a:schemeClr val="accent1"/>
              </a:buClr>
              <a:buSzPts val="1400"/>
              <a:buNone/>
              <a:defRPr>
                <a:solidFill>
                  <a:schemeClr val="accent1"/>
                </a:solidFill>
              </a:defRPr>
            </a:lvl4pPr>
            <a:lvl5pPr lvl="4" rtl="0">
              <a:lnSpc>
                <a:spcPct val="100000"/>
              </a:lnSpc>
              <a:spcBef>
                <a:spcPts val="0"/>
              </a:spcBef>
              <a:spcAft>
                <a:spcPts val="0"/>
              </a:spcAft>
              <a:buClr>
                <a:schemeClr val="accent1"/>
              </a:buClr>
              <a:buSzPts val="1400"/>
              <a:buNone/>
              <a:defRPr>
                <a:solidFill>
                  <a:schemeClr val="accent1"/>
                </a:solidFill>
              </a:defRPr>
            </a:lvl5pPr>
            <a:lvl6pPr lvl="5" rtl="0">
              <a:lnSpc>
                <a:spcPct val="100000"/>
              </a:lnSpc>
              <a:spcBef>
                <a:spcPts val="0"/>
              </a:spcBef>
              <a:spcAft>
                <a:spcPts val="0"/>
              </a:spcAft>
              <a:buClr>
                <a:schemeClr val="accent1"/>
              </a:buClr>
              <a:buSzPts val="1400"/>
              <a:buNone/>
              <a:defRPr>
                <a:solidFill>
                  <a:schemeClr val="accent1"/>
                </a:solidFill>
              </a:defRPr>
            </a:lvl6pPr>
            <a:lvl7pPr lvl="6" rtl="0">
              <a:lnSpc>
                <a:spcPct val="100000"/>
              </a:lnSpc>
              <a:spcBef>
                <a:spcPts val="0"/>
              </a:spcBef>
              <a:spcAft>
                <a:spcPts val="0"/>
              </a:spcAft>
              <a:buClr>
                <a:schemeClr val="accent1"/>
              </a:buClr>
              <a:buSzPts val="1400"/>
              <a:buNone/>
              <a:defRPr>
                <a:solidFill>
                  <a:schemeClr val="accent1"/>
                </a:solidFill>
              </a:defRPr>
            </a:lvl7pPr>
            <a:lvl8pPr lvl="7" rtl="0">
              <a:lnSpc>
                <a:spcPct val="100000"/>
              </a:lnSpc>
              <a:spcBef>
                <a:spcPts val="0"/>
              </a:spcBef>
              <a:spcAft>
                <a:spcPts val="0"/>
              </a:spcAft>
              <a:buClr>
                <a:schemeClr val="accent1"/>
              </a:buClr>
              <a:buSzPts val="1400"/>
              <a:buNone/>
              <a:defRPr>
                <a:solidFill>
                  <a:schemeClr val="accent1"/>
                </a:solidFill>
              </a:defRPr>
            </a:lvl8pPr>
            <a:lvl9pPr lvl="8" rtl="0">
              <a:lnSpc>
                <a:spcPct val="100000"/>
              </a:lnSpc>
              <a:spcBef>
                <a:spcPts val="0"/>
              </a:spcBef>
              <a:spcAft>
                <a:spcPts val="0"/>
              </a:spcAft>
              <a:buClr>
                <a:schemeClr val="accent1"/>
              </a:buClr>
              <a:buSzPts val="1400"/>
              <a:buNone/>
              <a:defRPr>
                <a:solidFill>
                  <a:schemeClr val="accent1"/>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938500" y="445025"/>
            <a:ext cx="4629300" cy="9414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1"/>
              </a:buClr>
              <a:buSzPts val="2400"/>
              <a:buNone/>
              <a:defRPr sz="2400">
                <a:solidFill>
                  <a:schemeClr val="accen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17" name="Google Shape;17;p4"/>
          <p:cNvSpPr txBox="1">
            <a:spLocks noGrp="1"/>
          </p:cNvSpPr>
          <p:nvPr>
            <p:ph type="body" idx="1"/>
          </p:nvPr>
        </p:nvSpPr>
        <p:spPr>
          <a:xfrm>
            <a:off x="938500" y="1659275"/>
            <a:ext cx="4946400" cy="27609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Clr>
                <a:schemeClr val="lt1"/>
              </a:buClr>
              <a:buSzPts val="1400"/>
              <a:buChar char="●"/>
              <a:defRPr sz="1400">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blipFill>
          <a:blip r:embed="rId2">
            <a:alphaModFix/>
          </a:blip>
          <a:stretch>
            <a:fillRect/>
          </a:stretch>
        </a:blipFill>
        <a:effectLst/>
      </p:bgPr>
    </p:bg>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938500" y="445025"/>
            <a:ext cx="4629300" cy="941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24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0" name="Google Shape;20;p5"/>
          <p:cNvSpPr txBox="1">
            <a:spLocks noGrp="1"/>
          </p:cNvSpPr>
          <p:nvPr>
            <p:ph type="body" idx="1"/>
          </p:nvPr>
        </p:nvSpPr>
        <p:spPr>
          <a:xfrm>
            <a:off x="938500" y="1659275"/>
            <a:ext cx="3186900" cy="27609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chemeClr val="lt1"/>
              </a:buClr>
              <a:buSzPts val="1400"/>
              <a:buChar char="●"/>
              <a:defRPr sz="1400">
                <a:solidFill>
                  <a:schemeClr val="lt1"/>
                </a:solidFill>
              </a:defRPr>
            </a:lvl1pPr>
            <a:lvl2pPr marL="914400" lvl="1" indent="-317500" rtl="0">
              <a:spcBef>
                <a:spcPts val="1600"/>
              </a:spcBef>
              <a:spcAft>
                <a:spcPts val="0"/>
              </a:spcAft>
              <a:buClr>
                <a:schemeClr val="lt1"/>
              </a:buClr>
              <a:buSzPts val="1400"/>
              <a:buChar char="○"/>
              <a:defRPr>
                <a:solidFill>
                  <a:schemeClr val="lt1"/>
                </a:solidFill>
              </a:defRPr>
            </a:lvl2pPr>
            <a:lvl3pPr marL="1371600" lvl="2" indent="-317500" rtl="0">
              <a:spcBef>
                <a:spcPts val="1600"/>
              </a:spcBef>
              <a:spcAft>
                <a:spcPts val="0"/>
              </a:spcAft>
              <a:buClr>
                <a:schemeClr val="lt1"/>
              </a:buClr>
              <a:buSzPts val="1400"/>
              <a:buChar char="■"/>
              <a:defRPr>
                <a:solidFill>
                  <a:schemeClr val="lt1"/>
                </a:solidFill>
              </a:defRPr>
            </a:lvl3pPr>
            <a:lvl4pPr marL="1828800" lvl="3" indent="-317500" rtl="0">
              <a:spcBef>
                <a:spcPts val="1600"/>
              </a:spcBef>
              <a:spcAft>
                <a:spcPts val="0"/>
              </a:spcAft>
              <a:buClr>
                <a:schemeClr val="lt1"/>
              </a:buClr>
              <a:buSzPts val="1400"/>
              <a:buChar char="●"/>
              <a:defRPr>
                <a:solidFill>
                  <a:schemeClr val="lt1"/>
                </a:solidFill>
              </a:defRPr>
            </a:lvl4pPr>
            <a:lvl5pPr marL="2286000" lvl="4" indent="-317500" rtl="0">
              <a:spcBef>
                <a:spcPts val="1600"/>
              </a:spcBef>
              <a:spcAft>
                <a:spcPts val="0"/>
              </a:spcAft>
              <a:buClr>
                <a:schemeClr val="lt1"/>
              </a:buClr>
              <a:buSzPts val="1400"/>
              <a:buChar char="○"/>
              <a:defRPr>
                <a:solidFill>
                  <a:schemeClr val="lt1"/>
                </a:solidFill>
              </a:defRPr>
            </a:lvl5pPr>
            <a:lvl6pPr marL="2743200" lvl="5" indent="-317500" rtl="0">
              <a:spcBef>
                <a:spcPts val="1600"/>
              </a:spcBef>
              <a:spcAft>
                <a:spcPts val="0"/>
              </a:spcAft>
              <a:buClr>
                <a:schemeClr val="lt1"/>
              </a:buClr>
              <a:buSzPts val="1400"/>
              <a:buChar char="■"/>
              <a:defRPr>
                <a:solidFill>
                  <a:schemeClr val="lt1"/>
                </a:solidFill>
              </a:defRPr>
            </a:lvl6pPr>
            <a:lvl7pPr marL="3200400" lvl="6" indent="-317500" rtl="0">
              <a:spcBef>
                <a:spcPts val="1600"/>
              </a:spcBef>
              <a:spcAft>
                <a:spcPts val="0"/>
              </a:spcAft>
              <a:buClr>
                <a:schemeClr val="lt1"/>
              </a:buClr>
              <a:buSzPts val="1400"/>
              <a:buChar char="●"/>
              <a:defRPr>
                <a:solidFill>
                  <a:schemeClr val="lt1"/>
                </a:solidFill>
              </a:defRPr>
            </a:lvl7pPr>
            <a:lvl8pPr marL="3657600" lvl="7" indent="-317500" rtl="0">
              <a:spcBef>
                <a:spcPts val="1600"/>
              </a:spcBef>
              <a:spcAft>
                <a:spcPts val="0"/>
              </a:spcAft>
              <a:buClr>
                <a:schemeClr val="lt1"/>
              </a:buClr>
              <a:buSzPts val="1400"/>
              <a:buChar char="○"/>
              <a:defRPr>
                <a:solidFill>
                  <a:schemeClr val="lt1"/>
                </a:solidFill>
              </a:defRPr>
            </a:lvl8pPr>
            <a:lvl9pPr marL="4114800" lvl="8" indent="-317500" rtl="0">
              <a:spcBef>
                <a:spcPts val="1600"/>
              </a:spcBef>
              <a:spcAft>
                <a:spcPts val="1600"/>
              </a:spcAft>
              <a:buClr>
                <a:schemeClr val="lt1"/>
              </a:buClr>
              <a:buSzPts val="1400"/>
              <a:buChar char="■"/>
              <a:defRPr>
                <a:solidFill>
                  <a:schemeClr val="lt1"/>
                </a:solidFill>
              </a:defRPr>
            </a:lvl9pPr>
          </a:lstStyle>
          <a:p>
            <a:endParaRPr/>
          </a:p>
        </p:txBody>
      </p:sp>
      <p:sp>
        <p:nvSpPr>
          <p:cNvPr id="21" name="Google Shape;21;p5"/>
          <p:cNvSpPr txBox="1">
            <a:spLocks noGrp="1"/>
          </p:cNvSpPr>
          <p:nvPr>
            <p:ph type="body" idx="2"/>
          </p:nvPr>
        </p:nvSpPr>
        <p:spPr>
          <a:xfrm>
            <a:off x="5037525" y="1659275"/>
            <a:ext cx="3186900" cy="27609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chemeClr val="lt1"/>
              </a:buClr>
              <a:buSzPts val="1400"/>
              <a:buChar char="●"/>
              <a:defRPr sz="1400">
                <a:solidFill>
                  <a:schemeClr val="lt1"/>
                </a:solidFill>
              </a:defRPr>
            </a:lvl1pPr>
            <a:lvl2pPr marL="914400" lvl="1" indent="-317500" rtl="0">
              <a:spcBef>
                <a:spcPts val="1600"/>
              </a:spcBef>
              <a:spcAft>
                <a:spcPts val="0"/>
              </a:spcAft>
              <a:buClr>
                <a:schemeClr val="lt1"/>
              </a:buClr>
              <a:buSzPts val="1400"/>
              <a:buChar char="○"/>
              <a:defRPr>
                <a:solidFill>
                  <a:schemeClr val="lt1"/>
                </a:solidFill>
              </a:defRPr>
            </a:lvl2pPr>
            <a:lvl3pPr marL="1371600" lvl="2" indent="-317500" rtl="0">
              <a:spcBef>
                <a:spcPts val="1600"/>
              </a:spcBef>
              <a:spcAft>
                <a:spcPts val="0"/>
              </a:spcAft>
              <a:buClr>
                <a:schemeClr val="lt1"/>
              </a:buClr>
              <a:buSzPts val="1400"/>
              <a:buChar char="■"/>
              <a:defRPr>
                <a:solidFill>
                  <a:schemeClr val="lt1"/>
                </a:solidFill>
              </a:defRPr>
            </a:lvl3pPr>
            <a:lvl4pPr marL="1828800" lvl="3" indent="-317500" rtl="0">
              <a:spcBef>
                <a:spcPts val="1600"/>
              </a:spcBef>
              <a:spcAft>
                <a:spcPts val="0"/>
              </a:spcAft>
              <a:buClr>
                <a:schemeClr val="lt1"/>
              </a:buClr>
              <a:buSzPts val="1400"/>
              <a:buChar char="●"/>
              <a:defRPr>
                <a:solidFill>
                  <a:schemeClr val="lt1"/>
                </a:solidFill>
              </a:defRPr>
            </a:lvl4pPr>
            <a:lvl5pPr marL="2286000" lvl="4" indent="-317500" rtl="0">
              <a:spcBef>
                <a:spcPts val="1600"/>
              </a:spcBef>
              <a:spcAft>
                <a:spcPts val="0"/>
              </a:spcAft>
              <a:buClr>
                <a:schemeClr val="lt1"/>
              </a:buClr>
              <a:buSzPts val="1400"/>
              <a:buChar char="○"/>
              <a:defRPr>
                <a:solidFill>
                  <a:schemeClr val="lt1"/>
                </a:solidFill>
              </a:defRPr>
            </a:lvl5pPr>
            <a:lvl6pPr marL="2743200" lvl="5" indent="-317500" rtl="0">
              <a:spcBef>
                <a:spcPts val="1600"/>
              </a:spcBef>
              <a:spcAft>
                <a:spcPts val="0"/>
              </a:spcAft>
              <a:buClr>
                <a:schemeClr val="lt1"/>
              </a:buClr>
              <a:buSzPts val="1400"/>
              <a:buChar char="■"/>
              <a:defRPr>
                <a:solidFill>
                  <a:schemeClr val="lt1"/>
                </a:solidFill>
              </a:defRPr>
            </a:lvl6pPr>
            <a:lvl7pPr marL="3200400" lvl="6" indent="-317500" rtl="0">
              <a:spcBef>
                <a:spcPts val="1600"/>
              </a:spcBef>
              <a:spcAft>
                <a:spcPts val="0"/>
              </a:spcAft>
              <a:buClr>
                <a:schemeClr val="lt1"/>
              </a:buClr>
              <a:buSzPts val="1400"/>
              <a:buChar char="●"/>
              <a:defRPr>
                <a:solidFill>
                  <a:schemeClr val="lt1"/>
                </a:solidFill>
              </a:defRPr>
            </a:lvl7pPr>
            <a:lvl8pPr marL="3657600" lvl="7" indent="-317500" rtl="0">
              <a:spcBef>
                <a:spcPts val="1600"/>
              </a:spcBef>
              <a:spcAft>
                <a:spcPts val="0"/>
              </a:spcAft>
              <a:buClr>
                <a:schemeClr val="lt1"/>
              </a:buClr>
              <a:buSzPts val="1400"/>
              <a:buChar char="○"/>
              <a:defRPr>
                <a:solidFill>
                  <a:schemeClr val="lt1"/>
                </a:solidFill>
              </a:defRPr>
            </a:lvl8pPr>
            <a:lvl9pPr marL="4114800" lvl="8" indent="-317500" rtl="0">
              <a:spcBef>
                <a:spcPts val="1600"/>
              </a:spcBef>
              <a:spcAft>
                <a:spcPts val="1600"/>
              </a:spcAft>
              <a:buClr>
                <a:schemeClr val="lt1"/>
              </a:buClr>
              <a:buSzPts val="1400"/>
              <a:buChar char="■"/>
              <a:defRPr>
                <a:solidFill>
                  <a:schemeClr val="lt1"/>
                </a:solidFil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4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800"/>
              <a:buFont typeface="Montserrat ExtraBold"/>
              <a:buNone/>
              <a:defRPr sz="2800">
                <a:solidFill>
                  <a:schemeClr val="lt1"/>
                </a:solidFill>
                <a:latin typeface="Montserrat ExtraBold"/>
                <a:ea typeface="Montserrat ExtraBold"/>
                <a:cs typeface="Montserrat ExtraBold"/>
                <a:sym typeface="Montserrat ExtraBold"/>
              </a:defRPr>
            </a:lvl1pPr>
            <a:lvl2pPr lvl="1">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2pPr>
            <a:lvl3pPr lvl="2">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3pPr>
            <a:lvl4pPr lvl="3">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4pPr>
            <a:lvl5pPr lvl="4">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5pPr>
            <a:lvl6pPr lvl="5">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6pPr>
            <a:lvl7pPr lvl="6">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7pPr>
            <a:lvl8pPr lvl="7">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8pPr>
            <a:lvl9pPr lvl="8">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00000"/>
              </a:lnSpc>
              <a:spcBef>
                <a:spcPts val="1600"/>
              </a:spcBef>
              <a:spcAft>
                <a:spcPts val="1600"/>
              </a:spcAft>
              <a:buClr>
                <a:schemeClr val="dk2"/>
              </a:buClr>
              <a:buSzPts val="1400"/>
              <a:buFont typeface="Montserrat"/>
              <a:buChar char="■"/>
              <a:defRPr>
                <a:solidFill>
                  <a:schemeClr val="dk2"/>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8"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pic>
        <p:nvPicPr>
          <p:cNvPr id="2" name="Imagen 1">
            <a:extLst>
              <a:ext uri="{FF2B5EF4-FFF2-40B4-BE49-F238E27FC236}">
                <a16:creationId xmlns:a16="http://schemas.microsoft.com/office/drawing/2014/main" id="{C139CE53-41AD-45A5-AAE8-3AF7703A2F66}"/>
              </a:ext>
            </a:extLst>
          </p:cNvPr>
          <p:cNvPicPr>
            <a:picLocks noChangeAspect="1"/>
          </p:cNvPicPr>
          <p:nvPr/>
        </p:nvPicPr>
        <p:blipFill>
          <a:blip r:embed="rId3"/>
          <a:stretch>
            <a:fillRect/>
          </a:stretch>
        </p:blipFill>
        <p:spPr>
          <a:xfrm>
            <a:off x="2578758" y="2143125"/>
            <a:ext cx="3884413" cy="108520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43"/>
          <p:cNvSpPr txBox="1">
            <a:spLocks noGrp="1"/>
          </p:cNvSpPr>
          <p:nvPr>
            <p:ph type="title"/>
          </p:nvPr>
        </p:nvSpPr>
        <p:spPr>
          <a:xfrm>
            <a:off x="3734961" y="3011400"/>
            <a:ext cx="3878107" cy="59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DIAGRAMA ER </a:t>
            </a:r>
            <a:endParaRPr dirty="0"/>
          </a:p>
        </p:txBody>
      </p:sp>
      <p:sp>
        <p:nvSpPr>
          <p:cNvPr id="207" name="Google Shape;207;p43"/>
          <p:cNvSpPr txBox="1">
            <a:spLocks noGrp="1"/>
          </p:cNvSpPr>
          <p:nvPr>
            <p:ph type="title" idx="2"/>
          </p:nvPr>
        </p:nvSpPr>
        <p:spPr>
          <a:xfrm>
            <a:off x="1045931" y="3011400"/>
            <a:ext cx="2412900" cy="9315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05</a:t>
            </a:r>
            <a:endParaRPr dirty="0"/>
          </a:p>
        </p:txBody>
      </p:sp>
      <p:sp>
        <p:nvSpPr>
          <p:cNvPr id="208" name="Google Shape;208;p43"/>
          <p:cNvSpPr txBox="1">
            <a:spLocks noGrp="1"/>
          </p:cNvSpPr>
          <p:nvPr>
            <p:ph type="subTitle" idx="1"/>
          </p:nvPr>
        </p:nvSpPr>
        <p:spPr>
          <a:xfrm>
            <a:off x="3734962" y="3537247"/>
            <a:ext cx="3068700" cy="464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CO"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Diagrama Entidad Relación</a:t>
            </a:r>
            <a:endParaRPr lang="es-CO" dirty="0"/>
          </a:p>
        </p:txBody>
      </p:sp>
      <p:cxnSp>
        <p:nvCxnSpPr>
          <p:cNvPr id="209" name="Google Shape;209;p43"/>
          <p:cNvCxnSpPr/>
          <p:nvPr/>
        </p:nvCxnSpPr>
        <p:spPr>
          <a:xfrm>
            <a:off x="3596896" y="3002047"/>
            <a:ext cx="0" cy="99990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pic>
        <p:nvPicPr>
          <p:cNvPr id="2" name="Imagen 1">
            <a:extLst>
              <a:ext uri="{FF2B5EF4-FFF2-40B4-BE49-F238E27FC236}">
                <a16:creationId xmlns:a16="http://schemas.microsoft.com/office/drawing/2014/main" id="{B072AE61-BCB2-77CD-1F08-353EABC7C794}"/>
              </a:ext>
            </a:extLst>
          </p:cNvPr>
          <p:cNvPicPr>
            <a:picLocks noChangeAspect="1"/>
          </p:cNvPicPr>
          <p:nvPr/>
        </p:nvPicPr>
        <p:blipFill>
          <a:blip r:embed="rId3"/>
          <a:stretch>
            <a:fillRect/>
          </a:stretch>
        </p:blipFill>
        <p:spPr>
          <a:xfrm>
            <a:off x="3868553" y="4471200"/>
            <a:ext cx="1406888" cy="39304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44"/>
          <p:cNvSpPr txBox="1">
            <a:spLocks noGrp="1"/>
          </p:cNvSpPr>
          <p:nvPr>
            <p:ph type="title"/>
          </p:nvPr>
        </p:nvSpPr>
        <p:spPr>
          <a:xfrm>
            <a:off x="938499" y="445025"/>
            <a:ext cx="5282191" cy="9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SV" dirty="0"/>
              <a:t>INTRODUCCIÓN AL DIAGRAMA ENTIDAD-RELACIÓN</a:t>
            </a:r>
            <a:endParaRPr lang="es-SV" dirty="0">
              <a:solidFill>
                <a:schemeClr val="accent1"/>
              </a:solidFill>
            </a:endParaRPr>
          </a:p>
        </p:txBody>
      </p:sp>
      <p:sp>
        <p:nvSpPr>
          <p:cNvPr id="215" name="Google Shape;215;p44"/>
          <p:cNvSpPr txBox="1">
            <a:spLocks noGrp="1"/>
          </p:cNvSpPr>
          <p:nvPr>
            <p:ph type="body" idx="1"/>
          </p:nvPr>
        </p:nvSpPr>
        <p:spPr>
          <a:xfrm>
            <a:off x="938500" y="1423750"/>
            <a:ext cx="4946400" cy="2760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MX" dirty="0">
                <a:latin typeface="Open Sans" panose="020B0606030504020204"/>
              </a:rPr>
              <a:t>El diagrama entidad-relación (ERD) es una herramienta fundamental en el diseño de bases de datos. Este tipo de diagrama permite representar gráficamente las entidades relevantes de un sistema, sus atributos y las relaciones entre ellas. Fue desarrollado en la década de 1970 por el informático Peter Chen.</a:t>
            </a:r>
          </a:p>
          <a:p>
            <a:pPr marL="0" lvl="0" indent="0" algn="l" rtl="0">
              <a:spcBef>
                <a:spcPts val="0"/>
              </a:spcBef>
              <a:spcAft>
                <a:spcPts val="0"/>
              </a:spcAft>
              <a:buNone/>
            </a:pPr>
            <a:endParaRPr lang="es-MX" dirty="0">
              <a:latin typeface="Open Sans" panose="020B0606030504020204"/>
            </a:endParaRPr>
          </a:p>
          <a:p>
            <a:pPr marL="0" lvl="0" indent="0" algn="l" rtl="0">
              <a:spcBef>
                <a:spcPts val="0"/>
              </a:spcBef>
              <a:spcAft>
                <a:spcPts val="0"/>
              </a:spcAft>
              <a:buNone/>
            </a:pPr>
            <a:r>
              <a:rPr lang="es-MX" dirty="0"/>
              <a:t>Los diagramas ER son ampliamente utilizados en la ingeniería de software y en la gestión de sistemas de información para visualizar y estructurar datos de manera lógica y coherente. Utilizan símbolos específicos como rectángulos para las entidades, óvalos para los atributos y rombos para las relaciones</a:t>
            </a:r>
          </a:p>
        </p:txBody>
      </p:sp>
      <p:cxnSp>
        <p:nvCxnSpPr>
          <p:cNvPr id="216" name="Google Shape;216;p44"/>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pic>
        <p:nvPicPr>
          <p:cNvPr id="2" name="Imagen 1">
            <a:extLst>
              <a:ext uri="{FF2B5EF4-FFF2-40B4-BE49-F238E27FC236}">
                <a16:creationId xmlns:a16="http://schemas.microsoft.com/office/drawing/2014/main" id="{E6A8D6B5-5251-9342-1C6A-B220CB2491D7}"/>
              </a:ext>
            </a:extLst>
          </p:cNvPr>
          <p:cNvPicPr>
            <a:picLocks noChangeAspect="1"/>
          </p:cNvPicPr>
          <p:nvPr/>
        </p:nvPicPr>
        <p:blipFill>
          <a:blip r:embed="rId3"/>
          <a:stretch>
            <a:fillRect/>
          </a:stretch>
        </p:blipFill>
        <p:spPr>
          <a:xfrm>
            <a:off x="3868553" y="4471200"/>
            <a:ext cx="1406888" cy="39304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44"/>
          <p:cNvSpPr txBox="1">
            <a:spLocks noGrp="1"/>
          </p:cNvSpPr>
          <p:nvPr>
            <p:ph type="title"/>
          </p:nvPr>
        </p:nvSpPr>
        <p:spPr>
          <a:xfrm>
            <a:off x="938499" y="445025"/>
            <a:ext cx="5282191" cy="9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MX" dirty="0">
                <a:solidFill>
                  <a:schemeClr val="accent1"/>
                </a:solidFill>
              </a:rPr>
              <a:t>OBJETI</a:t>
            </a:r>
            <a:r>
              <a:rPr lang="es-MX" dirty="0"/>
              <a:t>VO</a:t>
            </a:r>
            <a:endParaRPr lang="es-SV" dirty="0">
              <a:solidFill>
                <a:schemeClr val="accent1"/>
              </a:solidFill>
            </a:endParaRPr>
          </a:p>
        </p:txBody>
      </p:sp>
      <p:sp>
        <p:nvSpPr>
          <p:cNvPr id="215" name="Google Shape;215;p44"/>
          <p:cNvSpPr txBox="1">
            <a:spLocks noGrp="1"/>
          </p:cNvSpPr>
          <p:nvPr>
            <p:ph type="body" idx="1"/>
          </p:nvPr>
        </p:nvSpPr>
        <p:spPr>
          <a:xfrm>
            <a:off x="938500" y="1423750"/>
            <a:ext cx="4946400" cy="2760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MX" dirty="0"/>
              <a:t>El uso de diagramas ER facilita la comprensión de la estructura de una base de datos y ayuda a identificar posibles mejoras y optimizaciones en el diseño. Además, son una herramienta valiosa para la comunicación entre desarrolladores y otros </a:t>
            </a:r>
            <a:r>
              <a:rPr lang="es-MX" dirty="0" err="1"/>
              <a:t>stakeholders</a:t>
            </a:r>
            <a:r>
              <a:rPr lang="es-MX" dirty="0"/>
              <a:t> del proyecto.</a:t>
            </a:r>
          </a:p>
        </p:txBody>
      </p:sp>
      <p:cxnSp>
        <p:nvCxnSpPr>
          <p:cNvPr id="216" name="Google Shape;216;p44"/>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pic>
        <p:nvPicPr>
          <p:cNvPr id="2" name="Imagen 1">
            <a:extLst>
              <a:ext uri="{FF2B5EF4-FFF2-40B4-BE49-F238E27FC236}">
                <a16:creationId xmlns:a16="http://schemas.microsoft.com/office/drawing/2014/main" id="{E6A8D6B5-5251-9342-1C6A-B220CB2491D7}"/>
              </a:ext>
            </a:extLst>
          </p:cNvPr>
          <p:cNvPicPr>
            <a:picLocks noChangeAspect="1"/>
          </p:cNvPicPr>
          <p:nvPr/>
        </p:nvPicPr>
        <p:blipFill>
          <a:blip r:embed="rId3"/>
          <a:stretch>
            <a:fillRect/>
          </a:stretch>
        </p:blipFill>
        <p:spPr>
          <a:xfrm>
            <a:off x="3868553" y="4471200"/>
            <a:ext cx="1406888" cy="393048"/>
          </a:xfrm>
          <a:prstGeom prst="rect">
            <a:avLst/>
          </a:prstGeom>
        </p:spPr>
      </p:pic>
    </p:spTree>
    <p:extLst>
      <p:ext uri="{BB962C8B-B14F-4D97-AF65-F5344CB8AC3E}">
        <p14:creationId xmlns:p14="http://schemas.microsoft.com/office/powerpoint/2010/main" val="20507908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44"/>
          <p:cNvSpPr txBox="1">
            <a:spLocks noGrp="1"/>
          </p:cNvSpPr>
          <p:nvPr>
            <p:ph type="title"/>
          </p:nvPr>
        </p:nvSpPr>
        <p:spPr>
          <a:xfrm>
            <a:off x="938499" y="445025"/>
            <a:ext cx="5282191" cy="9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MX" dirty="0">
                <a:solidFill>
                  <a:schemeClr val="accent1"/>
                </a:solidFill>
              </a:rPr>
              <a:t>ALGUNOS CONCEPTOS</a:t>
            </a:r>
            <a:endParaRPr lang="es-SV" dirty="0">
              <a:solidFill>
                <a:schemeClr val="accent1"/>
              </a:solidFill>
            </a:endParaRPr>
          </a:p>
        </p:txBody>
      </p:sp>
      <p:sp>
        <p:nvSpPr>
          <p:cNvPr id="215" name="Google Shape;215;p44"/>
          <p:cNvSpPr txBox="1">
            <a:spLocks noGrp="1"/>
          </p:cNvSpPr>
          <p:nvPr>
            <p:ph type="body" idx="1"/>
          </p:nvPr>
        </p:nvSpPr>
        <p:spPr>
          <a:xfrm>
            <a:off x="938499" y="1188223"/>
            <a:ext cx="6064973" cy="2760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MX" dirty="0"/>
              <a:t>ENTIDAD:</a:t>
            </a:r>
          </a:p>
          <a:p>
            <a:pPr marL="0" lvl="0" indent="0" algn="l" rtl="0">
              <a:spcBef>
                <a:spcPts val="0"/>
              </a:spcBef>
              <a:spcAft>
                <a:spcPts val="0"/>
              </a:spcAft>
              <a:buNone/>
            </a:pPr>
            <a:r>
              <a:rPr lang="es-MX" dirty="0"/>
              <a:t>Una entidad es cualquier objeto o cosa del mundo real que sea relevante para el sistema que se está desarrollando. Las entidades son elementos fundamentales en el modelo de datos, ya que representan las unidades básicas sobre las cuales se estructura y organiza la información.</a:t>
            </a:r>
          </a:p>
          <a:p>
            <a:pPr marL="0" lvl="0" indent="0" algn="l" rtl="0">
              <a:spcBef>
                <a:spcPts val="0"/>
              </a:spcBef>
              <a:spcAft>
                <a:spcPts val="0"/>
              </a:spcAft>
              <a:buNone/>
            </a:pPr>
            <a:endParaRPr lang="es-MX" dirty="0"/>
          </a:p>
          <a:p>
            <a:pPr marL="0" lvl="0" indent="0" algn="l" rtl="0">
              <a:spcBef>
                <a:spcPts val="0"/>
              </a:spcBef>
              <a:spcAft>
                <a:spcPts val="0"/>
              </a:spcAft>
              <a:buNone/>
            </a:pPr>
            <a:r>
              <a:rPr lang="es-MX" dirty="0"/>
              <a:t>Por ejemplo, en una base de datos de una biblioteca, una entidad podría ser un “Libro”. Los atributos de esta entidad podrían incluir el título, el autor, el año de publicación y el número de páginas1. Cada entidad se caracteriza por un conjunto de atributos, que son propiedades o características que describen al objeto de forma detallada.</a:t>
            </a:r>
          </a:p>
        </p:txBody>
      </p:sp>
      <p:cxnSp>
        <p:nvCxnSpPr>
          <p:cNvPr id="216" name="Google Shape;216;p44"/>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pic>
        <p:nvPicPr>
          <p:cNvPr id="2" name="Imagen 1">
            <a:extLst>
              <a:ext uri="{FF2B5EF4-FFF2-40B4-BE49-F238E27FC236}">
                <a16:creationId xmlns:a16="http://schemas.microsoft.com/office/drawing/2014/main" id="{E6A8D6B5-5251-9342-1C6A-B220CB2491D7}"/>
              </a:ext>
            </a:extLst>
          </p:cNvPr>
          <p:cNvPicPr>
            <a:picLocks noChangeAspect="1"/>
          </p:cNvPicPr>
          <p:nvPr/>
        </p:nvPicPr>
        <p:blipFill>
          <a:blip r:embed="rId3"/>
          <a:stretch>
            <a:fillRect/>
          </a:stretch>
        </p:blipFill>
        <p:spPr>
          <a:xfrm>
            <a:off x="3868553" y="4471200"/>
            <a:ext cx="1406888" cy="393048"/>
          </a:xfrm>
          <a:prstGeom prst="rect">
            <a:avLst/>
          </a:prstGeom>
        </p:spPr>
      </p:pic>
      <p:sp>
        <p:nvSpPr>
          <p:cNvPr id="3" name="Google Shape;11391;p81">
            <a:extLst>
              <a:ext uri="{FF2B5EF4-FFF2-40B4-BE49-F238E27FC236}">
                <a16:creationId xmlns:a16="http://schemas.microsoft.com/office/drawing/2014/main" id="{89C32A93-8AB9-A0A4-FA95-7F225654DDAB}"/>
              </a:ext>
            </a:extLst>
          </p:cNvPr>
          <p:cNvSpPr/>
          <p:nvPr/>
        </p:nvSpPr>
        <p:spPr>
          <a:xfrm>
            <a:off x="570128" y="1295187"/>
            <a:ext cx="368371" cy="368340"/>
          </a:xfrm>
          <a:custGeom>
            <a:avLst/>
            <a:gdLst/>
            <a:ahLst/>
            <a:cxnLst/>
            <a:rect l="l" t="t" r="r" b="b"/>
            <a:pathLst>
              <a:path w="11574" h="11573" extrusionOk="0">
                <a:moveTo>
                  <a:pt x="10680" y="333"/>
                </a:moveTo>
                <a:cubicBezTo>
                  <a:pt x="10990" y="333"/>
                  <a:pt x="11228" y="583"/>
                  <a:pt x="11228" y="881"/>
                </a:cubicBezTo>
                <a:lnTo>
                  <a:pt x="11228" y="5620"/>
                </a:lnTo>
                <a:lnTo>
                  <a:pt x="11037" y="5620"/>
                </a:lnTo>
                <a:cubicBezTo>
                  <a:pt x="10954" y="5620"/>
                  <a:pt x="10871" y="5691"/>
                  <a:pt x="10871" y="5787"/>
                </a:cubicBezTo>
                <a:cubicBezTo>
                  <a:pt x="10871" y="5870"/>
                  <a:pt x="10954" y="5953"/>
                  <a:pt x="11037" y="5953"/>
                </a:cubicBezTo>
                <a:lnTo>
                  <a:pt x="11228" y="5953"/>
                </a:lnTo>
                <a:lnTo>
                  <a:pt x="11228" y="10680"/>
                </a:lnTo>
                <a:cubicBezTo>
                  <a:pt x="11228" y="10990"/>
                  <a:pt x="10978" y="11228"/>
                  <a:pt x="10680" y="11228"/>
                </a:cubicBezTo>
                <a:lnTo>
                  <a:pt x="5953" y="11228"/>
                </a:lnTo>
                <a:lnTo>
                  <a:pt x="5953" y="9406"/>
                </a:lnTo>
                <a:cubicBezTo>
                  <a:pt x="5953" y="9108"/>
                  <a:pt x="5715" y="8870"/>
                  <a:pt x="5418" y="8870"/>
                </a:cubicBezTo>
                <a:lnTo>
                  <a:pt x="5060" y="8870"/>
                </a:lnTo>
                <a:cubicBezTo>
                  <a:pt x="4834" y="8870"/>
                  <a:pt x="4644" y="8954"/>
                  <a:pt x="4525" y="9108"/>
                </a:cubicBezTo>
                <a:cubicBezTo>
                  <a:pt x="4358" y="9299"/>
                  <a:pt x="4132" y="9406"/>
                  <a:pt x="3882" y="9406"/>
                </a:cubicBezTo>
                <a:cubicBezTo>
                  <a:pt x="3632" y="9406"/>
                  <a:pt x="3382" y="9287"/>
                  <a:pt x="3239" y="9085"/>
                </a:cubicBezTo>
                <a:cubicBezTo>
                  <a:pt x="3072" y="8894"/>
                  <a:pt x="3013" y="8644"/>
                  <a:pt x="3072" y="8394"/>
                </a:cubicBezTo>
                <a:cubicBezTo>
                  <a:pt x="3132" y="8073"/>
                  <a:pt x="3405" y="7822"/>
                  <a:pt x="3727" y="7751"/>
                </a:cubicBezTo>
                <a:cubicBezTo>
                  <a:pt x="3781" y="7740"/>
                  <a:pt x="3835" y="7735"/>
                  <a:pt x="3889" y="7735"/>
                </a:cubicBezTo>
                <a:cubicBezTo>
                  <a:pt x="4129" y="7735"/>
                  <a:pt x="4357" y="7842"/>
                  <a:pt x="4513" y="8037"/>
                </a:cubicBezTo>
                <a:cubicBezTo>
                  <a:pt x="4656" y="8192"/>
                  <a:pt x="4846" y="8287"/>
                  <a:pt x="5049" y="8287"/>
                </a:cubicBezTo>
                <a:lnTo>
                  <a:pt x="5430" y="8287"/>
                </a:lnTo>
                <a:cubicBezTo>
                  <a:pt x="5727" y="8287"/>
                  <a:pt x="5965" y="8049"/>
                  <a:pt x="5965" y="7751"/>
                </a:cubicBezTo>
                <a:lnTo>
                  <a:pt x="5965" y="5917"/>
                </a:lnTo>
                <a:lnTo>
                  <a:pt x="7799" y="5917"/>
                </a:lnTo>
                <a:cubicBezTo>
                  <a:pt x="7894" y="5917"/>
                  <a:pt x="7989" y="6001"/>
                  <a:pt x="7989" y="6108"/>
                </a:cubicBezTo>
                <a:lnTo>
                  <a:pt x="7989" y="6477"/>
                </a:lnTo>
                <a:cubicBezTo>
                  <a:pt x="7989" y="6584"/>
                  <a:pt x="7942" y="6691"/>
                  <a:pt x="7858" y="6763"/>
                </a:cubicBezTo>
                <a:cubicBezTo>
                  <a:pt x="7525" y="7037"/>
                  <a:pt x="7382" y="7453"/>
                  <a:pt x="7454" y="7882"/>
                </a:cubicBezTo>
                <a:cubicBezTo>
                  <a:pt x="7537" y="8346"/>
                  <a:pt x="7894" y="8704"/>
                  <a:pt x="8347" y="8799"/>
                </a:cubicBezTo>
                <a:cubicBezTo>
                  <a:pt x="8430" y="8823"/>
                  <a:pt x="8513" y="8835"/>
                  <a:pt x="8597" y="8835"/>
                </a:cubicBezTo>
                <a:cubicBezTo>
                  <a:pt x="8870" y="8835"/>
                  <a:pt x="9120" y="8739"/>
                  <a:pt x="9347" y="8561"/>
                </a:cubicBezTo>
                <a:cubicBezTo>
                  <a:pt x="9609" y="8346"/>
                  <a:pt x="9775" y="8013"/>
                  <a:pt x="9775" y="7656"/>
                </a:cubicBezTo>
                <a:cubicBezTo>
                  <a:pt x="9775" y="7311"/>
                  <a:pt x="9621" y="6977"/>
                  <a:pt x="9347" y="6751"/>
                </a:cubicBezTo>
                <a:cubicBezTo>
                  <a:pt x="9263" y="6691"/>
                  <a:pt x="9228" y="6584"/>
                  <a:pt x="9228" y="6465"/>
                </a:cubicBezTo>
                <a:lnTo>
                  <a:pt x="9228" y="6108"/>
                </a:lnTo>
                <a:cubicBezTo>
                  <a:pt x="9228" y="6001"/>
                  <a:pt x="9311" y="5917"/>
                  <a:pt x="9418" y="5917"/>
                </a:cubicBezTo>
                <a:lnTo>
                  <a:pt x="10323" y="5917"/>
                </a:lnTo>
                <a:cubicBezTo>
                  <a:pt x="10418" y="5917"/>
                  <a:pt x="10490" y="5846"/>
                  <a:pt x="10490" y="5751"/>
                </a:cubicBezTo>
                <a:cubicBezTo>
                  <a:pt x="10490" y="5667"/>
                  <a:pt x="10418" y="5584"/>
                  <a:pt x="10323" y="5584"/>
                </a:cubicBezTo>
                <a:lnTo>
                  <a:pt x="9418" y="5584"/>
                </a:lnTo>
                <a:cubicBezTo>
                  <a:pt x="9120" y="5584"/>
                  <a:pt x="8882" y="5822"/>
                  <a:pt x="8882" y="6120"/>
                </a:cubicBezTo>
                <a:lnTo>
                  <a:pt x="8882" y="6477"/>
                </a:lnTo>
                <a:cubicBezTo>
                  <a:pt x="8882" y="6703"/>
                  <a:pt x="8966" y="6894"/>
                  <a:pt x="9120" y="7013"/>
                </a:cubicBezTo>
                <a:cubicBezTo>
                  <a:pt x="9311" y="7180"/>
                  <a:pt x="9418" y="7406"/>
                  <a:pt x="9418" y="7656"/>
                </a:cubicBezTo>
                <a:cubicBezTo>
                  <a:pt x="9418" y="7906"/>
                  <a:pt x="9299" y="8144"/>
                  <a:pt x="9109" y="8299"/>
                </a:cubicBezTo>
                <a:cubicBezTo>
                  <a:pt x="8957" y="8423"/>
                  <a:pt x="8780" y="8488"/>
                  <a:pt x="8595" y="8488"/>
                </a:cubicBezTo>
                <a:cubicBezTo>
                  <a:pt x="8533" y="8488"/>
                  <a:pt x="8469" y="8480"/>
                  <a:pt x="8406" y="8465"/>
                </a:cubicBezTo>
                <a:cubicBezTo>
                  <a:pt x="8097" y="8406"/>
                  <a:pt x="7835" y="8132"/>
                  <a:pt x="7763" y="7811"/>
                </a:cubicBezTo>
                <a:cubicBezTo>
                  <a:pt x="7704" y="7513"/>
                  <a:pt x="7811" y="7215"/>
                  <a:pt x="8049" y="7013"/>
                </a:cubicBezTo>
                <a:cubicBezTo>
                  <a:pt x="8216" y="6882"/>
                  <a:pt x="8299" y="6691"/>
                  <a:pt x="8299" y="6477"/>
                </a:cubicBezTo>
                <a:lnTo>
                  <a:pt x="8299" y="6108"/>
                </a:lnTo>
                <a:cubicBezTo>
                  <a:pt x="8299" y="5810"/>
                  <a:pt x="8061" y="5572"/>
                  <a:pt x="7763" y="5572"/>
                </a:cubicBezTo>
                <a:lnTo>
                  <a:pt x="5953" y="5572"/>
                </a:lnTo>
                <a:lnTo>
                  <a:pt x="5953" y="3739"/>
                </a:lnTo>
                <a:cubicBezTo>
                  <a:pt x="5953" y="3643"/>
                  <a:pt x="6037" y="3548"/>
                  <a:pt x="6144" y="3548"/>
                </a:cubicBezTo>
                <a:lnTo>
                  <a:pt x="6513" y="3548"/>
                </a:lnTo>
                <a:cubicBezTo>
                  <a:pt x="6620" y="3548"/>
                  <a:pt x="6727" y="3596"/>
                  <a:pt x="6799" y="3679"/>
                </a:cubicBezTo>
                <a:cubicBezTo>
                  <a:pt x="7017" y="3956"/>
                  <a:pt x="7342" y="4102"/>
                  <a:pt x="7698" y="4102"/>
                </a:cubicBezTo>
                <a:cubicBezTo>
                  <a:pt x="7770" y="4102"/>
                  <a:pt x="7844" y="4096"/>
                  <a:pt x="7918" y="4084"/>
                </a:cubicBezTo>
                <a:cubicBezTo>
                  <a:pt x="8370" y="4001"/>
                  <a:pt x="8728" y="3643"/>
                  <a:pt x="8835" y="3191"/>
                </a:cubicBezTo>
                <a:cubicBezTo>
                  <a:pt x="8906" y="2834"/>
                  <a:pt x="8823" y="2477"/>
                  <a:pt x="8597" y="2215"/>
                </a:cubicBezTo>
                <a:cubicBezTo>
                  <a:pt x="8370" y="1941"/>
                  <a:pt x="8049" y="1774"/>
                  <a:pt x="7692" y="1774"/>
                </a:cubicBezTo>
                <a:cubicBezTo>
                  <a:pt x="7346" y="1774"/>
                  <a:pt x="7001" y="1929"/>
                  <a:pt x="6775" y="2215"/>
                </a:cubicBezTo>
                <a:cubicBezTo>
                  <a:pt x="6715" y="2286"/>
                  <a:pt x="6620" y="2334"/>
                  <a:pt x="6501" y="2334"/>
                </a:cubicBezTo>
                <a:lnTo>
                  <a:pt x="6144" y="2334"/>
                </a:lnTo>
                <a:cubicBezTo>
                  <a:pt x="6037" y="2334"/>
                  <a:pt x="5941" y="2238"/>
                  <a:pt x="5941" y="2131"/>
                </a:cubicBezTo>
                <a:lnTo>
                  <a:pt x="5941" y="1226"/>
                </a:lnTo>
                <a:cubicBezTo>
                  <a:pt x="5941" y="1143"/>
                  <a:pt x="5870" y="1060"/>
                  <a:pt x="5787" y="1060"/>
                </a:cubicBezTo>
                <a:cubicBezTo>
                  <a:pt x="5691" y="1060"/>
                  <a:pt x="5620" y="1143"/>
                  <a:pt x="5620" y="1226"/>
                </a:cubicBezTo>
                <a:lnTo>
                  <a:pt x="5620" y="2131"/>
                </a:lnTo>
                <a:cubicBezTo>
                  <a:pt x="5620" y="2429"/>
                  <a:pt x="5858" y="2667"/>
                  <a:pt x="6156" y="2667"/>
                </a:cubicBezTo>
                <a:lnTo>
                  <a:pt x="6513" y="2667"/>
                </a:lnTo>
                <a:cubicBezTo>
                  <a:pt x="6739" y="2667"/>
                  <a:pt x="6930" y="2584"/>
                  <a:pt x="7049" y="2429"/>
                </a:cubicBezTo>
                <a:cubicBezTo>
                  <a:pt x="7215" y="2238"/>
                  <a:pt x="7430" y="2131"/>
                  <a:pt x="7692" y="2131"/>
                </a:cubicBezTo>
                <a:cubicBezTo>
                  <a:pt x="7942" y="2131"/>
                  <a:pt x="8180" y="2250"/>
                  <a:pt x="8323" y="2453"/>
                </a:cubicBezTo>
                <a:cubicBezTo>
                  <a:pt x="8489" y="2643"/>
                  <a:pt x="8549" y="2893"/>
                  <a:pt x="8489" y="3143"/>
                </a:cubicBezTo>
                <a:cubicBezTo>
                  <a:pt x="8430" y="3465"/>
                  <a:pt x="8168" y="3715"/>
                  <a:pt x="7835" y="3786"/>
                </a:cubicBezTo>
                <a:cubicBezTo>
                  <a:pt x="7780" y="3797"/>
                  <a:pt x="7726" y="3802"/>
                  <a:pt x="7673" y="3802"/>
                </a:cubicBezTo>
                <a:cubicBezTo>
                  <a:pt x="7432" y="3802"/>
                  <a:pt x="7205" y="3695"/>
                  <a:pt x="7049" y="3501"/>
                </a:cubicBezTo>
                <a:cubicBezTo>
                  <a:pt x="6918" y="3346"/>
                  <a:pt x="6727" y="3250"/>
                  <a:pt x="6513" y="3250"/>
                </a:cubicBezTo>
                <a:lnTo>
                  <a:pt x="6144" y="3250"/>
                </a:lnTo>
                <a:cubicBezTo>
                  <a:pt x="5846" y="3250"/>
                  <a:pt x="5608" y="3489"/>
                  <a:pt x="5608" y="3786"/>
                </a:cubicBezTo>
                <a:lnTo>
                  <a:pt x="5608" y="5620"/>
                </a:lnTo>
                <a:lnTo>
                  <a:pt x="3775" y="5620"/>
                </a:lnTo>
                <a:cubicBezTo>
                  <a:pt x="3667" y="5620"/>
                  <a:pt x="3584" y="5525"/>
                  <a:pt x="3584" y="5429"/>
                </a:cubicBezTo>
                <a:lnTo>
                  <a:pt x="3584" y="5048"/>
                </a:lnTo>
                <a:cubicBezTo>
                  <a:pt x="3584" y="4953"/>
                  <a:pt x="3620" y="4846"/>
                  <a:pt x="3715" y="4774"/>
                </a:cubicBezTo>
                <a:cubicBezTo>
                  <a:pt x="4036" y="4501"/>
                  <a:pt x="4191" y="4084"/>
                  <a:pt x="4120" y="3655"/>
                </a:cubicBezTo>
                <a:cubicBezTo>
                  <a:pt x="4025" y="3191"/>
                  <a:pt x="3667" y="2834"/>
                  <a:pt x="3227" y="2727"/>
                </a:cubicBezTo>
                <a:cubicBezTo>
                  <a:pt x="3148" y="2711"/>
                  <a:pt x="3069" y="2703"/>
                  <a:pt x="2991" y="2703"/>
                </a:cubicBezTo>
                <a:cubicBezTo>
                  <a:pt x="2716" y="2703"/>
                  <a:pt x="2452" y="2798"/>
                  <a:pt x="2239" y="2965"/>
                </a:cubicBezTo>
                <a:cubicBezTo>
                  <a:pt x="1977" y="3191"/>
                  <a:pt x="1810" y="3524"/>
                  <a:pt x="1810" y="3882"/>
                </a:cubicBezTo>
                <a:cubicBezTo>
                  <a:pt x="1810" y="4215"/>
                  <a:pt x="1953" y="4560"/>
                  <a:pt x="2239" y="4786"/>
                </a:cubicBezTo>
                <a:cubicBezTo>
                  <a:pt x="2310" y="4846"/>
                  <a:pt x="2358" y="4953"/>
                  <a:pt x="2358" y="5072"/>
                </a:cubicBezTo>
                <a:lnTo>
                  <a:pt x="2358" y="5429"/>
                </a:lnTo>
                <a:cubicBezTo>
                  <a:pt x="2358" y="5525"/>
                  <a:pt x="2274" y="5620"/>
                  <a:pt x="2167" y="5620"/>
                </a:cubicBezTo>
                <a:lnTo>
                  <a:pt x="334" y="5620"/>
                </a:lnTo>
                <a:lnTo>
                  <a:pt x="334" y="881"/>
                </a:lnTo>
                <a:cubicBezTo>
                  <a:pt x="334" y="572"/>
                  <a:pt x="584" y="333"/>
                  <a:pt x="881" y="333"/>
                </a:cubicBezTo>
                <a:lnTo>
                  <a:pt x="5620" y="333"/>
                </a:lnTo>
                <a:lnTo>
                  <a:pt x="5620" y="524"/>
                </a:lnTo>
                <a:cubicBezTo>
                  <a:pt x="5620" y="619"/>
                  <a:pt x="5691" y="691"/>
                  <a:pt x="5787" y="691"/>
                </a:cubicBezTo>
                <a:cubicBezTo>
                  <a:pt x="5870" y="691"/>
                  <a:pt x="5941" y="619"/>
                  <a:pt x="5941" y="524"/>
                </a:cubicBezTo>
                <a:lnTo>
                  <a:pt x="5941" y="333"/>
                </a:lnTo>
                <a:close/>
                <a:moveTo>
                  <a:pt x="2976" y="3061"/>
                </a:moveTo>
                <a:cubicBezTo>
                  <a:pt x="3040" y="3061"/>
                  <a:pt x="3104" y="3069"/>
                  <a:pt x="3167" y="3084"/>
                </a:cubicBezTo>
                <a:cubicBezTo>
                  <a:pt x="3477" y="3143"/>
                  <a:pt x="3727" y="3417"/>
                  <a:pt x="3810" y="3739"/>
                </a:cubicBezTo>
                <a:cubicBezTo>
                  <a:pt x="3870" y="4036"/>
                  <a:pt x="3763" y="4334"/>
                  <a:pt x="3525" y="4536"/>
                </a:cubicBezTo>
                <a:cubicBezTo>
                  <a:pt x="3358" y="4667"/>
                  <a:pt x="3274" y="4858"/>
                  <a:pt x="3274" y="5072"/>
                </a:cubicBezTo>
                <a:lnTo>
                  <a:pt x="3274" y="5441"/>
                </a:lnTo>
                <a:cubicBezTo>
                  <a:pt x="3274" y="5739"/>
                  <a:pt x="3513" y="5977"/>
                  <a:pt x="3810" y="5977"/>
                </a:cubicBezTo>
                <a:lnTo>
                  <a:pt x="5632" y="5977"/>
                </a:lnTo>
                <a:lnTo>
                  <a:pt x="5632" y="7811"/>
                </a:lnTo>
                <a:cubicBezTo>
                  <a:pt x="5632" y="7918"/>
                  <a:pt x="5549" y="8001"/>
                  <a:pt x="5441" y="8001"/>
                </a:cubicBezTo>
                <a:lnTo>
                  <a:pt x="5072" y="8001"/>
                </a:lnTo>
                <a:cubicBezTo>
                  <a:pt x="4965" y="8001"/>
                  <a:pt x="4858" y="7953"/>
                  <a:pt x="4787" y="7870"/>
                </a:cubicBezTo>
                <a:cubicBezTo>
                  <a:pt x="4569" y="7593"/>
                  <a:pt x="4244" y="7447"/>
                  <a:pt x="3887" y="7447"/>
                </a:cubicBezTo>
                <a:cubicBezTo>
                  <a:pt x="3815" y="7447"/>
                  <a:pt x="3741" y="7453"/>
                  <a:pt x="3667" y="7465"/>
                </a:cubicBezTo>
                <a:cubicBezTo>
                  <a:pt x="3215" y="7561"/>
                  <a:pt x="2858" y="7918"/>
                  <a:pt x="2751" y="8358"/>
                </a:cubicBezTo>
                <a:cubicBezTo>
                  <a:pt x="2679" y="8715"/>
                  <a:pt x="2763" y="9073"/>
                  <a:pt x="2989" y="9346"/>
                </a:cubicBezTo>
                <a:cubicBezTo>
                  <a:pt x="3215" y="9608"/>
                  <a:pt x="3536" y="9775"/>
                  <a:pt x="3894" y="9775"/>
                </a:cubicBezTo>
                <a:cubicBezTo>
                  <a:pt x="4239" y="9775"/>
                  <a:pt x="4584" y="9620"/>
                  <a:pt x="4798" y="9346"/>
                </a:cubicBezTo>
                <a:cubicBezTo>
                  <a:pt x="4858" y="9263"/>
                  <a:pt x="4965" y="9227"/>
                  <a:pt x="5084" y="9227"/>
                </a:cubicBezTo>
                <a:lnTo>
                  <a:pt x="5441" y="9227"/>
                </a:lnTo>
                <a:cubicBezTo>
                  <a:pt x="5549" y="9227"/>
                  <a:pt x="5632" y="9311"/>
                  <a:pt x="5632" y="9418"/>
                </a:cubicBezTo>
                <a:lnTo>
                  <a:pt x="5632" y="11251"/>
                </a:lnTo>
                <a:lnTo>
                  <a:pt x="869" y="11251"/>
                </a:lnTo>
                <a:cubicBezTo>
                  <a:pt x="560" y="11251"/>
                  <a:pt x="322" y="10990"/>
                  <a:pt x="322" y="10692"/>
                </a:cubicBezTo>
                <a:lnTo>
                  <a:pt x="322" y="5965"/>
                </a:lnTo>
                <a:lnTo>
                  <a:pt x="2155" y="5965"/>
                </a:lnTo>
                <a:cubicBezTo>
                  <a:pt x="2453" y="5965"/>
                  <a:pt x="2691" y="5727"/>
                  <a:pt x="2691" y="5429"/>
                </a:cubicBezTo>
                <a:lnTo>
                  <a:pt x="2691" y="5072"/>
                </a:lnTo>
                <a:cubicBezTo>
                  <a:pt x="2691" y="4846"/>
                  <a:pt x="2596" y="4655"/>
                  <a:pt x="2453" y="4536"/>
                </a:cubicBezTo>
                <a:cubicBezTo>
                  <a:pt x="2262" y="4370"/>
                  <a:pt x="2155" y="4143"/>
                  <a:pt x="2155" y="3893"/>
                </a:cubicBezTo>
                <a:cubicBezTo>
                  <a:pt x="2155" y="3643"/>
                  <a:pt x="2274" y="3405"/>
                  <a:pt x="2465" y="3250"/>
                </a:cubicBezTo>
                <a:cubicBezTo>
                  <a:pt x="2607" y="3126"/>
                  <a:pt x="2789" y="3061"/>
                  <a:pt x="2976" y="3061"/>
                </a:cubicBezTo>
                <a:close/>
                <a:moveTo>
                  <a:pt x="893" y="0"/>
                </a:moveTo>
                <a:cubicBezTo>
                  <a:pt x="393" y="0"/>
                  <a:pt x="0" y="393"/>
                  <a:pt x="0" y="893"/>
                </a:cubicBezTo>
                <a:lnTo>
                  <a:pt x="0" y="10680"/>
                </a:lnTo>
                <a:cubicBezTo>
                  <a:pt x="0" y="11168"/>
                  <a:pt x="393" y="11573"/>
                  <a:pt x="893" y="11573"/>
                </a:cubicBezTo>
                <a:lnTo>
                  <a:pt x="10680" y="11573"/>
                </a:lnTo>
                <a:cubicBezTo>
                  <a:pt x="11168" y="11573"/>
                  <a:pt x="11573" y="11168"/>
                  <a:pt x="11573" y="10680"/>
                </a:cubicBezTo>
                <a:lnTo>
                  <a:pt x="11573" y="893"/>
                </a:lnTo>
                <a:cubicBezTo>
                  <a:pt x="11573" y="393"/>
                  <a:pt x="11168" y="0"/>
                  <a:pt x="1068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06490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44"/>
          <p:cNvSpPr txBox="1">
            <a:spLocks noGrp="1"/>
          </p:cNvSpPr>
          <p:nvPr>
            <p:ph type="title"/>
          </p:nvPr>
        </p:nvSpPr>
        <p:spPr>
          <a:xfrm>
            <a:off x="938499" y="445025"/>
            <a:ext cx="5282191" cy="9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MX" dirty="0">
                <a:solidFill>
                  <a:schemeClr val="accent1"/>
                </a:solidFill>
              </a:rPr>
              <a:t>ALGUNOS CONCEPTOS</a:t>
            </a:r>
            <a:endParaRPr lang="es-SV" dirty="0">
              <a:solidFill>
                <a:schemeClr val="accent1"/>
              </a:solidFill>
            </a:endParaRPr>
          </a:p>
        </p:txBody>
      </p:sp>
      <p:sp>
        <p:nvSpPr>
          <p:cNvPr id="215" name="Google Shape;215;p44"/>
          <p:cNvSpPr txBox="1">
            <a:spLocks noGrp="1"/>
          </p:cNvSpPr>
          <p:nvPr>
            <p:ph type="body" idx="1"/>
          </p:nvPr>
        </p:nvSpPr>
        <p:spPr>
          <a:xfrm>
            <a:off x="938499" y="1188223"/>
            <a:ext cx="6064973" cy="2760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MX" sz="1050" dirty="0"/>
              <a:t>RELACIÓN:</a:t>
            </a:r>
          </a:p>
          <a:p>
            <a:pPr marL="0" lvl="0" indent="0" algn="l" rtl="0">
              <a:spcBef>
                <a:spcPts val="0"/>
              </a:spcBef>
              <a:spcAft>
                <a:spcPts val="0"/>
              </a:spcAft>
              <a:buNone/>
            </a:pPr>
            <a:r>
              <a:rPr lang="es-MX" sz="1050" dirty="0"/>
              <a:t>una relación es el vínculo que se establece entre dos o más entidades dentro de una base de datos. Estas relaciones permiten organizar y conectar la información de manera lógica y coherente.</a:t>
            </a:r>
          </a:p>
          <a:p>
            <a:pPr marL="0" lvl="0" indent="0" algn="l" rtl="0">
              <a:spcBef>
                <a:spcPts val="0"/>
              </a:spcBef>
              <a:spcAft>
                <a:spcPts val="0"/>
              </a:spcAft>
              <a:buNone/>
            </a:pPr>
            <a:endParaRPr lang="es-MX" sz="1050" dirty="0"/>
          </a:p>
          <a:p>
            <a:pPr marL="0" lvl="0" indent="0" algn="l" rtl="0">
              <a:spcBef>
                <a:spcPts val="0"/>
              </a:spcBef>
              <a:spcAft>
                <a:spcPts val="0"/>
              </a:spcAft>
              <a:buNone/>
            </a:pPr>
            <a:r>
              <a:rPr lang="es-MX" sz="1050" dirty="0"/>
              <a:t>Tipos de relaciones en bases de datos:</a:t>
            </a:r>
          </a:p>
          <a:p>
            <a:pPr marL="342900" lvl="0" indent="-342900" algn="l" rtl="0">
              <a:spcBef>
                <a:spcPts val="0"/>
              </a:spcBef>
              <a:spcAft>
                <a:spcPts val="0"/>
              </a:spcAft>
              <a:buFont typeface="+mj-lt"/>
              <a:buAutoNum type="arabicPeriod"/>
            </a:pPr>
            <a:r>
              <a:rPr lang="es-MX" sz="1050" dirty="0"/>
              <a:t>Relación Uno a Uno (1:1): Cada registro en una tabla está relacionado con exactamente un registro en otra tabla. Por ejemplo, cada persona tiene un único número de seguro social.</a:t>
            </a:r>
          </a:p>
          <a:p>
            <a:pPr marL="342900" lvl="0" indent="-342900" algn="l" rtl="0">
              <a:spcBef>
                <a:spcPts val="0"/>
              </a:spcBef>
              <a:spcAft>
                <a:spcPts val="0"/>
              </a:spcAft>
              <a:buFont typeface="+mj-lt"/>
              <a:buAutoNum type="arabicPeriod"/>
            </a:pPr>
            <a:r>
              <a:rPr lang="es-MX" sz="1050" dirty="0"/>
              <a:t>Relación Uno a Muchos (1:N): Un registro en una tabla puede estar relacionado con varios registros en otra tabla. Por ejemplo, un cliente puede tener varios pedidos.</a:t>
            </a:r>
          </a:p>
          <a:p>
            <a:pPr marL="342900" lvl="0" indent="-342900" algn="l" rtl="0">
              <a:spcBef>
                <a:spcPts val="0"/>
              </a:spcBef>
              <a:spcAft>
                <a:spcPts val="0"/>
              </a:spcAft>
              <a:buFont typeface="+mj-lt"/>
              <a:buAutoNum type="arabicPeriod"/>
            </a:pPr>
            <a:r>
              <a:rPr lang="es-MX" sz="1050" dirty="0"/>
              <a:t>Relación Muchos a Muchos (N:M): Varios registros en una tabla pueden estar relacionados con varios registros en otra tabla. Por ejemplo, los estudiantes pueden estar inscritos en varios cursos y cada curso puede tener varios estudiantes.</a:t>
            </a:r>
          </a:p>
          <a:p>
            <a:pPr marL="0" lvl="0" indent="0" algn="l" rtl="0">
              <a:spcBef>
                <a:spcPts val="0"/>
              </a:spcBef>
              <a:spcAft>
                <a:spcPts val="0"/>
              </a:spcAft>
              <a:buNone/>
            </a:pPr>
            <a:endParaRPr lang="es-MX" sz="1050" dirty="0"/>
          </a:p>
          <a:p>
            <a:pPr marL="0" lvl="0" indent="0" algn="l" rtl="0">
              <a:spcBef>
                <a:spcPts val="0"/>
              </a:spcBef>
              <a:spcAft>
                <a:spcPts val="0"/>
              </a:spcAft>
              <a:buNone/>
            </a:pPr>
            <a:r>
              <a:rPr lang="es-MX" sz="1050" dirty="0"/>
              <a:t>Estas relaciones se establecen utilizando claves primarias y foráneas, que ayudan a mantener la integridad y consistencia de los datos.</a:t>
            </a:r>
          </a:p>
        </p:txBody>
      </p:sp>
      <p:cxnSp>
        <p:nvCxnSpPr>
          <p:cNvPr id="216" name="Google Shape;216;p44"/>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pic>
        <p:nvPicPr>
          <p:cNvPr id="2" name="Imagen 1">
            <a:extLst>
              <a:ext uri="{FF2B5EF4-FFF2-40B4-BE49-F238E27FC236}">
                <a16:creationId xmlns:a16="http://schemas.microsoft.com/office/drawing/2014/main" id="{E6A8D6B5-5251-9342-1C6A-B220CB2491D7}"/>
              </a:ext>
            </a:extLst>
          </p:cNvPr>
          <p:cNvPicPr>
            <a:picLocks noChangeAspect="1"/>
          </p:cNvPicPr>
          <p:nvPr/>
        </p:nvPicPr>
        <p:blipFill>
          <a:blip r:embed="rId3"/>
          <a:stretch>
            <a:fillRect/>
          </a:stretch>
        </p:blipFill>
        <p:spPr>
          <a:xfrm>
            <a:off x="3868553" y="4471200"/>
            <a:ext cx="1406888" cy="393048"/>
          </a:xfrm>
          <a:prstGeom prst="rect">
            <a:avLst/>
          </a:prstGeom>
        </p:spPr>
      </p:pic>
      <p:sp>
        <p:nvSpPr>
          <p:cNvPr id="3" name="Google Shape;11391;p81">
            <a:extLst>
              <a:ext uri="{FF2B5EF4-FFF2-40B4-BE49-F238E27FC236}">
                <a16:creationId xmlns:a16="http://schemas.microsoft.com/office/drawing/2014/main" id="{89C32A93-8AB9-A0A4-FA95-7F225654DDAB}"/>
              </a:ext>
            </a:extLst>
          </p:cNvPr>
          <p:cNvSpPr/>
          <p:nvPr/>
        </p:nvSpPr>
        <p:spPr>
          <a:xfrm>
            <a:off x="570128" y="1295187"/>
            <a:ext cx="368371" cy="368340"/>
          </a:xfrm>
          <a:custGeom>
            <a:avLst/>
            <a:gdLst/>
            <a:ahLst/>
            <a:cxnLst/>
            <a:rect l="l" t="t" r="r" b="b"/>
            <a:pathLst>
              <a:path w="11574" h="11573" extrusionOk="0">
                <a:moveTo>
                  <a:pt x="10680" y="333"/>
                </a:moveTo>
                <a:cubicBezTo>
                  <a:pt x="10990" y="333"/>
                  <a:pt x="11228" y="583"/>
                  <a:pt x="11228" y="881"/>
                </a:cubicBezTo>
                <a:lnTo>
                  <a:pt x="11228" y="5620"/>
                </a:lnTo>
                <a:lnTo>
                  <a:pt x="11037" y="5620"/>
                </a:lnTo>
                <a:cubicBezTo>
                  <a:pt x="10954" y="5620"/>
                  <a:pt x="10871" y="5691"/>
                  <a:pt x="10871" y="5787"/>
                </a:cubicBezTo>
                <a:cubicBezTo>
                  <a:pt x="10871" y="5870"/>
                  <a:pt x="10954" y="5953"/>
                  <a:pt x="11037" y="5953"/>
                </a:cubicBezTo>
                <a:lnTo>
                  <a:pt x="11228" y="5953"/>
                </a:lnTo>
                <a:lnTo>
                  <a:pt x="11228" y="10680"/>
                </a:lnTo>
                <a:cubicBezTo>
                  <a:pt x="11228" y="10990"/>
                  <a:pt x="10978" y="11228"/>
                  <a:pt x="10680" y="11228"/>
                </a:cubicBezTo>
                <a:lnTo>
                  <a:pt x="5953" y="11228"/>
                </a:lnTo>
                <a:lnTo>
                  <a:pt x="5953" y="9406"/>
                </a:lnTo>
                <a:cubicBezTo>
                  <a:pt x="5953" y="9108"/>
                  <a:pt x="5715" y="8870"/>
                  <a:pt x="5418" y="8870"/>
                </a:cubicBezTo>
                <a:lnTo>
                  <a:pt x="5060" y="8870"/>
                </a:lnTo>
                <a:cubicBezTo>
                  <a:pt x="4834" y="8870"/>
                  <a:pt x="4644" y="8954"/>
                  <a:pt x="4525" y="9108"/>
                </a:cubicBezTo>
                <a:cubicBezTo>
                  <a:pt x="4358" y="9299"/>
                  <a:pt x="4132" y="9406"/>
                  <a:pt x="3882" y="9406"/>
                </a:cubicBezTo>
                <a:cubicBezTo>
                  <a:pt x="3632" y="9406"/>
                  <a:pt x="3382" y="9287"/>
                  <a:pt x="3239" y="9085"/>
                </a:cubicBezTo>
                <a:cubicBezTo>
                  <a:pt x="3072" y="8894"/>
                  <a:pt x="3013" y="8644"/>
                  <a:pt x="3072" y="8394"/>
                </a:cubicBezTo>
                <a:cubicBezTo>
                  <a:pt x="3132" y="8073"/>
                  <a:pt x="3405" y="7822"/>
                  <a:pt x="3727" y="7751"/>
                </a:cubicBezTo>
                <a:cubicBezTo>
                  <a:pt x="3781" y="7740"/>
                  <a:pt x="3835" y="7735"/>
                  <a:pt x="3889" y="7735"/>
                </a:cubicBezTo>
                <a:cubicBezTo>
                  <a:pt x="4129" y="7735"/>
                  <a:pt x="4357" y="7842"/>
                  <a:pt x="4513" y="8037"/>
                </a:cubicBezTo>
                <a:cubicBezTo>
                  <a:pt x="4656" y="8192"/>
                  <a:pt x="4846" y="8287"/>
                  <a:pt x="5049" y="8287"/>
                </a:cubicBezTo>
                <a:lnTo>
                  <a:pt x="5430" y="8287"/>
                </a:lnTo>
                <a:cubicBezTo>
                  <a:pt x="5727" y="8287"/>
                  <a:pt x="5965" y="8049"/>
                  <a:pt x="5965" y="7751"/>
                </a:cubicBezTo>
                <a:lnTo>
                  <a:pt x="5965" y="5917"/>
                </a:lnTo>
                <a:lnTo>
                  <a:pt x="7799" y="5917"/>
                </a:lnTo>
                <a:cubicBezTo>
                  <a:pt x="7894" y="5917"/>
                  <a:pt x="7989" y="6001"/>
                  <a:pt x="7989" y="6108"/>
                </a:cubicBezTo>
                <a:lnTo>
                  <a:pt x="7989" y="6477"/>
                </a:lnTo>
                <a:cubicBezTo>
                  <a:pt x="7989" y="6584"/>
                  <a:pt x="7942" y="6691"/>
                  <a:pt x="7858" y="6763"/>
                </a:cubicBezTo>
                <a:cubicBezTo>
                  <a:pt x="7525" y="7037"/>
                  <a:pt x="7382" y="7453"/>
                  <a:pt x="7454" y="7882"/>
                </a:cubicBezTo>
                <a:cubicBezTo>
                  <a:pt x="7537" y="8346"/>
                  <a:pt x="7894" y="8704"/>
                  <a:pt x="8347" y="8799"/>
                </a:cubicBezTo>
                <a:cubicBezTo>
                  <a:pt x="8430" y="8823"/>
                  <a:pt x="8513" y="8835"/>
                  <a:pt x="8597" y="8835"/>
                </a:cubicBezTo>
                <a:cubicBezTo>
                  <a:pt x="8870" y="8835"/>
                  <a:pt x="9120" y="8739"/>
                  <a:pt x="9347" y="8561"/>
                </a:cubicBezTo>
                <a:cubicBezTo>
                  <a:pt x="9609" y="8346"/>
                  <a:pt x="9775" y="8013"/>
                  <a:pt x="9775" y="7656"/>
                </a:cubicBezTo>
                <a:cubicBezTo>
                  <a:pt x="9775" y="7311"/>
                  <a:pt x="9621" y="6977"/>
                  <a:pt x="9347" y="6751"/>
                </a:cubicBezTo>
                <a:cubicBezTo>
                  <a:pt x="9263" y="6691"/>
                  <a:pt x="9228" y="6584"/>
                  <a:pt x="9228" y="6465"/>
                </a:cubicBezTo>
                <a:lnTo>
                  <a:pt x="9228" y="6108"/>
                </a:lnTo>
                <a:cubicBezTo>
                  <a:pt x="9228" y="6001"/>
                  <a:pt x="9311" y="5917"/>
                  <a:pt x="9418" y="5917"/>
                </a:cubicBezTo>
                <a:lnTo>
                  <a:pt x="10323" y="5917"/>
                </a:lnTo>
                <a:cubicBezTo>
                  <a:pt x="10418" y="5917"/>
                  <a:pt x="10490" y="5846"/>
                  <a:pt x="10490" y="5751"/>
                </a:cubicBezTo>
                <a:cubicBezTo>
                  <a:pt x="10490" y="5667"/>
                  <a:pt x="10418" y="5584"/>
                  <a:pt x="10323" y="5584"/>
                </a:cubicBezTo>
                <a:lnTo>
                  <a:pt x="9418" y="5584"/>
                </a:lnTo>
                <a:cubicBezTo>
                  <a:pt x="9120" y="5584"/>
                  <a:pt x="8882" y="5822"/>
                  <a:pt x="8882" y="6120"/>
                </a:cubicBezTo>
                <a:lnTo>
                  <a:pt x="8882" y="6477"/>
                </a:lnTo>
                <a:cubicBezTo>
                  <a:pt x="8882" y="6703"/>
                  <a:pt x="8966" y="6894"/>
                  <a:pt x="9120" y="7013"/>
                </a:cubicBezTo>
                <a:cubicBezTo>
                  <a:pt x="9311" y="7180"/>
                  <a:pt x="9418" y="7406"/>
                  <a:pt x="9418" y="7656"/>
                </a:cubicBezTo>
                <a:cubicBezTo>
                  <a:pt x="9418" y="7906"/>
                  <a:pt x="9299" y="8144"/>
                  <a:pt x="9109" y="8299"/>
                </a:cubicBezTo>
                <a:cubicBezTo>
                  <a:pt x="8957" y="8423"/>
                  <a:pt x="8780" y="8488"/>
                  <a:pt x="8595" y="8488"/>
                </a:cubicBezTo>
                <a:cubicBezTo>
                  <a:pt x="8533" y="8488"/>
                  <a:pt x="8469" y="8480"/>
                  <a:pt x="8406" y="8465"/>
                </a:cubicBezTo>
                <a:cubicBezTo>
                  <a:pt x="8097" y="8406"/>
                  <a:pt x="7835" y="8132"/>
                  <a:pt x="7763" y="7811"/>
                </a:cubicBezTo>
                <a:cubicBezTo>
                  <a:pt x="7704" y="7513"/>
                  <a:pt x="7811" y="7215"/>
                  <a:pt x="8049" y="7013"/>
                </a:cubicBezTo>
                <a:cubicBezTo>
                  <a:pt x="8216" y="6882"/>
                  <a:pt x="8299" y="6691"/>
                  <a:pt x="8299" y="6477"/>
                </a:cubicBezTo>
                <a:lnTo>
                  <a:pt x="8299" y="6108"/>
                </a:lnTo>
                <a:cubicBezTo>
                  <a:pt x="8299" y="5810"/>
                  <a:pt x="8061" y="5572"/>
                  <a:pt x="7763" y="5572"/>
                </a:cubicBezTo>
                <a:lnTo>
                  <a:pt x="5953" y="5572"/>
                </a:lnTo>
                <a:lnTo>
                  <a:pt x="5953" y="3739"/>
                </a:lnTo>
                <a:cubicBezTo>
                  <a:pt x="5953" y="3643"/>
                  <a:pt x="6037" y="3548"/>
                  <a:pt x="6144" y="3548"/>
                </a:cubicBezTo>
                <a:lnTo>
                  <a:pt x="6513" y="3548"/>
                </a:lnTo>
                <a:cubicBezTo>
                  <a:pt x="6620" y="3548"/>
                  <a:pt x="6727" y="3596"/>
                  <a:pt x="6799" y="3679"/>
                </a:cubicBezTo>
                <a:cubicBezTo>
                  <a:pt x="7017" y="3956"/>
                  <a:pt x="7342" y="4102"/>
                  <a:pt x="7698" y="4102"/>
                </a:cubicBezTo>
                <a:cubicBezTo>
                  <a:pt x="7770" y="4102"/>
                  <a:pt x="7844" y="4096"/>
                  <a:pt x="7918" y="4084"/>
                </a:cubicBezTo>
                <a:cubicBezTo>
                  <a:pt x="8370" y="4001"/>
                  <a:pt x="8728" y="3643"/>
                  <a:pt x="8835" y="3191"/>
                </a:cubicBezTo>
                <a:cubicBezTo>
                  <a:pt x="8906" y="2834"/>
                  <a:pt x="8823" y="2477"/>
                  <a:pt x="8597" y="2215"/>
                </a:cubicBezTo>
                <a:cubicBezTo>
                  <a:pt x="8370" y="1941"/>
                  <a:pt x="8049" y="1774"/>
                  <a:pt x="7692" y="1774"/>
                </a:cubicBezTo>
                <a:cubicBezTo>
                  <a:pt x="7346" y="1774"/>
                  <a:pt x="7001" y="1929"/>
                  <a:pt x="6775" y="2215"/>
                </a:cubicBezTo>
                <a:cubicBezTo>
                  <a:pt x="6715" y="2286"/>
                  <a:pt x="6620" y="2334"/>
                  <a:pt x="6501" y="2334"/>
                </a:cubicBezTo>
                <a:lnTo>
                  <a:pt x="6144" y="2334"/>
                </a:lnTo>
                <a:cubicBezTo>
                  <a:pt x="6037" y="2334"/>
                  <a:pt x="5941" y="2238"/>
                  <a:pt x="5941" y="2131"/>
                </a:cubicBezTo>
                <a:lnTo>
                  <a:pt x="5941" y="1226"/>
                </a:lnTo>
                <a:cubicBezTo>
                  <a:pt x="5941" y="1143"/>
                  <a:pt x="5870" y="1060"/>
                  <a:pt x="5787" y="1060"/>
                </a:cubicBezTo>
                <a:cubicBezTo>
                  <a:pt x="5691" y="1060"/>
                  <a:pt x="5620" y="1143"/>
                  <a:pt x="5620" y="1226"/>
                </a:cubicBezTo>
                <a:lnTo>
                  <a:pt x="5620" y="2131"/>
                </a:lnTo>
                <a:cubicBezTo>
                  <a:pt x="5620" y="2429"/>
                  <a:pt x="5858" y="2667"/>
                  <a:pt x="6156" y="2667"/>
                </a:cubicBezTo>
                <a:lnTo>
                  <a:pt x="6513" y="2667"/>
                </a:lnTo>
                <a:cubicBezTo>
                  <a:pt x="6739" y="2667"/>
                  <a:pt x="6930" y="2584"/>
                  <a:pt x="7049" y="2429"/>
                </a:cubicBezTo>
                <a:cubicBezTo>
                  <a:pt x="7215" y="2238"/>
                  <a:pt x="7430" y="2131"/>
                  <a:pt x="7692" y="2131"/>
                </a:cubicBezTo>
                <a:cubicBezTo>
                  <a:pt x="7942" y="2131"/>
                  <a:pt x="8180" y="2250"/>
                  <a:pt x="8323" y="2453"/>
                </a:cubicBezTo>
                <a:cubicBezTo>
                  <a:pt x="8489" y="2643"/>
                  <a:pt x="8549" y="2893"/>
                  <a:pt x="8489" y="3143"/>
                </a:cubicBezTo>
                <a:cubicBezTo>
                  <a:pt x="8430" y="3465"/>
                  <a:pt x="8168" y="3715"/>
                  <a:pt x="7835" y="3786"/>
                </a:cubicBezTo>
                <a:cubicBezTo>
                  <a:pt x="7780" y="3797"/>
                  <a:pt x="7726" y="3802"/>
                  <a:pt x="7673" y="3802"/>
                </a:cubicBezTo>
                <a:cubicBezTo>
                  <a:pt x="7432" y="3802"/>
                  <a:pt x="7205" y="3695"/>
                  <a:pt x="7049" y="3501"/>
                </a:cubicBezTo>
                <a:cubicBezTo>
                  <a:pt x="6918" y="3346"/>
                  <a:pt x="6727" y="3250"/>
                  <a:pt x="6513" y="3250"/>
                </a:cubicBezTo>
                <a:lnTo>
                  <a:pt x="6144" y="3250"/>
                </a:lnTo>
                <a:cubicBezTo>
                  <a:pt x="5846" y="3250"/>
                  <a:pt x="5608" y="3489"/>
                  <a:pt x="5608" y="3786"/>
                </a:cubicBezTo>
                <a:lnTo>
                  <a:pt x="5608" y="5620"/>
                </a:lnTo>
                <a:lnTo>
                  <a:pt x="3775" y="5620"/>
                </a:lnTo>
                <a:cubicBezTo>
                  <a:pt x="3667" y="5620"/>
                  <a:pt x="3584" y="5525"/>
                  <a:pt x="3584" y="5429"/>
                </a:cubicBezTo>
                <a:lnTo>
                  <a:pt x="3584" y="5048"/>
                </a:lnTo>
                <a:cubicBezTo>
                  <a:pt x="3584" y="4953"/>
                  <a:pt x="3620" y="4846"/>
                  <a:pt x="3715" y="4774"/>
                </a:cubicBezTo>
                <a:cubicBezTo>
                  <a:pt x="4036" y="4501"/>
                  <a:pt x="4191" y="4084"/>
                  <a:pt x="4120" y="3655"/>
                </a:cubicBezTo>
                <a:cubicBezTo>
                  <a:pt x="4025" y="3191"/>
                  <a:pt x="3667" y="2834"/>
                  <a:pt x="3227" y="2727"/>
                </a:cubicBezTo>
                <a:cubicBezTo>
                  <a:pt x="3148" y="2711"/>
                  <a:pt x="3069" y="2703"/>
                  <a:pt x="2991" y="2703"/>
                </a:cubicBezTo>
                <a:cubicBezTo>
                  <a:pt x="2716" y="2703"/>
                  <a:pt x="2452" y="2798"/>
                  <a:pt x="2239" y="2965"/>
                </a:cubicBezTo>
                <a:cubicBezTo>
                  <a:pt x="1977" y="3191"/>
                  <a:pt x="1810" y="3524"/>
                  <a:pt x="1810" y="3882"/>
                </a:cubicBezTo>
                <a:cubicBezTo>
                  <a:pt x="1810" y="4215"/>
                  <a:pt x="1953" y="4560"/>
                  <a:pt x="2239" y="4786"/>
                </a:cubicBezTo>
                <a:cubicBezTo>
                  <a:pt x="2310" y="4846"/>
                  <a:pt x="2358" y="4953"/>
                  <a:pt x="2358" y="5072"/>
                </a:cubicBezTo>
                <a:lnTo>
                  <a:pt x="2358" y="5429"/>
                </a:lnTo>
                <a:cubicBezTo>
                  <a:pt x="2358" y="5525"/>
                  <a:pt x="2274" y="5620"/>
                  <a:pt x="2167" y="5620"/>
                </a:cubicBezTo>
                <a:lnTo>
                  <a:pt x="334" y="5620"/>
                </a:lnTo>
                <a:lnTo>
                  <a:pt x="334" y="881"/>
                </a:lnTo>
                <a:cubicBezTo>
                  <a:pt x="334" y="572"/>
                  <a:pt x="584" y="333"/>
                  <a:pt x="881" y="333"/>
                </a:cubicBezTo>
                <a:lnTo>
                  <a:pt x="5620" y="333"/>
                </a:lnTo>
                <a:lnTo>
                  <a:pt x="5620" y="524"/>
                </a:lnTo>
                <a:cubicBezTo>
                  <a:pt x="5620" y="619"/>
                  <a:pt x="5691" y="691"/>
                  <a:pt x="5787" y="691"/>
                </a:cubicBezTo>
                <a:cubicBezTo>
                  <a:pt x="5870" y="691"/>
                  <a:pt x="5941" y="619"/>
                  <a:pt x="5941" y="524"/>
                </a:cubicBezTo>
                <a:lnTo>
                  <a:pt x="5941" y="333"/>
                </a:lnTo>
                <a:close/>
                <a:moveTo>
                  <a:pt x="2976" y="3061"/>
                </a:moveTo>
                <a:cubicBezTo>
                  <a:pt x="3040" y="3061"/>
                  <a:pt x="3104" y="3069"/>
                  <a:pt x="3167" y="3084"/>
                </a:cubicBezTo>
                <a:cubicBezTo>
                  <a:pt x="3477" y="3143"/>
                  <a:pt x="3727" y="3417"/>
                  <a:pt x="3810" y="3739"/>
                </a:cubicBezTo>
                <a:cubicBezTo>
                  <a:pt x="3870" y="4036"/>
                  <a:pt x="3763" y="4334"/>
                  <a:pt x="3525" y="4536"/>
                </a:cubicBezTo>
                <a:cubicBezTo>
                  <a:pt x="3358" y="4667"/>
                  <a:pt x="3274" y="4858"/>
                  <a:pt x="3274" y="5072"/>
                </a:cubicBezTo>
                <a:lnTo>
                  <a:pt x="3274" y="5441"/>
                </a:lnTo>
                <a:cubicBezTo>
                  <a:pt x="3274" y="5739"/>
                  <a:pt x="3513" y="5977"/>
                  <a:pt x="3810" y="5977"/>
                </a:cubicBezTo>
                <a:lnTo>
                  <a:pt x="5632" y="5977"/>
                </a:lnTo>
                <a:lnTo>
                  <a:pt x="5632" y="7811"/>
                </a:lnTo>
                <a:cubicBezTo>
                  <a:pt x="5632" y="7918"/>
                  <a:pt x="5549" y="8001"/>
                  <a:pt x="5441" y="8001"/>
                </a:cubicBezTo>
                <a:lnTo>
                  <a:pt x="5072" y="8001"/>
                </a:lnTo>
                <a:cubicBezTo>
                  <a:pt x="4965" y="8001"/>
                  <a:pt x="4858" y="7953"/>
                  <a:pt x="4787" y="7870"/>
                </a:cubicBezTo>
                <a:cubicBezTo>
                  <a:pt x="4569" y="7593"/>
                  <a:pt x="4244" y="7447"/>
                  <a:pt x="3887" y="7447"/>
                </a:cubicBezTo>
                <a:cubicBezTo>
                  <a:pt x="3815" y="7447"/>
                  <a:pt x="3741" y="7453"/>
                  <a:pt x="3667" y="7465"/>
                </a:cubicBezTo>
                <a:cubicBezTo>
                  <a:pt x="3215" y="7561"/>
                  <a:pt x="2858" y="7918"/>
                  <a:pt x="2751" y="8358"/>
                </a:cubicBezTo>
                <a:cubicBezTo>
                  <a:pt x="2679" y="8715"/>
                  <a:pt x="2763" y="9073"/>
                  <a:pt x="2989" y="9346"/>
                </a:cubicBezTo>
                <a:cubicBezTo>
                  <a:pt x="3215" y="9608"/>
                  <a:pt x="3536" y="9775"/>
                  <a:pt x="3894" y="9775"/>
                </a:cubicBezTo>
                <a:cubicBezTo>
                  <a:pt x="4239" y="9775"/>
                  <a:pt x="4584" y="9620"/>
                  <a:pt x="4798" y="9346"/>
                </a:cubicBezTo>
                <a:cubicBezTo>
                  <a:pt x="4858" y="9263"/>
                  <a:pt x="4965" y="9227"/>
                  <a:pt x="5084" y="9227"/>
                </a:cubicBezTo>
                <a:lnTo>
                  <a:pt x="5441" y="9227"/>
                </a:lnTo>
                <a:cubicBezTo>
                  <a:pt x="5549" y="9227"/>
                  <a:pt x="5632" y="9311"/>
                  <a:pt x="5632" y="9418"/>
                </a:cubicBezTo>
                <a:lnTo>
                  <a:pt x="5632" y="11251"/>
                </a:lnTo>
                <a:lnTo>
                  <a:pt x="869" y="11251"/>
                </a:lnTo>
                <a:cubicBezTo>
                  <a:pt x="560" y="11251"/>
                  <a:pt x="322" y="10990"/>
                  <a:pt x="322" y="10692"/>
                </a:cubicBezTo>
                <a:lnTo>
                  <a:pt x="322" y="5965"/>
                </a:lnTo>
                <a:lnTo>
                  <a:pt x="2155" y="5965"/>
                </a:lnTo>
                <a:cubicBezTo>
                  <a:pt x="2453" y="5965"/>
                  <a:pt x="2691" y="5727"/>
                  <a:pt x="2691" y="5429"/>
                </a:cubicBezTo>
                <a:lnTo>
                  <a:pt x="2691" y="5072"/>
                </a:lnTo>
                <a:cubicBezTo>
                  <a:pt x="2691" y="4846"/>
                  <a:pt x="2596" y="4655"/>
                  <a:pt x="2453" y="4536"/>
                </a:cubicBezTo>
                <a:cubicBezTo>
                  <a:pt x="2262" y="4370"/>
                  <a:pt x="2155" y="4143"/>
                  <a:pt x="2155" y="3893"/>
                </a:cubicBezTo>
                <a:cubicBezTo>
                  <a:pt x="2155" y="3643"/>
                  <a:pt x="2274" y="3405"/>
                  <a:pt x="2465" y="3250"/>
                </a:cubicBezTo>
                <a:cubicBezTo>
                  <a:pt x="2607" y="3126"/>
                  <a:pt x="2789" y="3061"/>
                  <a:pt x="2976" y="3061"/>
                </a:cubicBezTo>
                <a:close/>
                <a:moveTo>
                  <a:pt x="893" y="0"/>
                </a:moveTo>
                <a:cubicBezTo>
                  <a:pt x="393" y="0"/>
                  <a:pt x="0" y="393"/>
                  <a:pt x="0" y="893"/>
                </a:cubicBezTo>
                <a:lnTo>
                  <a:pt x="0" y="10680"/>
                </a:lnTo>
                <a:cubicBezTo>
                  <a:pt x="0" y="11168"/>
                  <a:pt x="393" y="11573"/>
                  <a:pt x="893" y="11573"/>
                </a:cubicBezTo>
                <a:lnTo>
                  <a:pt x="10680" y="11573"/>
                </a:lnTo>
                <a:cubicBezTo>
                  <a:pt x="11168" y="11573"/>
                  <a:pt x="11573" y="11168"/>
                  <a:pt x="11573" y="10680"/>
                </a:cubicBezTo>
                <a:lnTo>
                  <a:pt x="11573" y="893"/>
                </a:lnTo>
                <a:cubicBezTo>
                  <a:pt x="11573" y="393"/>
                  <a:pt x="11168" y="0"/>
                  <a:pt x="1068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573399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44"/>
          <p:cNvSpPr txBox="1">
            <a:spLocks noGrp="1"/>
          </p:cNvSpPr>
          <p:nvPr>
            <p:ph type="title"/>
          </p:nvPr>
        </p:nvSpPr>
        <p:spPr>
          <a:xfrm>
            <a:off x="938499" y="445025"/>
            <a:ext cx="5282191" cy="9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MX" dirty="0"/>
              <a:t>CONSIDERACIONES PARA CREAR UN DER</a:t>
            </a:r>
            <a:endParaRPr lang="es-SV" dirty="0">
              <a:solidFill>
                <a:schemeClr val="accent1"/>
              </a:solidFill>
            </a:endParaRPr>
          </a:p>
        </p:txBody>
      </p:sp>
      <p:sp>
        <p:nvSpPr>
          <p:cNvPr id="215" name="Google Shape;215;p44"/>
          <p:cNvSpPr txBox="1">
            <a:spLocks noGrp="1"/>
          </p:cNvSpPr>
          <p:nvPr>
            <p:ph type="body" idx="1"/>
          </p:nvPr>
        </p:nvSpPr>
        <p:spPr>
          <a:xfrm>
            <a:off x="938500" y="1423750"/>
            <a:ext cx="4946400" cy="2760900"/>
          </a:xfrm>
          <a:prstGeom prst="rect">
            <a:avLst/>
          </a:prstGeom>
        </p:spPr>
        <p:txBody>
          <a:bodyPr spcFirstLastPara="1" wrap="square" lIns="91425" tIns="91425" rIns="91425" bIns="91425" anchor="t" anchorCtr="0">
            <a:noAutofit/>
          </a:bodyPr>
          <a:lstStyle/>
          <a:p>
            <a:pPr marL="342900" lvl="0" indent="-342900" algn="l" rtl="0">
              <a:spcBef>
                <a:spcPts val="0"/>
              </a:spcBef>
              <a:spcAft>
                <a:spcPts val="0"/>
              </a:spcAft>
              <a:buFont typeface="+mj-lt"/>
              <a:buAutoNum type="arabicPeriod"/>
            </a:pPr>
            <a:r>
              <a:rPr lang="es-MX" dirty="0"/>
              <a:t>Identificar las Entidades: Determina los elementos clave del sistema que estás modelando. Las entidades suelen ser sustantivos como “Cliente”, “Producto” o “Pedido”.</a:t>
            </a:r>
          </a:p>
          <a:p>
            <a:pPr marL="342900" lvl="0" indent="-342900" algn="l" rtl="0">
              <a:spcBef>
                <a:spcPts val="0"/>
              </a:spcBef>
              <a:spcAft>
                <a:spcPts val="0"/>
              </a:spcAft>
              <a:buFont typeface="+mj-lt"/>
              <a:buAutoNum type="arabicPeriod"/>
            </a:pPr>
            <a:endParaRPr lang="es-MX" dirty="0"/>
          </a:p>
          <a:p>
            <a:pPr marL="342900" lvl="0" indent="-342900" algn="l" rtl="0">
              <a:spcBef>
                <a:spcPts val="0"/>
              </a:spcBef>
              <a:spcAft>
                <a:spcPts val="0"/>
              </a:spcAft>
              <a:buFont typeface="+mj-lt"/>
              <a:buAutoNum type="arabicPeriod"/>
            </a:pPr>
            <a:r>
              <a:rPr lang="es-MX" dirty="0"/>
              <a:t>Definir los Atributos: Asigna características a cada entidad. Por ejemplo, un “Cliente” puede tener atributos como “Nombre”, “Dirección” y “Teléfono”.</a:t>
            </a:r>
          </a:p>
          <a:p>
            <a:pPr marL="342900" lvl="0" indent="-342900" algn="l" rtl="0">
              <a:spcBef>
                <a:spcPts val="0"/>
              </a:spcBef>
              <a:spcAft>
                <a:spcPts val="0"/>
              </a:spcAft>
              <a:buFont typeface="+mj-lt"/>
              <a:buAutoNum type="arabicPeriod"/>
            </a:pPr>
            <a:endParaRPr lang="es-MX" dirty="0"/>
          </a:p>
          <a:p>
            <a:pPr marL="342900" lvl="0" indent="-342900" algn="l" rtl="0">
              <a:spcBef>
                <a:spcPts val="0"/>
              </a:spcBef>
              <a:spcAft>
                <a:spcPts val="0"/>
              </a:spcAft>
              <a:buFont typeface="+mj-lt"/>
              <a:buAutoNum type="arabicPeriod"/>
            </a:pPr>
            <a:r>
              <a:rPr lang="es-MX" dirty="0"/>
              <a:t>Establecer las Relaciones: Identifica cómo interactúan las entidades entre sí. Las relaciones suelen ser verbos como “compra”, “contiene” o “realiza”.</a:t>
            </a:r>
          </a:p>
        </p:txBody>
      </p:sp>
      <p:cxnSp>
        <p:nvCxnSpPr>
          <p:cNvPr id="216" name="Google Shape;216;p44"/>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pic>
        <p:nvPicPr>
          <p:cNvPr id="2" name="Imagen 1">
            <a:extLst>
              <a:ext uri="{FF2B5EF4-FFF2-40B4-BE49-F238E27FC236}">
                <a16:creationId xmlns:a16="http://schemas.microsoft.com/office/drawing/2014/main" id="{E6A8D6B5-5251-9342-1C6A-B220CB2491D7}"/>
              </a:ext>
            </a:extLst>
          </p:cNvPr>
          <p:cNvPicPr>
            <a:picLocks noChangeAspect="1"/>
          </p:cNvPicPr>
          <p:nvPr/>
        </p:nvPicPr>
        <p:blipFill>
          <a:blip r:embed="rId3"/>
          <a:stretch>
            <a:fillRect/>
          </a:stretch>
        </p:blipFill>
        <p:spPr>
          <a:xfrm>
            <a:off x="3868553" y="4471200"/>
            <a:ext cx="1406888" cy="393048"/>
          </a:xfrm>
          <a:prstGeom prst="rect">
            <a:avLst/>
          </a:prstGeom>
        </p:spPr>
      </p:pic>
    </p:spTree>
    <p:extLst>
      <p:ext uri="{BB962C8B-B14F-4D97-AF65-F5344CB8AC3E}">
        <p14:creationId xmlns:p14="http://schemas.microsoft.com/office/powerpoint/2010/main" val="34334226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44"/>
          <p:cNvSpPr txBox="1">
            <a:spLocks noGrp="1"/>
          </p:cNvSpPr>
          <p:nvPr>
            <p:ph type="title"/>
          </p:nvPr>
        </p:nvSpPr>
        <p:spPr>
          <a:xfrm>
            <a:off x="938499" y="445025"/>
            <a:ext cx="5282191" cy="9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MX" dirty="0"/>
              <a:t>CONSIDERACIONES PARA CREAR UN DER</a:t>
            </a:r>
            <a:endParaRPr lang="es-SV" dirty="0">
              <a:solidFill>
                <a:schemeClr val="accent1"/>
              </a:solidFill>
            </a:endParaRPr>
          </a:p>
        </p:txBody>
      </p:sp>
      <p:sp>
        <p:nvSpPr>
          <p:cNvPr id="215" name="Google Shape;215;p44"/>
          <p:cNvSpPr txBox="1">
            <a:spLocks noGrp="1"/>
          </p:cNvSpPr>
          <p:nvPr>
            <p:ph type="body" idx="1"/>
          </p:nvPr>
        </p:nvSpPr>
        <p:spPr>
          <a:xfrm>
            <a:off x="938499" y="1215936"/>
            <a:ext cx="6307428" cy="2760900"/>
          </a:xfrm>
          <a:prstGeom prst="rect">
            <a:avLst/>
          </a:prstGeom>
        </p:spPr>
        <p:txBody>
          <a:bodyPr spcFirstLastPara="1" wrap="square" lIns="91425" tIns="91425" rIns="91425" bIns="91425" anchor="t" anchorCtr="0">
            <a:noAutofit/>
          </a:bodyPr>
          <a:lstStyle/>
          <a:p>
            <a:pPr marL="342900" lvl="0" indent="-342900" algn="l" rtl="0">
              <a:spcBef>
                <a:spcPts val="0"/>
              </a:spcBef>
              <a:spcAft>
                <a:spcPts val="0"/>
              </a:spcAft>
              <a:buFont typeface="+mj-lt"/>
              <a:buAutoNum type="arabicPeriod" startAt="4"/>
            </a:pPr>
            <a:r>
              <a:rPr lang="es-MX" dirty="0"/>
              <a:t>Asignar Claves Primarias y Foráneas: Determina las claves primarias (identificadores únicos) para cada entidad y las claves foráneas para establecer las relaciones.</a:t>
            </a:r>
          </a:p>
          <a:p>
            <a:pPr marL="342900" lvl="0" indent="-342900" algn="l" rtl="0">
              <a:spcBef>
                <a:spcPts val="0"/>
              </a:spcBef>
              <a:spcAft>
                <a:spcPts val="0"/>
              </a:spcAft>
              <a:buFont typeface="+mj-lt"/>
              <a:buAutoNum type="arabicPeriod" startAt="4"/>
            </a:pPr>
            <a:endParaRPr lang="es-MX" dirty="0"/>
          </a:p>
          <a:p>
            <a:pPr marL="342900" lvl="0" indent="-342900" algn="l" rtl="0">
              <a:spcBef>
                <a:spcPts val="0"/>
              </a:spcBef>
              <a:spcAft>
                <a:spcPts val="0"/>
              </a:spcAft>
              <a:buFont typeface="+mj-lt"/>
              <a:buAutoNum type="arabicPeriod" startAt="4"/>
            </a:pPr>
            <a:r>
              <a:rPr lang="es-MX" dirty="0"/>
              <a:t>Dibujar el Diagrama: Utiliza símbolos estándar: rectángulos para entidades, óvalos para atributos y rombos para relaciones. Conecta las entidades con líneas que representen las relaciones.</a:t>
            </a:r>
          </a:p>
          <a:p>
            <a:pPr marL="342900" lvl="0" indent="-342900" algn="l" rtl="0">
              <a:spcBef>
                <a:spcPts val="0"/>
              </a:spcBef>
              <a:spcAft>
                <a:spcPts val="0"/>
              </a:spcAft>
              <a:buFont typeface="+mj-lt"/>
              <a:buAutoNum type="arabicPeriod" startAt="4"/>
            </a:pPr>
            <a:endParaRPr lang="es-MX" dirty="0"/>
          </a:p>
          <a:p>
            <a:pPr marL="342900" lvl="0" indent="-342900" algn="l" rtl="0">
              <a:spcBef>
                <a:spcPts val="0"/>
              </a:spcBef>
              <a:spcAft>
                <a:spcPts val="0"/>
              </a:spcAft>
              <a:buFont typeface="+mj-lt"/>
              <a:buAutoNum type="arabicPeriod" startAt="4"/>
            </a:pPr>
            <a:r>
              <a:rPr lang="es-MX" dirty="0"/>
              <a:t>Revisar y Refinar: Verifica que el diagrama sea coherente y completo. Asegúrate de que todas las entidades, atributos y relaciones estén correctamente representados.</a:t>
            </a:r>
          </a:p>
          <a:p>
            <a:pPr marL="342900" lvl="0" indent="-342900" algn="l" rtl="0">
              <a:spcBef>
                <a:spcPts val="0"/>
              </a:spcBef>
              <a:spcAft>
                <a:spcPts val="0"/>
              </a:spcAft>
              <a:buFont typeface="+mj-lt"/>
              <a:buAutoNum type="arabicPeriod" startAt="4"/>
            </a:pPr>
            <a:endParaRPr lang="es-MX" dirty="0"/>
          </a:p>
          <a:p>
            <a:pPr marL="342900" lvl="0" indent="-342900" algn="l" rtl="0">
              <a:spcBef>
                <a:spcPts val="0"/>
              </a:spcBef>
              <a:spcAft>
                <a:spcPts val="0"/>
              </a:spcAft>
              <a:buFont typeface="+mj-lt"/>
              <a:buAutoNum type="arabicPeriod" startAt="4"/>
            </a:pPr>
            <a:r>
              <a:rPr lang="es-MX" dirty="0"/>
              <a:t>Documentar el Diagrama: Añade descripciones y notas para clarificar el propósito y los detalles del diagrama.</a:t>
            </a:r>
          </a:p>
        </p:txBody>
      </p:sp>
      <p:cxnSp>
        <p:nvCxnSpPr>
          <p:cNvPr id="216" name="Google Shape;216;p44"/>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pic>
        <p:nvPicPr>
          <p:cNvPr id="2" name="Imagen 1">
            <a:extLst>
              <a:ext uri="{FF2B5EF4-FFF2-40B4-BE49-F238E27FC236}">
                <a16:creationId xmlns:a16="http://schemas.microsoft.com/office/drawing/2014/main" id="{E6A8D6B5-5251-9342-1C6A-B220CB2491D7}"/>
              </a:ext>
            </a:extLst>
          </p:cNvPr>
          <p:cNvPicPr>
            <a:picLocks noChangeAspect="1"/>
          </p:cNvPicPr>
          <p:nvPr/>
        </p:nvPicPr>
        <p:blipFill>
          <a:blip r:embed="rId3"/>
          <a:stretch>
            <a:fillRect/>
          </a:stretch>
        </p:blipFill>
        <p:spPr>
          <a:xfrm>
            <a:off x="3868553" y="4471200"/>
            <a:ext cx="1406888" cy="393048"/>
          </a:xfrm>
          <a:prstGeom prst="rect">
            <a:avLst/>
          </a:prstGeom>
        </p:spPr>
      </p:pic>
    </p:spTree>
    <p:extLst>
      <p:ext uri="{BB962C8B-B14F-4D97-AF65-F5344CB8AC3E}">
        <p14:creationId xmlns:p14="http://schemas.microsoft.com/office/powerpoint/2010/main" val="3932320439"/>
      </p:ext>
    </p:extLst>
  </p:cSld>
  <p:clrMapOvr>
    <a:masterClrMapping/>
  </p:clrMapOvr>
</p:sld>
</file>

<file path=ppt/theme/theme1.xml><?xml version="1.0" encoding="utf-8"?>
<a:theme xmlns:a="http://schemas.openxmlformats.org/drawingml/2006/main" name="Futuristic Background by Slidesgo">
  <a:themeElements>
    <a:clrScheme name="Simple Light">
      <a:dk1>
        <a:srgbClr val="001633"/>
      </a:dk1>
      <a:lt1>
        <a:srgbClr val="FFFFFF"/>
      </a:lt1>
      <a:dk2>
        <a:srgbClr val="85D5E6"/>
      </a:dk2>
      <a:lt2>
        <a:srgbClr val="FFAB40"/>
      </a:lt2>
      <a:accent1>
        <a:srgbClr val="FFAB40"/>
      </a:accent1>
      <a:accent2>
        <a:srgbClr val="85D5E6"/>
      </a:accent2>
      <a:accent3>
        <a:srgbClr val="78909C"/>
      </a:accent3>
      <a:accent4>
        <a:srgbClr val="FFAB40"/>
      </a:accent4>
      <a:accent5>
        <a:srgbClr val="0097A7"/>
      </a:accent5>
      <a:accent6>
        <a:srgbClr val="001633"/>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175</TotalTime>
  <Words>655</Words>
  <Application>Microsoft Office PowerPoint</Application>
  <PresentationFormat>Presentación en pantalla (16:9)</PresentationFormat>
  <Paragraphs>38</Paragraphs>
  <Slides>8</Slides>
  <Notes>8</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8</vt:i4>
      </vt:variant>
    </vt:vector>
  </HeadingPairs>
  <TitlesOfParts>
    <vt:vector size="13" baseType="lpstr">
      <vt:lpstr>Montserrat ExtraBold</vt:lpstr>
      <vt:lpstr>Montserrat</vt:lpstr>
      <vt:lpstr>Open Sans</vt:lpstr>
      <vt:lpstr>Arial</vt:lpstr>
      <vt:lpstr>Futuristic Background by Slidesgo</vt:lpstr>
      <vt:lpstr>Presentación de PowerPoint</vt:lpstr>
      <vt:lpstr>DIAGRAMA ER </vt:lpstr>
      <vt:lpstr>INTRODUCCIÓN AL DIAGRAMA ENTIDAD-RELACIÓN</vt:lpstr>
      <vt:lpstr>OBJETIVO</vt:lpstr>
      <vt:lpstr>ALGUNOS CONCEPTOS</vt:lpstr>
      <vt:lpstr>ALGUNOS CONCEPTOS</vt:lpstr>
      <vt:lpstr>CONSIDERACIONES PARA CREAR UN DER</vt:lpstr>
      <vt:lpstr>CONSIDERACIONES PARA CREAR UN DER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Jonathan Jandres</dc:creator>
  <cp:lastModifiedBy>Carlos Dubon</cp:lastModifiedBy>
  <cp:revision>26</cp:revision>
  <dcterms:modified xsi:type="dcterms:W3CDTF">2024-09-10T17:20:10Z</dcterms:modified>
</cp:coreProperties>
</file>