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6"/>
  </p:handoutMasterIdLst>
  <p:sldIdLst>
    <p:sldId id="302" r:id="rId2"/>
    <p:sldId id="318" r:id="rId3"/>
    <p:sldId id="307" r:id="rId4"/>
    <p:sldId id="309" r:id="rId5"/>
    <p:sldId id="308" r:id="rId6"/>
    <p:sldId id="311" r:id="rId7"/>
    <p:sldId id="312" r:id="rId8"/>
    <p:sldId id="313" r:id="rId9"/>
    <p:sldId id="310" r:id="rId10"/>
    <p:sldId id="314" r:id="rId11"/>
    <p:sldId id="315" r:id="rId12"/>
    <p:sldId id="316" r:id="rId13"/>
    <p:sldId id="317" r:id="rId14"/>
    <p:sldId id="293" r:id="rId15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49" userDrawn="1">
          <p15:clr>
            <a:srgbClr val="A4A3A4"/>
          </p15:clr>
        </p15:guide>
        <p15:guide id="2" pos="14710" userDrawn="1">
          <p15:clr>
            <a:srgbClr val="A4A3A4"/>
          </p15:clr>
        </p15:guide>
        <p15:guide id="3" pos="649" userDrawn="1">
          <p15:clr>
            <a:srgbClr val="A4A3A4"/>
          </p15:clr>
        </p15:guide>
        <p15:guide id="4" orient="horz" pos="6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9FF"/>
    <a:srgbClr val="00FFF2"/>
    <a:srgbClr val="FDFDFB"/>
    <a:srgbClr val="8236FB"/>
    <a:srgbClr val="000000"/>
    <a:srgbClr val="D6FF01"/>
    <a:srgbClr val="120B3E"/>
    <a:srgbClr val="808080"/>
    <a:srgbClr val="0A0A0A"/>
    <a:srgbClr val="1008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F9D89-EC4F-447A-969A-5CED72FC1198}" v="1" dt="2025-05-08T00:30:45.4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825" autoAdjust="0"/>
    <p:restoredTop sz="94660"/>
  </p:normalViewPr>
  <p:slideViewPr>
    <p:cSldViewPr showGuides="1">
      <p:cViewPr varScale="1">
        <p:scale>
          <a:sx n="50" d="100"/>
          <a:sy n="50" d="100"/>
        </p:scale>
        <p:origin x="84" y="318"/>
      </p:cViewPr>
      <p:guideLst>
        <p:guide orient="horz" pos="7949"/>
        <p:guide pos="14710"/>
        <p:guide pos="649"/>
        <p:guide orient="horz" pos="69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howGuides="1">
      <p:cViewPr varScale="1">
        <p:scale>
          <a:sx n="42" d="100"/>
          <a:sy n="42" d="100"/>
        </p:scale>
        <p:origin x="2820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Dubon" userId="472307b91947d71a" providerId="LiveId" clId="{162F9D89-EC4F-447A-969A-5CED72FC1198}"/>
    <pc:docChg chg="addSld modSld">
      <pc:chgData name="Carlos Dubon" userId="472307b91947d71a" providerId="LiveId" clId="{162F9D89-EC4F-447A-969A-5CED72FC1198}" dt="2025-05-08T00:34:06.107" v="11" actId="108"/>
      <pc:docMkLst>
        <pc:docMk/>
      </pc:docMkLst>
      <pc:sldChg chg="modSp mod">
        <pc:chgData name="Carlos Dubon" userId="472307b91947d71a" providerId="LiveId" clId="{162F9D89-EC4F-447A-969A-5CED72FC1198}" dt="2025-05-08T00:30:57.979" v="1" actId="108"/>
        <pc:sldMkLst>
          <pc:docMk/>
          <pc:sldMk cId="3654273407" sldId="307"/>
        </pc:sldMkLst>
        <pc:spChg chg="mod">
          <ac:chgData name="Carlos Dubon" userId="472307b91947d71a" providerId="LiveId" clId="{162F9D89-EC4F-447A-969A-5CED72FC1198}" dt="2025-05-08T00:30:57.979" v="1" actId="108"/>
          <ac:spMkLst>
            <pc:docMk/>
            <pc:sldMk cId="3654273407" sldId="307"/>
            <ac:spMk id="5" creationId="{56A0BB19-7A16-C269-B10F-4CC9D7229AF9}"/>
          </ac:spMkLst>
        </pc:spChg>
      </pc:sldChg>
      <pc:sldChg chg="modSp mod">
        <pc:chgData name="Carlos Dubon" userId="472307b91947d71a" providerId="LiveId" clId="{162F9D89-EC4F-447A-969A-5CED72FC1198}" dt="2025-05-08T00:31:04.845" v="3" actId="108"/>
        <pc:sldMkLst>
          <pc:docMk/>
          <pc:sldMk cId="1080933258" sldId="308"/>
        </pc:sldMkLst>
        <pc:spChg chg="mod">
          <ac:chgData name="Carlos Dubon" userId="472307b91947d71a" providerId="LiveId" clId="{162F9D89-EC4F-447A-969A-5CED72FC1198}" dt="2025-05-08T00:31:04.845" v="3" actId="108"/>
          <ac:spMkLst>
            <pc:docMk/>
            <pc:sldMk cId="1080933258" sldId="308"/>
            <ac:spMk id="5" creationId="{BBB54E2C-B82B-20F4-936A-8A53CBC8FFC9}"/>
          </ac:spMkLst>
        </pc:spChg>
      </pc:sldChg>
      <pc:sldChg chg="modSp mod">
        <pc:chgData name="Carlos Dubon" userId="472307b91947d71a" providerId="LiveId" clId="{162F9D89-EC4F-447A-969A-5CED72FC1198}" dt="2025-05-08T00:31:01.685" v="2" actId="108"/>
        <pc:sldMkLst>
          <pc:docMk/>
          <pc:sldMk cId="647499" sldId="309"/>
        </pc:sldMkLst>
        <pc:spChg chg="mod">
          <ac:chgData name="Carlos Dubon" userId="472307b91947d71a" providerId="LiveId" clId="{162F9D89-EC4F-447A-969A-5CED72FC1198}" dt="2025-05-08T00:31:01.685" v="2" actId="108"/>
          <ac:spMkLst>
            <pc:docMk/>
            <pc:sldMk cId="647499" sldId="309"/>
            <ac:spMk id="5" creationId="{55CB8528-B17E-5F8A-ED74-77C711520934}"/>
          </ac:spMkLst>
        </pc:spChg>
      </pc:sldChg>
      <pc:sldChg chg="modSp mod">
        <pc:chgData name="Carlos Dubon" userId="472307b91947d71a" providerId="LiveId" clId="{162F9D89-EC4F-447A-969A-5CED72FC1198}" dt="2025-05-08T00:31:16.509" v="7" actId="108"/>
        <pc:sldMkLst>
          <pc:docMk/>
          <pc:sldMk cId="1395404737" sldId="310"/>
        </pc:sldMkLst>
        <pc:spChg chg="mod">
          <ac:chgData name="Carlos Dubon" userId="472307b91947d71a" providerId="LiveId" clId="{162F9D89-EC4F-447A-969A-5CED72FC1198}" dt="2025-05-08T00:31:16.509" v="7" actId="108"/>
          <ac:spMkLst>
            <pc:docMk/>
            <pc:sldMk cId="1395404737" sldId="310"/>
            <ac:spMk id="5" creationId="{A57A353C-30EC-0EF1-01D1-83A09D7AD563}"/>
          </ac:spMkLst>
        </pc:spChg>
      </pc:sldChg>
      <pc:sldChg chg="modSp mod">
        <pc:chgData name="Carlos Dubon" userId="472307b91947d71a" providerId="LiveId" clId="{162F9D89-EC4F-447A-969A-5CED72FC1198}" dt="2025-05-08T00:31:06.872" v="4" actId="108"/>
        <pc:sldMkLst>
          <pc:docMk/>
          <pc:sldMk cId="2158617561" sldId="311"/>
        </pc:sldMkLst>
        <pc:spChg chg="mod">
          <ac:chgData name="Carlos Dubon" userId="472307b91947d71a" providerId="LiveId" clId="{162F9D89-EC4F-447A-969A-5CED72FC1198}" dt="2025-05-08T00:31:06.872" v="4" actId="108"/>
          <ac:spMkLst>
            <pc:docMk/>
            <pc:sldMk cId="2158617561" sldId="311"/>
            <ac:spMk id="5" creationId="{D3285682-1BF7-3846-48A8-A84AD5F2D013}"/>
          </ac:spMkLst>
        </pc:spChg>
      </pc:sldChg>
      <pc:sldChg chg="modSp mod">
        <pc:chgData name="Carlos Dubon" userId="472307b91947d71a" providerId="LiveId" clId="{162F9D89-EC4F-447A-969A-5CED72FC1198}" dt="2025-05-08T00:31:11.040" v="5" actId="108"/>
        <pc:sldMkLst>
          <pc:docMk/>
          <pc:sldMk cId="246972106" sldId="312"/>
        </pc:sldMkLst>
        <pc:spChg chg="mod">
          <ac:chgData name="Carlos Dubon" userId="472307b91947d71a" providerId="LiveId" clId="{162F9D89-EC4F-447A-969A-5CED72FC1198}" dt="2025-05-08T00:31:11.040" v="5" actId="108"/>
          <ac:spMkLst>
            <pc:docMk/>
            <pc:sldMk cId="246972106" sldId="312"/>
            <ac:spMk id="5" creationId="{3C57471B-DF59-E742-3D9B-331CC47DC018}"/>
          </ac:spMkLst>
        </pc:spChg>
      </pc:sldChg>
      <pc:sldChg chg="modSp mod">
        <pc:chgData name="Carlos Dubon" userId="472307b91947d71a" providerId="LiveId" clId="{162F9D89-EC4F-447A-969A-5CED72FC1198}" dt="2025-05-08T00:31:13.684" v="6" actId="108"/>
        <pc:sldMkLst>
          <pc:docMk/>
          <pc:sldMk cId="1288916691" sldId="313"/>
        </pc:sldMkLst>
        <pc:spChg chg="mod">
          <ac:chgData name="Carlos Dubon" userId="472307b91947d71a" providerId="LiveId" clId="{162F9D89-EC4F-447A-969A-5CED72FC1198}" dt="2025-05-08T00:31:13.684" v="6" actId="108"/>
          <ac:spMkLst>
            <pc:docMk/>
            <pc:sldMk cId="1288916691" sldId="313"/>
            <ac:spMk id="5" creationId="{8D4B21D0-5885-DDDE-3D0D-114C1AA78BB6}"/>
          </ac:spMkLst>
        </pc:spChg>
      </pc:sldChg>
      <pc:sldChg chg="modSp mod">
        <pc:chgData name="Carlos Dubon" userId="472307b91947d71a" providerId="LiveId" clId="{162F9D89-EC4F-447A-969A-5CED72FC1198}" dt="2025-05-08T00:31:43.380" v="8" actId="108"/>
        <pc:sldMkLst>
          <pc:docMk/>
          <pc:sldMk cId="285050049" sldId="314"/>
        </pc:sldMkLst>
        <pc:spChg chg="mod">
          <ac:chgData name="Carlos Dubon" userId="472307b91947d71a" providerId="LiveId" clId="{162F9D89-EC4F-447A-969A-5CED72FC1198}" dt="2025-05-08T00:31:43.380" v="8" actId="108"/>
          <ac:spMkLst>
            <pc:docMk/>
            <pc:sldMk cId="285050049" sldId="314"/>
            <ac:spMk id="5" creationId="{61C56825-D3C3-F203-689D-72A8AFC9FE3F}"/>
          </ac:spMkLst>
        </pc:spChg>
      </pc:sldChg>
      <pc:sldChg chg="modSp mod">
        <pc:chgData name="Carlos Dubon" userId="472307b91947d71a" providerId="LiveId" clId="{162F9D89-EC4F-447A-969A-5CED72FC1198}" dt="2025-05-08T00:33:59.811" v="9" actId="108"/>
        <pc:sldMkLst>
          <pc:docMk/>
          <pc:sldMk cId="2401708442" sldId="315"/>
        </pc:sldMkLst>
        <pc:spChg chg="mod">
          <ac:chgData name="Carlos Dubon" userId="472307b91947d71a" providerId="LiveId" clId="{162F9D89-EC4F-447A-969A-5CED72FC1198}" dt="2025-05-08T00:33:59.811" v="9" actId="108"/>
          <ac:spMkLst>
            <pc:docMk/>
            <pc:sldMk cId="2401708442" sldId="315"/>
            <ac:spMk id="5" creationId="{0BE92BEA-ED91-3E5A-7962-DED57117F11E}"/>
          </ac:spMkLst>
        </pc:spChg>
      </pc:sldChg>
      <pc:sldChg chg="modSp mod">
        <pc:chgData name="Carlos Dubon" userId="472307b91947d71a" providerId="LiveId" clId="{162F9D89-EC4F-447A-969A-5CED72FC1198}" dt="2025-05-08T00:34:03.203" v="10" actId="108"/>
        <pc:sldMkLst>
          <pc:docMk/>
          <pc:sldMk cId="963723130" sldId="316"/>
        </pc:sldMkLst>
        <pc:spChg chg="mod">
          <ac:chgData name="Carlos Dubon" userId="472307b91947d71a" providerId="LiveId" clId="{162F9D89-EC4F-447A-969A-5CED72FC1198}" dt="2025-05-08T00:34:03.203" v="10" actId="108"/>
          <ac:spMkLst>
            <pc:docMk/>
            <pc:sldMk cId="963723130" sldId="316"/>
            <ac:spMk id="5" creationId="{40CFA1E0-F2F4-A3BA-C05A-07C1177E2390}"/>
          </ac:spMkLst>
        </pc:spChg>
      </pc:sldChg>
      <pc:sldChg chg="modSp mod">
        <pc:chgData name="Carlos Dubon" userId="472307b91947d71a" providerId="LiveId" clId="{162F9D89-EC4F-447A-969A-5CED72FC1198}" dt="2025-05-08T00:34:06.107" v="11" actId="108"/>
        <pc:sldMkLst>
          <pc:docMk/>
          <pc:sldMk cId="2350949845" sldId="317"/>
        </pc:sldMkLst>
        <pc:spChg chg="mod">
          <ac:chgData name="Carlos Dubon" userId="472307b91947d71a" providerId="LiveId" clId="{162F9D89-EC4F-447A-969A-5CED72FC1198}" dt="2025-05-08T00:34:06.107" v="11" actId="108"/>
          <ac:spMkLst>
            <pc:docMk/>
            <pc:sldMk cId="2350949845" sldId="317"/>
            <ac:spMk id="5" creationId="{D5A705FA-6A1E-3D61-A72C-8C63DE6FB4BB}"/>
          </ac:spMkLst>
        </pc:spChg>
      </pc:sldChg>
      <pc:sldChg chg="add">
        <pc:chgData name="Carlos Dubon" userId="472307b91947d71a" providerId="LiveId" clId="{162F9D89-EC4F-447A-969A-5CED72FC1198}" dt="2025-05-08T00:30:45.411" v="0"/>
        <pc:sldMkLst>
          <pc:docMk/>
          <pc:sldMk cId="405623557" sldId="3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5AEF8B-688E-77B2-80BD-042885EB4C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C6967-87DB-4CF4-BA80-5D0DAE54E9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469ED-EEBC-4D60-BA32-743F41922377}" type="datetimeFigureOut">
              <a:rPr lang="id-ID" smtClean="0"/>
              <a:t>07/05/2025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54224-784F-9FC6-CDA3-FC85BA3A22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ACAC9-C5FE-E1CF-E88D-0FDD89561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FAC06-9002-490F-9330-06802D423289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73787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483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7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C37681-94C8-326C-94A3-6197FB2E2D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0413" y="0"/>
            <a:ext cx="12191999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D41DF03-C653-6E56-1503-8B119803F687}"/>
              </a:ext>
            </a:extLst>
          </p:cNvPr>
          <p:cNvSpPr/>
          <p:nvPr userDrawn="1"/>
        </p:nvSpPr>
        <p:spPr>
          <a:xfrm>
            <a:off x="-1" y="1329428"/>
            <a:ext cx="12063186" cy="12386573"/>
          </a:xfrm>
          <a:custGeom>
            <a:avLst/>
            <a:gdLst>
              <a:gd name="connsiteX0" fmla="*/ 3607679 w 11782880"/>
              <a:gd name="connsiteY0" fmla="*/ 0 h 12098753"/>
              <a:gd name="connsiteX1" fmla="*/ 11782880 w 11782880"/>
              <a:gd name="connsiteY1" fmla="*/ 8175202 h 12098753"/>
              <a:gd name="connsiteX2" fmla="*/ 10796177 w 11782880"/>
              <a:gd name="connsiteY2" fmla="*/ 12071989 h 12098753"/>
              <a:gd name="connsiteX3" fmla="*/ 10780788 w 11782880"/>
              <a:gd name="connsiteY3" fmla="*/ 12098753 h 12098753"/>
              <a:gd name="connsiteX4" fmla="*/ 8952423 w 11782880"/>
              <a:gd name="connsiteY4" fmla="*/ 12098753 h 12098753"/>
              <a:gd name="connsiteX5" fmla="*/ 9106129 w 11782880"/>
              <a:gd name="connsiteY5" fmla="*/ 11882605 h 12098753"/>
              <a:gd name="connsiteX6" fmla="*/ 10238584 w 11782880"/>
              <a:gd name="connsiteY6" fmla="*/ 8175202 h 12098753"/>
              <a:gd name="connsiteX7" fmla="*/ 3607679 w 11782880"/>
              <a:gd name="connsiteY7" fmla="*/ 1544296 h 12098753"/>
              <a:gd name="connsiteX8" fmla="*/ 169312 w 11782880"/>
              <a:gd name="connsiteY8" fmla="*/ 2504275 h 12098753"/>
              <a:gd name="connsiteX9" fmla="*/ 0 w 11782880"/>
              <a:gd name="connsiteY9" fmla="*/ 2612819 h 12098753"/>
              <a:gd name="connsiteX10" fmla="*/ 0 w 11782880"/>
              <a:gd name="connsiteY10" fmla="*/ 838631 h 12098753"/>
              <a:gd name="connsiteX11" fmla="*/ 63390 w 11782880"/>
              <a:gd name="connsiteY11" fmla="*/ 806164 h 12098753"/>
              <a:gd name="connsiteX12" fmla="*/ 3607679 w 11782880"/>
              <a:gd name="connsiteY12" fmla="*/ 0 h 1209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82880" h="12098753">
                <a:moveTo>
                  <a:pt x="3607679" y="0"/>
                </a:moveTo>
                <a:cubicBezTo>
                  <a:pt x="8122717" y="0"/>
                  <a:pt x="11782880" y="3660163"/>
                  <a:pt x="11782880" y="8175202"/>
                </a:cubicBezTo>
                <a:cubicBezTo>
                  <a:pt x="11782880" y="9586152"/>
                  <a:pt x="11425442" y="10913618"/>
                  <a:pt x="10796177" y="12071989"/>
                </a:cubicBezTo>
                <a:lnTo>
                  <a:pt x="10780788" y="12098753"/>
                </a:lnTo>
                <a:lnTo>
                  <a:pt x="8952423" y="12098753"/>
                </a:lnTo>
                <a:lnTo>
                  <a:pt x="9106129" y="11882605"/>
                </a:lnTo>
                <a:cubicBezTo>
                  <a:pt x="9821102" y="10824305"/>
                  <a:pt x="10238584" y="9548508"/>
                  <a:pt x="10238584" y="8175202"/>
                </a:cubicBezTo>
                <a:cubicBezTo>
                  <a:pt x="10238584" y="4513054"/>
                  <a:pt x="7269826" y="1544296"/>
                  <a:pt x="3607679" y="1544296"/>
                </a:cubicBezTo>
                <a:cubicBezTo>
                  <a:pt x="2348815" y="1544296"/>
                  <a:pt x="1171885" y="1895097"/>
                  <a:pt x="169312" y="2504275"/>
                </a:cubicBezTo>
                <a:lnTo>
                  <a:pt x="0" y="2612819"/>
                </a:lnTo>
                <a:lnTo>
                  <a:pt x="0" y="838631"/>
                </a:lnTo>
                <a:lnTo>
                  <a:pt x="63390" y="806164"/>
                </a:lnTo>
                <a:cubicBezTo>
                  <a:pt x="1135591" y="289525"/>
                  <a:pt x="2337824" y="0"/>
                  <a:pt x="360767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8236FB">
                  <a:alpha val="88000"/>
                </a:srgbClr>
              </a:gs>
              <a:gs pos="52000">
                <a:srgbClr val="000000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16897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9BBD3E5-89D3-9BEF-32B2-C89352AACE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24382413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706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ABFC04D-E3CE-941F-AC9F-9D6A2E8A52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5287" y="-2719064"/>
            <a:ext cx="8514518" cy="8514518"/>
          </a:xfrm>
          <a:custGeom>
            <a:avLst/>
            <a:gdLst>
              <a:gd name="connsiteX0" fmla="*/ 817511 w 7740733"/>
              <a:gd name="connsiteY0" fmla="*/ 0 h 7740734"/>
              <a:gd name="connsiteX1" fmla="*/ 3096820 w 7740733"/>
              <a:gd name="connsiteY1" fmla="*/ 0 h 7740734"/>
              <a:gd name="connsiteX2" fmla="*/ 3869050 w 7740733"/>
              <a:gd name="connsiteY2" fmla="*/ 772230 h 7740734"/>
              <a:gd name="connsiteX3" fmla="*/ 3869050 w 7740733"/>
              <a:gd name="connsiteY3" fmla="*/ 773108 h 7740734"/>
              <a:gd name="connsiteX4" fmla="*/ 3869050 w 7740733"/>
              <a:gd name="connsiteY4" fmla="*/ 2802144 h 7740734"/>
              <a:gd name="connsiteX5" fmla="*/ 4640404 w 7740733"/>
              <a:gd name="connsiteY5" fmla="*/ 3575252 h 7740734"/>
              <a:gd name="connsiteX6" fmla="*/ 4642160 w 7740733"/>
              <a:gd name="connsiteY6" fmla="*/ 3575252 h 7740734"/>
              <a:gd name="connsiteX7" fmla="*/ 6967627 w 7740733"/>
              <a:gd name="connsiteY7" fmla="*/ 3575252 h 7740734"/>
              <a:gd name="connsiteX8" fmla="*/ 7740733 w 7740733"/>
              <a:gd name="connsiteY8" fmla="*/ 4346605 h 7740734"/>
              <a:gd name="connsiteX9" fmla="*/ 7740733 w 7740733"/>
              <a:gd name="connsiteY9" fmla="*/ 4348360 h 7740734"/>
              <a:gd name="connsiteX10" fmla="*/ 7740733 w 7740733"/>
              <a:gd name="connsiteY10" fmla="*/ 6923223 h 7740734"/>
              <a:gd name="connsiteX11" fmla="*/ 6923223 w 7740733"/>
              <a:gd name="connsiteY11" fmla="*/ 7740734 h 7740734"/>
              <a:gd name="connsiteX12" fmla="*/ 4643037 w 7740733"/>
              <a:gd name="connsiteY12" fmla="*/ 7740734 h 7740734"/>
              <a:gd name="connsiteX13" fmla="*/ 3869929 w 7740733"/>
              <a:gd name="connsiteY13" fmla="*/ 6969381 h 7740734"/>
              <a:gd name="connsiteX14" fmla="*/ 3869929 w 7740733"/>
              <a:gd name="connsiteY14" fmla="*/ 6967626 h 7740734"/>
              <a:gd name="connsiteX15" fmla="*/ 3869929 w 7740733"/>
              <a:gd name="connsiteY15" fmla="*/ 4838375 h 7740734"/>
              <a:gd name="connsiteX16" fmla="*/ 3097697 w 7740733"/>
              <a:gd name="connsiteY16" fmla="*/ 4066145 h 7740734"/>
              <a:gd name="connsiteX17" fmla="*/ 772230 w 7740733"/>
              <a:gd name="connsiteY17" fmla="*/ 4066145 h 7740734"/>
              <a:gd name="connsiteX18" fmla="*/ 0 w 7740733"/>
              <a:gd name="connsiteY18" fmla="*/ 3293914 h 7740734"/>
              <a:gd name="connsiteX19" fmla="*/ 0 w 7740733"/>
              <a:gd name="connsiteY19" fmla="*/ 3293037 h 7740734"/>
              <a:gd name="connsiteX20" fmla="*/ 0 w 7740733"/>
              <a:gd name="connsiteY20" fmla="*/ 817511 h 7740734"/>
              <a:gd name="connsiteX21" fmla="*/ 817511 w 7740733"/>
              <a:gd name="connsiteY21" fmla="*/ 0 h 7740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740733" h="7740734">
                <a:moveTo>
                  <a:pt x="817511" y="0"/>
                </a:moveTo>
                <a:lnTo>
                  <a:pt x="3096820" y="0"/>
                </a:lnTo>
                <a:cubicBezTo>
                  <a:pt x="3523320" y="0"/>
                  <a:pt x="3869050" y="345738"/>
                  <a:pt x="3869050" y="772230"/>
                </a:cubicBezTo>
                <a:cubicBezTo>
                  <a:pt x="3869050" y="772522"/>
                  <a:pt x="3869050" y="772815"/>
                  <a:pt x="3869050" y="773108"/>
                </a:cubicBezTo>
                <a:lnTo>
                  <a:pt x="3869050" y="2802144"/>
                </a:lnTo>
                <a:cubicBezTo>
                  <a:pt x="3868560" y="3228643"/>
                  <a:pt x="4213904" y="3574760"/>
                  <a:pt x="4640404" y="3575252"/>
                </a:cubicBezTo>
                <a:cubicBezTo>
                  <a:pt x="4640983" y="3575252"/>
                  <a:pt x="4641579" y="3575252"/>
                  <a:pt x="4642160" y="3575252"/>
                </a:cubicBezTo>
                <a:lnTo>
                  <a:pt x="6967627" y="3575252"/>
                </a:lnTo>
                <a:cubicBezTo>
                  <a:pt x="7394125" y="3574760"/>
                  <a:pt x="7740243" y="3920105"/>
                  <a:pt x="7740733" y="4346605"/>
                </a:cubicBezTo>
                <a:cubicBezTo>
                  <a:pt x="7740733" y="4347184"/>
                  <a:pt x="7740733" y="4347781"/>
                  <a:pt x="7740733" y="4348360"/>
                </a:cubicBezTo>
                <a:lnTo>
                  <a:pt x="7740733" y="6923223"/>
                </a:lnTo>
                <a:cubicBezTo>
                  <a:pt x="7739383" y="7374170"/>
                  <a:pt x="7374170" y="7739383"/>
                  <a:pt x="6923223" y="7740734"/>
                </a:cubicBezTo>
                <a:lnTo>
                  <a:pt x="4643037" y="7740734"/>
                </a:lnTo>
                <a:cubicBezTo>
                  <a:pt x="4216538" y="7741226"/>
                  <a:pt x="3870419" y="7395881"/>
                  <a:pt x="3869929" y="6969381"/>
                </a:cubicBezTo>
                <a:cubicBezTo>
                  <a:pt x="3869929" y="6968801"/>
                  <a:pt x="3869929" y="6968206"/>
                  <a:pt x="3869929" y="6967626"/>
                </a:cubicBezTo>
                <a:lnTo>
                  <a:pt x="3869929" y="4838375"/>
                </a:lnTo>
                <a:cubicBezTo>
                  <a:pt x="3869929" y="4411876"/>
                  <a:pt x="3524198" y="4066145"/>
                  <a:pt x="3097697" y="4066145"/>
                </a:cubicBezTo>
                <a:lnTo>
                  <a:pt x="772230" y="4066145"/>
                </a:lnTo>
                <a:cubicBezTo>
                  <a:pt x="345740" y="4066145"/>
                  <a:pt x="0" y="3720413"/>
                  <a:pt x="0" y="3293914"/>
                </a:cubicBezTo>
                <a:cubicBezTo>
                  <a:pt x="0" y="3293616"/>
                  <a:pt x="0" y="3293335"/>
                  <a:pt x="0" y="3293037"/>
                </a:cubicBezTo>
                <a:lnTo>
                  <a:pt x="0" y="817511"/>
                </a:lnTo>
                <a:cubicBezTo>
                  <a:pt x="1349" y="366572"/>
                  <a:pt x="366572" y="1349"/>
                  <a:pt x="817511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BF7D7A2-DE3A-5637-8B52-AED9B97F2D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4364" y="6236745"/>
            <a:ext cx="8515484" cy="8515484"/>
          </a:xfrm>
          <a:custGeom>
            <a:avLst/>
            <a:gdLst>
              <a:gd name="connsiteX0" fmla="*/ 4641283 w 7741612"/>
              <a:gd name="connsiteY0" fmla="*/ 0 h 7741612"/>
              <a:gd name="connsiteX1" fmla="*/ 4643039 w 7741612"/>
              <a:gd name="connsiteY1" fmla="*/ 0 h 7741612"/>
              <a:gd name="connsiteX2" fmla="*/ 6924102 w 7741612"/>
              <a:gd name="connsiteY2" fmla="*/ 0 h 7741612"/>
              <a:gd name="connsiteX3" fmla="*/ 7741612 w 7741612"/>
              <a:gd name="connsiteY3" fmla="*/ 817511 h 7741612"/>
              <a:gd name="connsiteX4" fmla="*/ 7741612 w 7741612"/>
              <a:gd name="connsiteY4" fmla="*/ 3296196 h 7741612"/>
              <a:gd name="connsiteX5" fmla="*/ 6970261 w 7741612"/>
              <a:gd name="connsiteY5" fmla="*/ 4069303 h 7741612"/>
              <a:gd name="connsiteX6" fmla="*/ 6968506 w 7741612"/>
              <a:gd name="connsiteY6" fmla="*/ 4069303 h 7741612"/>
              <a:gd name="connsiteX7" fmla="*/ 4643916 w 7741612"/>
              <a:gd name="connsiteY7" fmla="*/ 4069303 h 7741612"/>
              <a:gd name="connsiteX8" fmla="*/ 3870808 w 7741612"/>
              <a:gd name="connsiteY8" fmla="*/ 4840657 h 7741612"/>
              <a:gd name="connsiteX9" fmla="*/ 3870808 w 7741612"/>
              <a:gd name="connsiteY9" fmla="*/ 4841534 h 7741612"/>
              <a:gd name="connsiteX10" fmla="*/ 3870808 w 7741612"/>
              <a:gd name="connsiteY10" fmla="*/ 6968503 h 7741612"/>
              <a:gd name="connsiteX11" fmla="*/ 3099455 w 7741612"/>
              <a:gd name="connsiteY11" fmla="*/ 7741612 h 7741612"/>
              <a:gd name="connsiteX12" fmla="*/ 3098576 w 7741612"/>
              <a:gd name="connsiteY12" fmla="*/ 7741612 h 7741612"/>
              <a:gd name="connsiteX13" fmla="*/ 817513 w 7741612"/>
              <a:gd name="connsiteY13" fmla="*/ 7741612 h 7741612"/>
              <a:gd name="connsiteX14" fmla="*/ 1 w 7741612"/>
              <a:gd name="connsiteY14" fmla="*/ 6923924 h 7741612"/>
              <a:gd name="connsiteX15" fmla="*/ 1 w 7741612"/>
              <a:gd name="connsiteY15" fmla="*/ 4449276 h 7741612"/>
              <a:gd name="connsiteX16" fmla="*/ 771355 w 7741612"/>
              <a:gd name="connsiteY16" fmla="*/ 3676168 h 7741612"/>
              <a:gd name="connsiteX17" fmla="*/ 772232 w 7741612"/>
              <a:gd name="connsiteY17" fmla="*/ 3676168 h 7741612"/>
              <a:gd name="connsiteX18" fmla="*/ 3097699 w 7741612"/>
              <a:gd name="connsiteY18" fmla="*/ 3676168 h 7741612"/>
              <a:gd name="connsiteX19" fmla="*/ 3869929 w 7741612"/>
              <a:gd name="connsiteY19" fmla="*/ 2903938 h 7741612"/>
              <a:gd name="connsiteX20" fmla="*/ 3869929 w 7741612"/>
              <a:gd name="connsiteY20" fmla="*/ 773108 h 7741612"/>
              <a:gd name="connsiteX21" fmla="*/ 4641283 w 7741612"/>
              <a:gd name="connsiteY21" fmla="*/ 0 h 7741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741612" h="7741612">
                <a:moveTo>
                  <a:pt x="4641283" y="0"/>
                </a:moveTo>
                <a:cubicBezTo>
                  <a:pt x="4641862" y="0"/>
                  <a:pt x="4642458" y="0"/>
                  <a:pt x="4643039" y="0"/>
                </a:cubicBezTo>
                <a:lnTo>
                  <a:pt x="6924102" y="0"/>
                </a:lnTo>
                <a:cubicBezTo>
                  <a:pt x="7375049" y="1351"/>
                  <a:pt x="7740262" y="366564"/>
                  <a:pt x="7741612" y="817511"/>
                </a:cubicBezTo>
                <a:lnTo>
                  <a:pt x="7741612" y="3296196"/>
                </a:lnTo>
                <a:cubicBezTo>
                  <a:pt x="7742104" y="3722695"/>
                  <a:pt x="7396759" y="4068813"/>
                  <a:pt x="6970261" y="4069303"/>
                </a:cubicBezTo>
                <a:cubicBezTo>
                  <a:pt x="6969681" y="4069303"/>
                  <a:pt x="6969085" y="4069303"/>
                  <a:pt x="6968506" y="4069303"/>
                </a:cubicBezTo>
                <a:lnTo>
                  <a:pt x="4643916" y="4069303"/>
                </a:lnTo>
                <a:cubicBezTo>
                  <a:pt x="4217417" y="4068813"/>
                  <a:pt x="3871298" y="4414158"/>
                  <a:pt x="3870808" y="4840657"/>
                </a:cubicBezTo>
                <a:cubicBezTo>
                  <a:pt x="3870808" y="4840956"/>
                  <a:pt x="3870808" y="4841236"/>
                  <a:pt x="3870808" y="4841534"/>
                </a:cubicBezTo>
                <a:lnTo>
                  <a:pt x="3870808" y="6968503"/>
                </a:lnTo>
                <a:cubicBezTo>
                  <a:pt x="3871298" y="7395003"/>
                  <a:pt x="3525954" y="7741120"/>
                  <a:pt x="3099455" y="7741612"/>
                </a:cubicBezTo>
                <a:cubicBezTo>
                  <a:pt x="3099156" y="7741612"/>
                  <a:pt x="3098875" y="7741612"/>
                  <a:pt x="3098576" y="7741612"/>
                </a:cubicBezTo>
                <a:lnTo>
                  <a:pt x="817513" y="7741612"/>
                </a:lnTo>
                <a:cubicBezTo>
                  <a:pt x="366506" y="7740260"/>
                  <a:pt x="1254" y="7374925"/>
                  <a:pt x="1" y="6923924"/>
                </a:cubicBezTo>
                <a:lnTo>
                  <a:pt x="1" y="4449276"/>
                </a:lnTo>
                <a:cubicBezTo>
                  <a:pt x="-483" y="4022776"/>
                  <a:pt x="344864" y="3676660"/>
                  <a:pt x="771355" y="3676168"/>
                </a:cubicBezTo>
                <a:cubicBezTo>
                  <a:pt x="771653" y="3676168"/>
                  <a:pt x="771933" y="3676168"/>
                  <a:pt x="772232" y="3676168"/>
                </a:cubicBezTo>
                <a:lnTo>
                  <a:pt x="3097699" y="3676168"/>
                </a:lnTo>
                <a:cubicBezTo>
                  <a:pt x="3524199" y="3676168"/>
                  <a:pt x="3869929" y="3330437"/>
                  <a:pt x="3869929" y="2903938"/>
                </a:cubicBezTo>
                <a:lnTo>
                  <a:pt x="3869929" y="773108"/>
                </a:lnTo>
                <a:cubicBezTo>
                  <a:pt x="3869439" y="346626"/>
                  <a:pt x="4214783" y="491"/>
                  <a:pt x="464128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DAF7CE1-4007-D4D1-794C-54AC12C9CDFD}"/>
              </a:ext>
            </a:extLst>
          </p:cNvPr>
          <p:cNvSpPr/>
          <p:nvPr userDrawn="1"/>
        </p:nvSpPr>
        <p:spPr>
          <a:xfrm rot="10800000" flipH="1">
            <a:off x="12319227" y="1329427"/>
            <a:ext cx="12063186" cy="12386573"/>
          </a:xfrm>
          <a:custGeom>
            <a:avLst/>
            <a:gdLst>
              <a:gd name="connsiteX0" fmla="*/ 3607679 w 11782880"/>
              <a:gd name="connsiteY0" fmla="*/ 0 h 12098753"/>
              <a:gd name="connsiteX1" fmla="*/ 11782880 w 11782880"/>
              <a:gd name="connsiteY1" fmla="*/ 8175202 h 12098753"/>
              <a:gd name="connsiteX2" fmla="*/ 10796177 w 11782880"/>
              <a:gd name="connsiteY2" fmla="*/ 12071989 h 12098753"/>
              <a:gd name="connsiteX3" fmla="*/ 10780788 w 11782880"/>
              <a:gd name="connsiteY3" fmla="*/ 12098753 h 12098753"/>
              <a:gd name="connsiteX4" fmla="*/ 8952423 w 11782880"/>
              <a:gd name="connsiteY4" fmla="*/ 12098753 h 12098753"/>
              <a:gd name="connsiteX5" fmla="*/ 9106129 w 11782880"/>
              <a:gd name="connsiteY5" fmla="*/ 11882605 h 12098753"/>
              <a:gd name="connsiteX6" fmla="*/ 10238584 w 11782880"/>
              <a:gd name="connsiteY6" fmla="*/ 8175202 h 12098753"/>
              <a:gd name="connsiteX7" fmla="*/ 3607679 w 11782880"/>
              <a:gd name="connsiteY7" fmla="*/ 1544296 h 12098753"/>
              <a:gd name="connsiteX8" fmla="*/ 169312 w 11782880"/>
              <a:gd name="connsiteY8" fmla="*/ 2504275 h 12098753"/>
              <a:gd name="connsiteX9" fmla="*/ 0 w 11782880"/>
              <a:gd name="connsiteY9" fmla="*/ 2612819 h 12098753"/>
              <a:gd name="connsiteX10" fmla="*/ 0 w 11782880"/>
              <a:gd name="connsiteY10" fmla="*/ 838631 h 12098753"/>
              <a:gd name="connsiteX11" fmla="*/ 63390 w 11782880"/>
              <a:gd name="connsiteY11" fmla="*/ 806164 h 12098753"/>
              <a:gd name="connsiteX12" fmla="*/ 3607679 w 11782880"/>
              <a:gd name="connsiteY12" fmla="*/ 0 h 1209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82880" h="12098753">
                <a:moveTo>
                  <a:pt x="3607679" y="0"/>
                </a:moveTo>
                <a:cubicBezTo>
                  <a:pt x="8122717" y="0"/>
                  <a:pt x="11782880" y="3660163"/>
                  <a:pt x="11782880" y="8175202"/>
                </a:cubicBezTo>
                <a:cubicBezTo>
                  <a:pt x="11782880" y="9586152"/>
                  <a:pt x="11425442" y="10913618"/>
                  <a:pt x="10796177" y="12071989"/>
                </a:cubicBezTo>
                <a:lnTo>
                  <a:pt x="10780788" y="12098753"/>
                </a:lnTo>
                <a:lnTo>
                  <a:pt x="8952423" y="12098753"/>
                </a:lnTo>
                <a:lnTo>
                  <a:pt x="9106129" y="11882605"/>
                </a:lnTo>
                <a:cubicBezTo>
                  <a:pt x="9821102" y="10824305"/>
                  <a:pt x="10238584" y="9548508"/>
                  <a:pt x="10238584" y="8175202"/>
                </a:cubicBezTo>
                <a:cubicBezTo>
                  <a:pt x="10238584" y="4513054"/>
                  <a:pt x="7269826" y="1544296"/>
                  <a:pt x="3607679" y="1544296"/>
                </a:cubicBezTo>
                <a:cubicBezTo>
                  <a:pt x="2348815" y="1544296"/>
                  <a:pt x="1171885" y="1895097"/>
                  <a:pt x="169312" y="2504275"/>
                </a:cubicBezTo>
                <a:lnTo>
                  <a:pt x="0" y="2612819"/>
                </a:lnTo>
                <a:lnTo>
                  <a:pt x="0" y="838631"/>
                </a:lnTo>
                <a:lnTo>
                  <a:pt x="63390" y="806164"/>
                </a:lnTo>
                <a:cubicBezTo>
                  <a:pt x="1135591" y="289525"/>
                  <a:pt x="2337824" y="0"/>
                  <a:pt x="360767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8236FB">
                  <a:alpha val="88000"/>
                </a:srgbClr>
              </a:gs>
              <a:gs pos="52000">
                <a:srgbClr val="000000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898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139DBF4-882F-B558-4BDB-F571DCBF73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4364" y="-2835169"/>
            <a:ext cx="8506214" cy="8621837"/>
          </a:xfrm>
          <a:custGeom>
            <a:avLst/>
            <a:gdLst>
              <a:gd name="connsiteX0" fmla="*/ 4954446 w 8506214"/>
              <a:gd name="connsiteY0" fmla="*/ 3932133 h 8621837"/>
              <a:gd name="connsiteX1" fmla="*/ 7795843 w 8506214"/>
              <a:gd name="connsiteY1" fmla="*/ 3932133 h 8621837"/>
              <a:gd name="connsiteX2" fmla="*/ 8506214 w 8506214"/>
              <a:gd name="connsiteY2" fmla="*/ 4642504 h 8621837"/>
              <a:gd name="connsiteX3" fmla="*/ 8506214 w 8506214"/>
              <a:gd name="connsiteY3" fmla="*/ 7911466 h 8621837"/>
              <a:gd name="connsiteX4" fmla="*/ 7795843 w 8506214"/>
              <a:gd name="connsiteY4" fmla="*/ 8621837 h 8621837"/>
              <a:gd name="connsiteX5" fmla="*/ 4954446 w 8506214"/>
              <a:gd name="connsiteY5" fmla="*/ 8621837 h 8621837"/>
              <a:gd name="connsiteX6" fmla="*/ 4244075 w 8506214"/>
              <a:gd name="connsiteY6" fmla="*/ 7911466 h 8621837"/>
              <a:gd name="connsiteX7" fmla="*/ 4244075 w 8506214"/>
              <a:gd name="connsiteY7" fmla="*/ 4642504 h 8621837"/>
              <a:gd name="connsiteX8" fmla="*/ 4954446 w 8506214"/>
              <a:gd name="connsiteY8" fmla="*/ 3932133 h 8621837"/>
              <a:gd name="connsiteX9" fmla="*/ 567498 w 8506214"/>
              <a:gd name="connsiteY9" fmla="*/ 0 h 8621837"/>
              <a:gd name="connsiteX10" fmla="*/ 2837417 w 8506214"/>
              <a:gd name="connsiteY10" fmla="*/ 0 h 8621837"/>
              <a:gd name="connsiteX11" fmla="*/ 3404914 w 8506214"/>
              <a:gd name="connsiteY11" fmla="*/ 567497 h 8621837"/>
              <a:gd name="connsiteX12" fmla="*/ 3404914 w 8506214"/>
              <a:gd name="connsiteY12" fmla="*/ 4122207 h 8621837"/>
              <a:gd name="connsiteX13" fmla="*/ 2837417 w 8506214"/>
              <a:gd name="connsiteY13" fmla="*/ 4689704 h 8621837"/>
              <a:gd name="connsiteX14" fmla="*/ 567498 w 8506214"/>
              <a:gd name="connsiteY14" fmla="*/ 4689704 h 8621837"/>
              <a:gd name="connsiteX15" fmla="*/ 0 w 8506214"/>
              <a:gd name="connsiteY15" fmla="*/ 4122207 h 8621837"/>
              <a:gd name="connsiteX16" fmla="*/ 0 w 8506214"/>
              <a:gd name="connsiteY16" fmla="*/ 567497 h 8621837"/>
              <a:gd name="connsiteX17" fmla="*/ 567498 w 8506214"/>
              <a:gd name="connsiteY17" fmla="*/ 0 h 862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506214" h="8621837">
                <a:moveTo>
                  <a:pt x="4954446" y="3932133"/>
                </a:moveTo>
                <a:lnTo>
                  <a:pt x="7795843" y="3932133"/>
                </a:lnTo>
                <a:cubicBezTo>
                  <a:pt x="8188170" y="3932133"/>
                  <a:pt x="8506214" y="4250177"/>
                  <a:pt x="8506214" y="4642504"/>
                </a:cubicBezTo>
                <a:lnTo>
                  <a:pt x="8506214" y="7911466"/>
                </a:lnTo>
                <a:cubicBezTo>
                  <a:pt x="8506214" y="8303793"/>
                  <a:pt x="8188170" y="8621837"/>
                  <a:pt x="7795843" y="8621837"/>
                </a:cubicBezTo>
                <a:lnTo>
                  <a:pt x="4954446" y="8621837"/>
                </a:lnTo>
                <a:cubicBezTo>
                  <a:pt x="4562119" y="8621837"/>
                  <a:pt x="4244075" y="8303793"/>
                  <a:pt x="4244075" y="7911466"/>
                </a:cubicBezTo>
                <a:lnTo>
                  <a:pt x="4244075" y="4642504"/>
                </a:lnTo>
                <a:cubicBezTo>
                  <a:pt x="4244075" y="4250177"/>
                  <a:pt x="4562119" y="3932133"/>
                  <a:pt x="4954446" y="3932133"/>
                </a:cubicBezTo>
                <a:close/>
                <a:moveTo>
                  <a:pt x="567498" y="0"/>
                </a:moveTo>
                <a:lnTo>
                  <a:pt x="2837417" y="0"/>
                </a:lnTo>
                <a:cubicBezTo>
                  <a:pt x="3150837" y="0"/>
                  <a:pt x="3404914" y="254077"/>
                  <a:pt x="3404914" y="567497"/>
                </a:cubicBezTo>
                <a:lnTo>
                  <a:pt x="3404914" y="4122207"/>
                </a:lnTo>
                <a:cubicBezTo>
                  <a:pt x="3404914" y="4435627"/>
                  <a:pt x="3150837" y="4689704"/>
                  <a:pt x="2837417" y="4689704"/>
                </a:cubicBezTo>
                <a:lnTo>
                  <a:pt x="567498" y="4689704"/>
                </a:lnTo>
                <a:cubicBezTo>
                  <a:pt x="254077" y="4689704"/>
                  <a:pt x="0" y="4435627"/>
                  <a:pt x="0" y="4122207"/>
                </a:cubicBezTo>
                <a:lnTo>
                  <a:pt x="0" y="567497"/>
                </a:lnTo>
                <a:cubicBezTo>
                  <a:pt x="0" y="254077"/>
                  <a:pt x="254077" y="0"/>
                  <a:pt x="5674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DF09FE-D7DC-F30A-99D0-849763EBB3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4364" y="6076340"/>
            <a:ext cx="8506214" cy="8887550"/>
          </a:xfrm>
          <a:custGeom>
            <a:avLst/>
            <a:gdLst>
              <a:gd name="connsiteX0" fmla="*/ 567498 w 8506214"/>
              <a:gd name="connsiteY0" fmla="*/ 4197846 h 8887550"/>
              <a:gd name="connsiteX1" fmla="*/ 2837417 w 8506214"/>
              <a:gd name="connsiteY1" fmla="*/ 4197846 h 8887550"/>
              <a:gd name="connsiteX2" fmla="*/ 3404914 w 8506214"/>
              <a:gd name="connsiteY2" fmla="*/ 4765343 h 8887550"/>
              <a:gd name="connsiteX3" fmla="*/ 3404914 w 8506214"/>
              <a:gd name="connsiteY3" fmla="*/ 8320053 h 8887550"/>
              <a:gd name="connsiteX4" fmla="*/ 2837417 w 8506214"/>
              <a:gd name="connsiteY4" fmla="*/ 8887550 h 8887550"/>
              <a:gd name="connsiteX5" fmla="*/ 567498 w 8506214"/>
              <a:gd name="connsiteY5" fmla="*/ 8887550 h 8887550"/>
              <a:gd name="connsiteX6" fmla="*/ 0 w 8506214"/>
              <a:gd name="connsiteY6" fmla="*/ 8320053 h 8887550"/>
              <a:gd name="connsiteX7" fmla="*/ 0 w 8506214"/>
              <a:gd name="connsiteY7" fmla="*/ 4765343 h 8887550"/>
              <a:gd name="connsiteX8" fmla="*/ 567498 w 8506214"/>
              <a:gd name="connsiteY8" fmla="*/ 4197846 h 8887550"/>
              <a:gd name="connsiteX9" fmla="*/ 4954446 w 8506214"/>
              <a:gd name="connsiteY9" fmla="*/ 0 h 8887550"/>
              <a:gd name="connsiteX10" fmla="*/ 7795843 w 8506214"/>
              <a:gd name="connsiteY10" fmla="*/ 0 h 8887550"/>
              <a:gd name="connsiteX11" fmla="*/ 8506214 w 8506214"/>
              <a:gd name="connsiteY11" fmla="*/ 710370 h 8887550"/>
              <a:gd name="connsiteX12" fmla="*/ 8506214 w 8506214"/>
              <a:gd name="connsiteY12" fmla="*/ 3979332 h 8887550"/>
              <a:gd name="connsiteX13" fmla="*/ 7795843 w 8506214"/>
              <a:gd name="connsiteY13" fmla="*/ 4689703 h 8887550"/>
              <a:gd name="connsiteX14" fmla="*/ 4954446 w 8506214"/>
              <a:gd name="connsiteY14" fmla="*/ 4689703 h 8887550"/>
              <a:gd name="connsiteX15" fmla="*/ 4244075 w 8506214"/>
              <a:gd name="connsiteY15" fmla="*/ 3979332 h 8887550"/>
              <a:gd name="connsiteX16" fmla="*/ 4244075 w 8506214"/>
              <a:gd name="connsiteY16" fmla="*/ 710370 h 8887550"/>
              <a:gd name="connsiteX17" fmla="*/ 4954446 w 8506214"/>
              <a:gd name="connsiteY17" fmla="*/ 0 h 888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506214" h="8887550">
                <a:moveTo>
                  <a:pt x="567498" y="4197846"/>
                </a:moveTo>
                <a:lnTo>
                  <a:pt x="2837417" y="4197846"/>
                </a:lnTo>
                <a:cubicBezTo>
                  <a:pt x="3150837" y="4197846"/>
                  <a:pt x="3404914" y="4451923"/>
                  <a:pt x="3404914" y="4765343"/>
                </a:cubicBezTo>
                <a:lnTo>
                  <a:pt x="3404914" y="8320053"/>
                </a:lnTo>
                <a:cubicBezTo>
                  <a:pt x="3404914" y="8633473"/>
                  <a:pt x="3150837" y="8887550"/>
                  <a:pt x="2837417" y="8887550"/>
                </a:cubicBezTo>
                <a:lnTo>
                  <a:pt x="567498" y="8887550"/>
                </a:lnTo>
                <a:cubicBezTo>
                  <a:pt x="254077" y="8887550"/>
                  <a:pt x="0" y="8633473"/>
                  <a:pt x="0" y="8320053"/>
                </a:cubicBezTo>
                <a:lnTo>
                  <a:pt x="0" y="4765343"/>
                </a:lnTo>
                <a:cubicBezTo>
                  <a:pt x="0" y="4451923"/>
                  <a:pt x="254077" y="4197846"/>
                  <a:pt x="567498" y="4197846"/>
                </a:cubicBezTo>
                <a:close/>
                <a:moveTo>
                  <a:pt x="4954446" y="0"/>
                </a:moveTo>
                <a:lnTo>
                  <a:pt x="7795843" y="0"/>
                </a:lnTo>
                <a:cubicBezTo>
                  <a:pt x="8188170" y="0"/>
                  <a:pt x="8506214" y="318043"/>
                  <a:pt x="8506214" y="710370"/>
                </a:cubicBezTo>
                <a:lnTo>
                  <a:pt x="8506214" y="3979332"/>
                </a:lnTo>
                <a:cubicBezTo>
                  <a:pt x="8506214" y="4371659"/>
                  <a:pt x="8188170" y="4689703"/>
                  <a:pt x="7795843" y="4689703"/>
                </a:cubicBezTo>
                <a:lnTo>
                  <a:pt x="4954446" y="4689703"/>
                </a:lnTo>
                <a:cubicBezTo>
                  <a:pt x="4562119" y="4689703"/>
                  <a:pt x="4244075" y="4371659"/>
                  <a:pt x="4244075" y="3979332"/>
                </a:cubicBezTo>
                <a:lnTo>
                  <a:pt x="4244075" y="710370"/>
                </a:lnTo>
                <a:cubicBezTo>
                  <a:pt x="4244075" y="318043"/>
                  <a:pt x="4562119" y="0"/>
                  <a:pt x="4954446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DAF7CE1-4007-D4D1-794C-54AC12C9CDFD}"/>
              </a:ext>
            </a:extLst>
          </p:cNvPr>
          <p:cNvSpPr/>
          <p:nvPr userDrawn="1"/>
        </p:nvSpPr>
        <p:spPr>
          <a:xfrm rot="10800000" flipH="1">
            <a:off x="12319227" y="1329427"/>
            <a:ext cx="12063186" cy="12386573"/>
          </a:xfrm>
          <a:custGeom>
            <a:avLst/>
            <a:gdLst>
              <a:gd name="connsiteX0" fmla="*/ 3607679 w 11782880"/>
              <a:gd name="connsiteY0" fmla="*/ 0 h 12098753"/>
              <a:gd name="connsiteX1" fmla="*/ 11782880 w 11782880"/>
              <a:gd name="connsiteY1" fmla="*/ 8175202 h 12098753"/>
              <a:gd name="connsiteX2" fmla="*/ 10796177 w 11782880"/>
              <a:gd name="connsiteY2" fmla="*/ 12071989 h 12098753"/>
              <a:gd name="connsiteX3" fmla="*/ 10780788 w 11782880"/>
              <a:gd name="connsiteY3" fmla="*/ 12098753 h 12098753"/>
              <a:gd name="connsiteX4" fmla="*/ 8952423 w 11782880"/>
              <a:gd name="connsiteY4" fmla="*/ 12098753 h 12098753"/>
              <a:gd name="connsiteX5" fmla="*/ 9106129 w 11782880"/>
              <a:gd name="connsiteY5" fmla="*/ 11882605 h 12098753"/>
              <a:gd name="connsiteX6" fmla="*/ 10238584 w 11782880"/>
              <a:gd name="connsiteY6" fmla="*/ 8175202 h 12098753"/>
              <a:gd name="connsiteX7" fmla="*/ 3607679 w 11782880"/>
              <a:gd name="connsiteY7" fmla="*/ 1544296 h 12098753"/>
              <a:gd name="connsiteX8" fmla="*/ 169312 w 11782880"/>
              <a:gd name="connsiteY8" fmla="*/ 2504275 h 12098753"/>
              <a:gd name="connsiteX9" fmla="*/ 0 w 11782880"/>
              <a:gd name="connsiteY9" fmla="*/ 2612819 h 12098753"/>
              <a:gd name="connsiteX10" fmla="*/ 0 w 11782880"/>
              <a:gd name="connsiteY10" fmla="*/ 838631 h 12098753"/>
              <a:gd name="connsiteX11" fmla="*/ 63390 w 11782880"/>
              <a:gd name="connsiteY11" fmla="*/ 806164 h 12098753"/>
              <a:gd name="connsiteX12" fmla="*/ 3607679 w 11782880"/>
              <a:gd name="connsiteY12" fmla="*/ 0 h 1209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82880" h="12098753">
                <a:moveTo>
                  <a:pt x="3607679" y="0"/>
                </a:moveTo>
                <a:cubicBezTo>
                  <a:pt x="8122717" y="0"/>
                  <a:pt x="11782880" y="3660163"/>
                  <a:pt x="11782880" y="8175202"/>
                </a:cubicBezTo>
                <a:cubicBezTo>
                  <a:pt x="11782880" y="9586152"/>
                  <a:pt x="11425442" y="10913618"/>
                  <a:pt x="10796177" y="12071989"/>
                </a:cubicBezTo>
                <a:lnTo>
                  <a:pt x="10780788" y="12098753"/>
                </a:lnTo>
                <a:lnTo>
                  <a:pt x="8952423" y="12098753"/>
                </a:lnTo>
                <a:lnTo>
                  <a:pt x="9106129" y="11882605"/>
                </a:lnTo>
                <a:cubicBezTo>
                  <a:pt x="9821102" y="10824305"/>
                  <a:pt x="10238584" y="9548508"/>
                  <a:pt x="10238584" y="8175202"/>
                </a:cubicBezTo>
                <a:cubicBezTo>
                  <a:pt x="10238584" y="4513054"/>
                  <a:pt x="7269826" y="1544296"/>
                  <a:pt x="3607679" y="1544296"/>
                </a:cubicBezTo>
                <a:cubicBezTo>
                  <a:pt x="2348815" y="1544296"/>
                  <a:pt x="1171885" y="1895097"/>
                  <a:pt x="169312" y="2504275"/>
                </a:cubicBezTo>
                <a:lnTo>
                  <a:pt x="0" y="2612819"/>
                </a:lnTo>
                <a:lnTo>
                  <a:pt x="0" y="838631"/>
                </a:lnTo>
                <a:lnTo>
                  <a:pt x="63390" y="806164"/>
                </a:lnTo>
                <a:cubicBezTo>
                  <a:pt x="1135591" y="289525"/>
                  <a:pt x="2337824" y="0"/>
                  <a:pt x="360767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8236FB">
                  <a:alpha val="88000"/>
                </a:srgbClr>
              </a:gs>
              <a:gs pos="52000">
                <a:srgbClr val="000000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709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3409F7E-2777-B681-D027-E0298C09F7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250702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76010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3409F7E-2777-B681-D027-E0298C09F7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56836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8629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1275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518C360-6B4D-539B-C58D-59B54E4A94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2412" cy="9594304"/>
          </a:xfrm>
          <a:custGeom>
            <a:avLst/>
            <a:gdLst>
              <a:gd name="connsiteX0" fmla="*/ 0 w 24382412"/>
              <a:gd name="connsiteY0" fmla="*/ 0 h 9810328"/>
              <a:gd name="connsiteX1" fmla="*/ 24382412 w 24382412"/>
              <a:gd name="connsiteY1" fmla="*/ 0 h 9810328"/>
              <a:gd name="connsiteX2" fmla="*/ 24382412 w 24382412"/>
              <a:gd name="connsiteY2" fmla="*/ 9133267 h 9810328"/>
              <a:gd name="connsiteX3" fmla="*/ 23705352 w 24382412"/>
              <a:gd name="connsiteY3" fmla="*/ 9810328 h 9810328"/>
              <a:gd name="connsiteX4" fmla="*/ 677061 w 24382412"/>
              <a:gd name="connsiteY4" fmla="*/ 9810328 h 9810328"/>
              <a:gd name="connsiteX5" fmla="*/ 0 w 24382412"/>
              <a:gd name="connsiteY5" fmla="*/ 9133267 h 981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82412" h="9810328">
                <a:moveTo>
                  <a:pt x="0" y="0"/>
                </a:moveTo>
                <a:lnTo>
                  <a:pt x="24382412" y="0"/>
                </a:lnTo>
                <a:lnTo>
                  <a:pt x="24382412" y="9133267"/>
                </a:lnTo>
                <a:cubicBezTo>
                  <a:pt x="24382412" y="9507197"/>
                  <a:pt x="24079282" y="9810328"/>
                  <a:pt x="23705352" y="9810328"/>
                </a:cubicBezTo>
                <a:lnTo>
                  <a:pt x="677061" y="9810328"/>
                </a:lnTo>
                <a:cubicBezTo>
                  <a:pt x="303131" y="9810328"/>
                  <a:pt x="0" y="9507197"/>
                  <a:pt x="0" y="9133267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4755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0D9AD6A-F43A-CEEE-7F73-01280B03F5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583692" y="1096962"/>
            <a:ext cx="6768431" cy="11522075"/>
          </a:xfrm>
          <a:custGeom>
            <a:avLst/>
            <a:gdLst>
              <a:gd name="connsiteX0" fmla="*/ 735426 w 7632846"/>
              <a:gd name="connsiteY0" fmla="*/ 0 h 13033447"/>
              <a:gd name="connsiteX1" fmla="*/ 6897422 w 7632846"/>
              <a:gd name="connsiteY1" fmla="*/ 0 h 13033447"/>
              <a:gd name="connsiteX2" fmla="*/ 7632846 w 7632846"/>
              <a:gd name="connsiteY2" fmla="*/ 735425 h 13033447"/>
              <a:gd name="connsiteX3" fmla="*/ 7632846 w 7632846"/>
              <a:gd name="connsiteY3" fmla="*/ 12298022 h 13033447"/>
              <a:gd name="connsiteX4" fmla="*/ 6897422 w 7632846"/>
              <a:gd name="connsiteY4" fmla="*/ 13033447 h 13033447"/>
              <a:gd name="connsiteX5" fmla="*/ 735426 w 7632846"/>
              <a:gd name="connsiteY5" fmla="*/ 13033447 h 13033447"/>
              <a:gd name="connsiteX6" fmla="*/ 0 w 7632846"/>
              <a:gd name="connsiteY6" fmla="*/ 12298022 h 13033447"/>
              <a:gd name="connsiteX7" fmla="*/ 0 w 7632846"/>
              <a:gd name="connsiteY7" fmla="*/ 735425 h 13033447"/>
              <a:gd name="connsiteX8" fmla="*/ 735426 w 7632846"/>
              <a:gd name="connsiteY8" fmla="*/ 0 h 1303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32846" h="13033447">
                <a:moveTo>
                  <a:pt x="735426" y="0"/>
                </a:moveTo>
                <a:lnTo>
                  <a:pt x="6897422" y="0"/>
                </a:lnTo>
                <a:cubicBezTo>
                  <a:pt x="7303586" y="0"/>
                  <a:pt x="7632846" y="329261"/>
                  <a:pt x="7632846" y="735425"/>
                </a:cubicBezTo>
                <a:lnTo>
                  <a:pt x="7632846" y="12298022"/>
                </a:lnTo>
                <a:cubicBezTo>
                  <a:pt x="7632846" y="12704186"/>
                  <a:pt x="7303586" y="13033447"/>
                  <a:pt x="6897422" y="13033447"/>
                </a:cubicBezTo>
                <a:lnTo>
                  <a:pt x="735426" y="13033447"/>
                </a:lnTo>
                <a:cubicBezTo>
                  <a:pt x="329261" y="13033447"/>
                  <a:pt x="0" y="12704186"/>
                  <a:pt x="0" y="12298022"/>
                </a:cubicBezTo>
                <a:lnTo>
                  <a:pt x="0" y="735425"/>
                </a:lnTo>
                <a:cubicBezTo>
                  <a:pt x="0" y="329261"/>
                  <a:pt x="329261" y="0"/>
                  <a:pt x="735426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120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F20594-36CC-AFD0-AC7D-4D77815B04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8" y="1096964"/>
            <a:ext cx="22321836" cy="5545013"/>
          </a:xfrm>
          <a:custGeom>
            <a:avLst/>
            <a:gdLst>
              <a:gd name="connsiteX0" fmla="*/ 924188 w 22321836"/>
              <a:gd name="connsiteY0" fmla="*/ 0 h 5545013"/>
              <a:gd name="connsiteX1" fmla="*/ 21397650 w 22321836"/>
              <a:gd name="connsiteY1" fmla="*/ 0 h 5545013"/>
              <a:gd name="connsiteX2" fmla="*/ 22321836 w 22321836"/>
              <a:gd name="connsiteY2" fmla="*/ 924187 h 5545013"/>
              <a:gd name="connsiteX3" fmla="*/ 22321836 w 22321836"/>
              <a:gd name="connsiteY3" fmla="*/ 4620826 h 5545013"/>
              <a:gd name="connsiteX4" fmla="*/ 21397650 w 22321836"/>
              <a:gd name="connsiteY4" fmla="*/ 5545013 h 5545013"/>
              <a:gd name="connsiteX5" fmla="*/ 924188 w 22321836"/>
              <a:gd name="connsiteY5" fmla="*/ 5545013 h 5545013"/>
              <a:gd name="connsiteX6" fmla="*/ 0 w 22321836"/>
              <a:gd name="connsiteY6" fmla="*/ 4620826 h 5545013"/>
              <a:gd name="connsiteX7" fmla="*/ 0 w 22321836"/>
              <a:gd name="connsiteY7" fmla="*/ 924187 h 5545013"/>
              <a:gd name="connsiteX8" fmla="*/ 924188 w 22321836"/>
              <a:gd name="connsiteY8" fmla="*/ 0 h 5545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1836" h="5545013">
                <a:moveTo>
                  <a:pt x="924188" y="0"/>
                </a:moveTo>
                <a:lnTo>
                  <a:pt x="21397650" y="0"/>
                </a:lnTo>
                <a:cubicBezTo>
                  <a:pt x="21908064" y="0"/>
                  <a:pt x="22321836" y="413773"/>
                  <a:pt x="22321836" y="924187"/>
                </a:cubicBezTo>
                <a:lnTo>
                  <a:pt x="22321836" y="4620826"/>
                </a:lnTo>
                <a:cubicBezTo>
                  <a:pt x="22321836" y="5131240"/>
                  <a:pt x="21908064" y="5545013"/>
                  <a:pt x="21397650" y="5545013"/>
                </a:cubicBezTo>
                <a:lnTo>
                  <a:pt x="924188" y="5545013"/>
                </a:lnTo>
                <a:cubicBezTo>
                  <a:pt x="413773" y="5545013"/>
                  <a:pt x="0" y="5131240"/>
                  <a:pt x="0" y="4620826"/>
                </a:cubicBezTo>
                <a:lnTo>
                  <a:pt x="0" y="924187"/>
                </a:lnTo>
                <a:cubicBezTo>
                  <a:pt x="0" y="413773"/>
                  <a:pt x="413773" y="0"/>
                  <a:pt x="92418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A4A109-6AC4-E464-82B8-313F9E903E97}"/>
              </a:ext>
            </a:extLst>
          </p:cNvPr>
          <p:cNvSpPr/>
          <p:nvPr/>
        </p:nvSpPr>
        <p:spPr>
          <a:xfrm>
            <a:off x="1030289" y="7074024"/>
            <a:ext cx="10981058" cy="5545013"/>
          </a:xfrm>
          <a:prstGeom prst="roundRect">
            <a:avLst/>
          </a:prstGeom>
          <a:gradFill flip="none" rotWithShape="1"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AC487D-8779-8728-3239-4CEA4ED568B5}"/>
              </a:ext>
            </a:extLst>
          </p:cNvPr>
          <p:cNvGrpSpPr/>
          <p:nvPr userDrawn="1"/>
        </p:nvGrpSpPr>
        <p:grpSpPr>
          <a:xfrm>
            <a:off x="12371066" y="7074024"/>
            <a:ext cx="10981058" cy="5545013"/>
            <a:chOff x="12244650" y="7074024"/>
            <a:chExt cx="11107474" cy="554501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F96C184-2C6C-42A6-6292-8CC052874E63}"/>
                </a:ext>
              </a:extLst>
            </p:cNvPr>
            <p:cNvSpPr/>
            <p:nvPr/>
          </p:nvSpPr>
          <p:spPr>
            <a:xfrm>
              <a:off x="12244650" y="7074024"/>
              <a:ext cx="5437085" cy="5545013"/>
            </a:xfrm>
            <a:prstGeom prst="round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757C8CD-0681-9672-E0E1-B67BC1F2701D}"/>
                </a:ext>
              </a:extLst>
            </p:cNvPr>
            <p:cNvSpPr/>
            <p:nvPr userDrawn="1"/>
          </p:nvSpPr>
          <p:spPr>
            <a:xfrm>
              <a:off x="17915039" y="7074024"/>
              <a:ext cx="5437085" cy="5545013"/>
            </a:xfrm>
            <a:prstGeom prst="round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15369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B20FB71-A726-BCCB-5C42-7F0876A880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9654" y="1102597"/>
            <a:ext cx="5463745" cy="5690685"/>
          </a:xfrm>
          <a:custGeom>
            <a:avLst/>
            <a:gdLst>
              <a:gd name="connsiteX0" fmla="*/ 910642 w 5463745"/>
              <a:gd name="connsiteY0" fmla="*/ 0 h 5690685"/>
              <a:gd name="connsiteX1" fmla="*/ 4553102 w 5463745"/>
              <a:gd name="connsiteY1" fmla="*/ 0 h 5690685"/>
              <a:gd name="connsiteX2" fmla="*/ 5463745 w 5463745"/>
              <a:gd name="connsiteY2" fmla="*/ 910642 h 5690685"/>
              <a:gd name="connsiteX3" fmla="*/ 5463745 w 5463745"/>
              <a:gd name="connsiteY3" fmla="*/ 4780043 h 5690685"/>
              <a:gd name="connsiteX4" fmla="*/ 4553102 w 5463745"/>
              <a:gd name="connsiteY4" fmla="*/ 5690685 h 5690685"/>
              <a:gd name="connsiteX5" fmla="*/ 910642 w 5463745"/>
              <a:gd name="connsiteY5" fmla="*/ 5690685 h 5690685"/>
              <a:gd name="connsiteX6" fmla="*/ 0 w 5463745"/>
              <a:gd name="connsiteY6" fmla="*/ 4780043 h 5690685"/>
              <a:gd name="connsiteX7" fmla="*/ 0 w 5463745"/>
              <a:gd name="connsiteY7" fmla="*/ 910642 h 5690685"/>
              <a:gd name="connsiteX8" fmla="*/ 910642 w 5463745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5" h="5690685">
                <a:moveTo>
                  <a:pt x="910642" y="0"/>
                </a:moveTo>
                <a:lnTo>
                  <a:pt x="4553102" y="0"/>
                </a:lnTo>
                <a:cubicBezTo>
                  <a:pt x="5056036" y="0"/>
                  <a:pt x="5463745" y="407708"/>
                  <a:pt x="5463745" y="910642"/>
                </a:cubicBezTo>
                <a:lnTo>
                  <a:pt x="5463745" y="4780043"/>
                </a:lnTo>
                <a:cubicBezTo>
                  <a:pt x="5463745" y="5282977"/>
                  <a:pt x="5056036" y="5690685"/>
                  <a:pt x="4553102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7240952-7CD1-42B3-3242-DBD4014C5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269016" y="1102597"/>
            <a:ext cx="5463744" cy="5690685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0E095B-406A-97E0-1DC6-9213FB7F5DFE}"/>
              </a:ext>
            </a:extLst>
          </p:cNvPr>
          <p:cNvSpPr/>
          <p:nvPr userDrawn="1"/>
        </p:nvSpPr>
        <p:spPr>
          <a:xfrm>
            <a:off x="1030288" y="1102596"/>
            <a:ext cx="5463745" cy="5690685"/>
          </a:xfrm>
          <a:prstGeom prst="roundRect">
            <a:avLst/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93BBA3E-AA09-F598-F022-3ADFDBE1E2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888380" y="1102597"/>
            <a:ext cx="5463744" cy="5690685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B6DC4C3-9BA9-03F0-4FFC-EB1E1D0C75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0288" y="6928354"/>
            <a:ext cx="5463746" cy="5690685"/>
          </a:xfrm>
          <a:custGeom>
            <a:avLst/>
            <a:gdLst>
              <a:gd name="connsiteX0" fmla="*/ 910642 w 5463746"/>
              <a:gd name="connsiteY0" fmla="*/ 0 h 5690685"/>
              <a:gd name="connsiteX1" fmla="*/ 4553104 w 5463746"/>
              <a:gd name="connsiteY1" fmla="*/ 0 h 5690685"/>
              <a:gd name="connsiteX2" fmla="*/ 5463746 w 5463746"/>
              <a:gd name="connsiteY2" fmla="*/ 910642 h 5690685"/>
              <a:gd name="connsiteX3" fmla="*/ 5463746 w 5463746"/>
              <a:gd name="connsiteY3" fmla="*/ 4780043 h 5690685"/>
              <a:gd name="connsiteX4" fmla="*/ 4553104 w 5463746"/>
              <a:gd name="connsiteY4" fmla="*/ 5690685 h 5690685"/>
              <a:gd name="connsiteX5" fmla="*/ 910642 w 5463746"/>
              <a:gd name="connsiteY5" fmla="*/ 5690685 h 5690685"/>
              <a:gd name="connsiteX6" fmla="*/ 0 w 5463746"/>
              <a:gd name="connsiteY6" fmla="*/ 4780043 h 5690685"/>
              <a:gd name="connsiteX7" fmla="*/ 0 w 5463746"/>
              <a:gd name="connsiteY7" fmla="*/ 910642 h 5690685"/>
              <a:gd name="connsiteX8" fmla="*/ 910642 w 5463746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6" h="5690685">
                <a:moveTo>
                  <a:pt x="910642" y="0"/>
                </a:moveTo>
                <a:lnTo>
                  <a:pt x="4553104" y="0"/>
                </a:lnTo>
                <a:cubicBezTo>
                  <a:pt x="5056038" y="0"/>
                  <a:pt x="5463746" y="407708"/>
                  <a:pt x="5463746" y="910642"/>
                </a:cubicBezTo>
                <a:lnTo>
                  <a:pt x="5463746" y="4780043"/>
                </a:lnTo>
                <a:cubicBezTo>
                  <a:pt x="5463746" y="5282977"/>
                  <a:pt x="5056038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27161D3-707F-2244-5744-F35F452146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9654" y="6928354"/>
            <a:ext cx="5463745" cy="5690685"/>
          </a:xfrm>
          <a:custGeom>
            <a:avLst/>
            <a:gdLst>
              <a:gd name="connsiteX0" fmla="*/ 910642 w 5463745"/>
              <a:gd name="connsiteY0" fmla="*/ 0 h 5690685"/>
              <a:gd name="connsiteX1" fmla="*/ 4553102 w 5463745"/>
              <a:gd name="connsiteY1" fmla="*/ 0 h 5690685"/>
              <a:gd name="connsiteX2" fmla="*/ 5463745 w 5463745"/>
              <a:gd name="connsiteY2" fmla="*/ 910642 h 5690685"/>
              <a:gd name="connsiteX3" fmla="*/ 5463745 w 5463745"/>
              <a:gd name="connsiteY3" fmla="*/ 4780043 h 5690685"/>
              <a:gd name="connsiteX4" fmla="*/ 4553102 w 5463745"/>
              <a:gd name="connsiteY4" fmla="*/ 5690685 h 5690685"/>
              <a:gd name="connsiteX5" fmla="*/ 910642 w 5463745"/>
              <a:gd name="connsiteY5" fmla="*/ 5690685 h 5690685"/>
              <a:gd name="connsiteX6" fmla="*/ 0 w 5463745"/>
              <a:gd name="connsiteY6" fmla="*/ 4780043 h 5690685"/>
              <a:gd name="connsiteX7" fmla="*/ 0 w 5463745"/>
              <a:gd name="connsiteY7" fmla="*/ 910642 h 5690685"/>
              <a:gd name="connsiteX8" fmla="*/ 910642 w 5463745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5" h="5690685">
                <a:moveTo>
                  <a:pt x="910642" y="0"/>
                </a:moveTo>
                <a:lnTo>
                  <a:pt x="4553102" y="0"/>
                </a:lnTo>
                <a:cubicBezTo>
                  <a:pt x="5056036" y="0"/>
                  <a:pt x="5463745" y="407708"/>
                  <a:pt x="5463745" y="910642"/>
                </a:cubicBezTo>
                <a:lnTo>
                  <a:pt x="5463745" y="4780043"/>
                </a:lnTo>
                <a:cubicBezTo>
                  <a:pt x="5463745" y="5282977"/>
                  <a:pt x="5056036" y="5690685"/>
                  <a:pt x="4553102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F345DB0-0F88-A29A-CB4F-E4A5D2CA79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269016" y="6928354"/>
            <a:ext cx="5463744" cy="5690685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60564F-E43D-1513-CBE3-00B3B7734689}"/>
              </a:ext>
            </a:extLst>
          </p:cNvPr>
          <p:cNvSpPr/>
          <p:nvPr/>
        </p:nvSpPr>
        <p:spPr>
          <a:xfrm>
            <a:off x="17888380" y="6928353"/>
            <a:ext cx="5463745" cy="569068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85711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4C974E3-D4E4-1068-E56E-4990CD8DD1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8" y="4985792"/>
            <a:ext cx="4971299" cy="5775612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FD2A2E-0BB8-DB10-FAE9-BCF28D7E2F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3800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EF5036-01BB-CE40-BF46-1B56E34D95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80824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98757FE-A05D-E4A8-038D-7FAA4F7D7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597312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4F5CD0-9F42-BF77-15EA-69BF4208F207}"/>
              </a:ext>
            </a:extLst>
          </p:cNvPr>
          <p:cNvGrpSpPr/>
          <p:nvPr userDrawn="1"/>
        </p:nvGrpSpPr>
        <p:grpSpPr>
          <a:xfrm>
            <a:off x="1030287" y="10756990"/>
            <a:ext cx="22321837" cy="1862048"/>
            <a:chOff x="1030288" y="4769768"/>
            <a:chExt cx="21984730" cy="5991636"/>
          </a:xfrm>
          <a:solidFill>
            <a:srgbClr val="000000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697D9D-E9D5-1319-BE5A-B1BE8AFB2546}"/>
                </a:ext>
              </a:extLst>
            </p:cNvPr>
            <p:cNvSpPr/>
            <p:nvPr/>
          </p:nvSpPr>
          <p:spPr>
            <a:xfrm>
              <a:off x="1030288" y="4769768"/>
              <a:ext cx="4896223" cy="59916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3DC065E-509E-9A3B-4A96-63D6364E1EEF}"/>
                </a:ext>
              </a:extLst>
            </p:cNvPr>
            <p:cNvSpPr/>
            <p:nvPr/>
          </p:nvSpPr>
          <p:spPr>
            <a:xfrm>
              <a:off x="6726457" y="4769768"/>
              <a:ext cx="4896223" cy="5991636"/>
            </a:xfrm>
            <a:prstGeom prst="rect">
              <a:avLst/>
            </a:prstGeom>
            <a:solidFill>
              <a:srgbClr val="8236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FD29F97-2E7C-CD3B-5A30-C66100B2A4F8}"/>
                </a:ext>
              </a:extLst>
            </p:cNvPr>
            <p:cNvSpPr/>
            <p:nvPr/>
          </p:nvSpPr>
          <p:spPr>
            <a:xfrm>
              <a:off x="12422626" y="4769768"/>
              <a:ext cx="4896223" cy="59916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255161B-5240-4CEC-D058-5BAA02D2BD18}"/>
                </a:ext>
              </a:extLst>
            </p:cNvPr>
            <p:cNvSpPr/>
            <p:nvPr/>
          </p:nvSpPr>
          <p:spPr>
            <a:xfrm>
              <a:off x="18118795" y="4769768"/>
              <a:ext cx="4896223" cy="59916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727102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63E86D0-D784-8812-7039-4819CA6208F0}"/>
              </a:ext>
            </a:extLst>
          </p:cNvPr>
          <p:cNvSpPr/>
          <p:nvPr/>
        </p:nvSpPr>
        <p:spPr>
          <a:xfrm>
            <a:off x="1030287" y="4855945"/>
            <a:ext cx="4353438" cy="1552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C32EB7-ADC2-B9EC-1D74-3087D88D6955}"/>
              </a:ext>
            </a:extLst>
          </p:cNvPr>
          <p:cNvSpPr/>
          <p:nvPr/>
        </p:nvSpPr>
        <p:spPr>
          <a:xfrm>
            <a:off x="1030287" y="11066147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8CE2E1-1C77-825A-3A88-2A5D49406DA3}"/>
              </a:ext>
            </a:extLst>
          </p:cNvPr>
          <p:cNvSpPr/>
          <p:nvPr/>
        </p:nvSpPr>
        <p:spPr>
          <a:xfrm>
            <a:off x="5982199" y="4855945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4118C8-686E-AFBC-5B1D-478F1E6B132D}"/>
              </a:ext>
            </a:extLst>
          </p:cNvPr>
          <p:cNvSpPr/>
          <p:nvPr/>
        </p:nvSpPr>
        <p:spPr>
          <a:xfrm>
            <a:off x="5982199" y="11066147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A4DB8B-B843-FD1A-DFFD-0E7BF7A5225C}"/>
              </a:ext>
            </a:extLst>
          </p:cNvPr>
          <p:cNvSpPr/>
          <p:nvPr/>
        </p:nvSpPr>
        <p:spPr>
          <a:xfrm>
            <a:off x="10934112" y="4855945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207B66-ACBD-332F-E968-9FF5D7E15949}"/>
              </a:ext>
            </a:extLst>
          </p:cNvPr>
          <p:cNvSpPr/>
          <p:nvPr/>
        </p:nvSpPr>
        <p:spPr>
          <a:xfrm>
            <a:off x="10934112" y="11066147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06EBBDF0-646F-4232-3350-4933E434F2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7" y="1096961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7E47C0BF-CA6F-6A08-F933-1CAC5778BA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82200" y="1096961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AADCCFE1-4D43-CF90-92B9-7F52B1E53F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921565" y="1096961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B3763147-EB2B-4487-A91C-7F7F45AB8F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0287" y="7307163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E070108-C5D2-22C5-F15B-082FE31715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82200" y="7307163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A69932F2-E1C9-8E10-EDE3-C649FEB97A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921565" y="7307163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6BD444A-65D0-0825-3A4B-7F374E5B3993}"/>
              </a:ext>
            </a:extLst>
          </p:cNvPr>
          <p:cNvSpPr/>
          <p:nvPr userDrawn="1"/>
        </p:nvSpPr>
        <p:spPr>
          <a:xfrm>
            <a:off x="1030287" y="6281936"/>
            <a:ext cx="4353437" cy="1268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948653A-40D9-F0A1-4DA4-740D0FC873A8}"/>
              </a:ext>
            </a:extLst>
          </p:cNvPr>
          <p:cNvSpPr/>
          <p:nvPr userDrawn="1"/>
        </p:nvSpPr>
        <p:spPr>
          <a:xfrm>
            <a:off x="5994746" y="6281936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8FF8FF6-6B7D-DC84-3FC9-31A1F958F1EC}"/>
              </a:ext>
            </a:extLst>
          </p:cNvPr>
          <p:cNvSpPr/>
          <p:nvPr userDrawn="1"/>
        </p:nvSpPr>
        <p:spPr>
          <a:xfrm>
            <a:off x="10921565" y="6281936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24EF428-F019-9EFD-FF36-EC8891AF38E4}"/>
              </a:ext>
            </a:extLst>
          </p:cNvPr>
          <p:cNvSpPr/>
          <p:nvPr userDrawn="1"/>
        </p:nvSpPr>
        <p:spPr>
          <a:xfrm>
            <a:off x="1030287" y="12492138"/>
            <a:ext cx="4353437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1E9869B-B344-24EF-979B-53C792802EEA}"/>
              </a:ext>
            </a:extLst>
          </p:cNvPr>
          <p:cNvSpPr/>
          <p:nvPr userDrawn="1"/>
        </p:nvSpPr>
        <p:spPr>
          <a:xfrm>
            <a:off x="5994746" y="12492138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8A65A32-4699-D29A-260C-F8D4D33F3413}"/>
              </a:ext>
            </a:extLst>
          </p:cNvPr>
          <p:cNvSpPr/>
          <p:nvPr userDrawn="1"/>
        </p:nvSpPr>
        <p:spPr>
          <a:xfrm>
            <a:off x="10921565" y="12492138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26392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43BCEF-BE96-9001-7BC7-891904FFECB0}"/>
              </a:ext>
            </a:extLst>
          </p:cNvPr>
          <p:cNvSpPr/>
          <p:nvPr userDrawn="1"/>
        </p:nvSpPr>
        <p:spPr>
          <a:xfrm>
            <a:off x="10535022" y="11117334"/>
            <a:ext cx="5915724" cy="15017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DEEA4F-F347-D3D4-40DC-2C375988F4BB}"/>
              </a:ext>
            </a:extLst>
          </p:cNvPr>
          <p:cNvSpPr/>
          <p:nvPr userDrawn="1"/>
        </p:nvSpPr>
        <p:spPr>
          <a:xfrm>
            <a:off x="16774782" y="11117334"/>
            <a:ext cx="1980220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BDD04E-6C86-6FAC-44E0-364547DEC499}"/>
              </a:ext>
            </a:extLst>
          </p:cNvPr>
          <p:cNvSpPr/>
          <p:nvPr userDrawn="1"/>
        </p:nvSpPr>
        <p:spPr>
          <a:xfrm>
            <a:off x="19079038" y="11117334"/>
            <a:ext cx="1980220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CB26B-29FB-4A5B-226F-FE1678EB7323}"/>
              </a:ext>
            </a:extLst>
          </p:cNvPr>
          <p:cNvSpPr/>
          <p:nvPr userDrawn="1"/>
        </p:nvSpPr>
        <p:spPr>
          <a:xfrm>
            <a:off x="21384411" y="11117334"/>
            <a:ext cx="1980220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D49C7503-CC70-C25A-FF8B-A7E054F974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33904" y="2753543"/>
            <a:ext cx="5915725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34FBC5C-55A3-A2CA-39BE-BCFA6D290A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773665" y="2753543"/>
            <a:ext cx="1980220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B4D55F3-6C16-58C2-17A6-2231317CE2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076804" y="2753543"/>
            <a:ext cx="1980220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0052754-94F7-B1DE-E09C-342FB689D8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384411" y="2753543"/>
            <a:ext cx="1980220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pic>
        <p:nvPicPr>
          <p:cNvPr id="19" name="Graphic 18" descr="Streetcar with solid fill">
            <a:extLst>
              <a:ext uri="{FF2B5EF4-FFF2-40B4-BE49-F238E27FC236}">
                <a16:creationId xmlns:a16="http://schemas.microsoft.com/office/drawing/2014/main" id="{D4050214-F79F-5910-F195-048FB57C51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17321" y="11427070"/>
            <a:ext cx="914400" cy="914400"/>
          </a:xfrm>
          <a:prstGeom prst="rect">
            <a:avLst/>
          </a:prstGeom>
        </p:spPr>
      </p:pic>
      <p:pic>
        <p:nvPicPr>
          <p:cNvPr id="20" name="Graphic 19" descr="Graduation cap with solid fill">
            <a:extLst>
              <a:ext uri="{FF2B5EF4-FFF2-40B4-BE49-F238E27FC236}">
                <a16:creationId xmlns:a16="http://schemas.microsoft.com/office/drawing/2014/main" id="{EDCE87F6-2039-2130-3F1F-274BD085D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11948" y="11427070"/>
            <a:ext cx="914400" cy="914400"/>
          </a:xfrm>
          <a:prstGeom prst="rect">
            <a:avLst/>
          </a:prstGeom>
        </p:spPr>
      </p:pic>
      <p:pic>
        <p:nvPicPr>
          <p:cNvPr id="21" name="Graphic 20" descr="Bank with solid fill">
            <a:extLst>
              <a:ext uri="{FF2B5EF4-FFF2-40B4-BE49-F238E27FC236}">
                <a16:creationId xmlns:a16="http://schemas.microsoft.com/office/drawing/2014/main" id="{56D8709F-CB26-24B1-574A-5A7F0AE797A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306575" y="11427070"/>
            <a:ext cx="914400" cy="914400"/>
          </a:xfrm>
          <a:prstGeom prst="rect">
            <a:avLst/>
          </a:prstGeom>
        </p:spPr>
      </p:pic>
      <p:pic>
        <p:nvPicPr>
          <p:cNvPr id="22" name="Graphic 21" descr="Immunity with solid fill">
            <a:extLst>
              <a:ext uri="{FF2B5EF4-FFF2-40B4-BE49-F238E27FC236}">
                <a16:creationId xmlns:a16="http://schemas.microsoft.com/office/drawing/2014/main" id="{6E1735BE-0A9E-23C4-0683-0BA999B45F5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23054" y="11427070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CBC074-E396-5E83-4903-2D3CFCA05481}"/>
              </a:ext>
            </a:extLst>
          </p:cNvPr>
          <p:cNvSpPr txBox="1"/>
          <p:nvPr userDrawn="1"/>
        </p:nvSpPr>
        <p:spPr>
          <a:xfrm>
            <a:off x="12021864" y="11510473"/>
            <a:ext cx="4427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400"/>
              <a:t>AI-POWERED </a:t>
            </a:r>
            <a:r>
              <a:rPr lang="en-US" sz="2400"/>
              <a:t>HEALTHCARE </a:t>
            </a:r>
            <a:r>
              <a:rPr lang="id-ID" sz="2400"/>
              <a:t>DIAGNOSTICS</a:t>
            </a:r>
          </a:p>
        </p:txBody>
      </p:sp>
    </p:spTree>
    <p:extLst>
      <p:ext uri="{BB962C8B-B14F-4D97-AF65-F5344CB8AC3E}">
        <p14:creationId xmlns:p14="http://schemas.microsoft.com/office/powerpoint/2010/main" val="685732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B1B5EC0-6E44-3C2B-C4F6-92B73D4D0C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1206" y="1096963"/>
            <a:ext cx="11160918" cy="5616199"/>
          </a:xfrm>
          <a:custGeom>
            <a:avLst/>
            <a:gdLst>
              <a:gd name="connsiteX0" fmla="*/ 601776 w 11160918"/>
              <a:gd name="connsiteY0" fmla="*/ 0 h 5616199"/>
              <a:gd name="connsiteX1" fmla="*/ 10559142 w 11160918"/>
              <a:gd name="connsiteY1" fmla="*/ 0 h 5616199"/>
              <a:gd name="connsiteX2" fmla="*/ 11160918 w 11160918"/>
              <a:gd name="connsiteY2" fmla="*/ 601776 h 5616199"/>
              <a:gd name="connsiteX3" fmla="*/ 11160918 w 11160918"/>
              <a:gd name="connsiteY3" fmla="*/ 5014423 h 5616199"/>
              <a:gd name="connsiteX4" fmla="*/ 10559142 w 11160918"/>
              <a:gd name="connsiteY4" fmla="*/ 5616199 h 5616199"/>
              <a:gd name="connsiteX5" fmla="*/ 601776 w 11160918"/>
              <a:gd name="connsiteY5" fmla="*/ 5616199 h 5616199"/>
              <a:gd name="connsiteX6" fmla="*/ 0 w 11160918"/>
              <a:gd name="connsiteY6" fmla="*/ 5014423 h 5616199"/>
              <a:gd name="connsiteX7" fmla="*/ 0 w 11160918"/>
              <a:gd name="connsiteY7" fmla="*/ 601776 h 5616199"/>
              <a:gd name="connsiteX8" fmla="*/ 601776 w 11160918"/>
              <a:gd name="connsiteY8" fmla="*/ 0 h 5616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60918" h="5616199">
                <a:moveTo>
                  <a:pt x="601776" y="0"/>
                </a:moveTo>
                <a:lnTo>
                  <a:pt x="10559142" y="0"/>
                </a:lnTo>
                <a:cubicBezTo>
                  <a:pt x="10891494" y="0"/>
                  <a:pt x="11160918" y="269424"/>
                  <a:pt x="11160918" y="601776"/>
                </a:cubicBezTo>
                <a:lnTo>
                  <a:pt x="11160918" y="5014423"/>
                </a:lnTo>
                <a:cubicBezTo>
                  <a:pt x="11160918" y="5346775"/>
                  <a:pt x="10891494" y="5616199"/>
                  <a:pt x="10559142" y="5616199"/>
                </a:cubicBezTo>
                <a:lnTo>
                  <a:pt x="601776" y="5616199"/>
                </a:lnTo>
                <a:cubicBezTo>
                  <a:pt x="269424" y="5616199"/>
                  <a:pt x="0" y="5346775"/>
                  <a:pt x="0" y="5014423"/>
                </a:cubicBezTo>
                <a:lnTo>
                  <a:pt x="0" y="601776"/>
                </a:lnTo>
                <a:cubicBezTo>
                  <a:pt x="0" y="269424"/>
                  <a:pt x="269424" y="0"/>
                  <a:pt x="601776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35C08B-0334-A3BE-5C0F-9592210038F0}"/>
              </a:ext>
            </a:extLst>
          </p:cNvPr>
          <p:cNvSpPr/>
          <p:nvPr userDrawn="1"/>
        </p:nvSpPr>
        <p:spPr>
          <a:xfrm>
            <a:off x="12191207" y="7002838"/>
            <a:ext cx="4392488" cy="5616199"/>
          </a:xfrm>
          <a:prstGeom prst="roundRect">
            <a:avLst>
              <a:gd name="adj" fmla="val 10715"/>
            </a:avLst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CB67E4-77EA-6E07-AD2B-43FD24B73FF2}"/>
              </a:ext>
            </a:extLst>
          </p:cNvPr>
          <p:cNvSpPr/>
          <p:nvPr userDrawn="1"/>
        </p:nvSpPr>
        <p:spPr>
          <a:xfrm>
            <a:off x="16871726" y="7002838"/>
            <a:ext cx="6480399" cy="5616199"/>
          </a:xfrm>
          <a:prstGeom prst="roundRect">
            <a:avLst>
              <a:gd name="adj" fmla="val 10715"/>
            </a:avLst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15609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2C112B-85E6-311F-E485-D9E019AFC7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27382" y="4601776"/>
            <a:ext cx="6404184" cy="6404184"/>
          </a:xfrm>
          <a:custGeom>
            <a:avLst/>
            <a:gdLst>
              <a:gd name="connsiteX0" fmla="*/ 3202092 w 6404184"/>
              <a:gd name="connsiteY0" fmla="*/ 0 h 6404184"/>
              <a:gd name="connsiteX1" fmla="*/ 6404184 w 6404184"/>
              <a:gd name="connsiteY1" fmla="*/ 3202092 h 6404184"/>
              <a:gd name="connsiteX2" fmla="*/ 3202092 w 6404184"/>
              <a:gd name="connsiteY2" fmla="*/ 6404184 h 6404184"/>
              <a:gd name="connsiteX3" fmla="*/ 0 w 6404184"/>
              <a:gd name="connsiteY3" fmla="*/ 3202092 h 6404184"/>
              <a:gd name="connsiteX4" fmla="*/ 3202092 w 6404184"/>
              <a:gd name="connsiteY4" fmla="*/ 0 h 640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4184" h="6404184">
                <a:moveTo>
                  <a:pt x="3202092" y="0"/>
                </a:moveTo>
                <a:cubicBezTo>
                  <a:pt x="4970559" y="0"/>
                  <a:pt x="6404184" y="1433625"/>
                  <a:pt x="6404184" y="3202092"/>
                </a:cubicBezTo>
                <a:cubicBezTo>
                  <a:pt x="6404184" y="4970559"/>
                  <a:pt x="4970559" y="6404184"/>
                  <a:pt x="3202092" y="6404184"/>
                </a:cubicBezTo>
                <a:cubicBezTo>
                  <a:pt x="1433625" y="6404184"/>
                  <a:pt x="0" y="4970559"/>
                  <a:pt x="0" y="3202092"/>
                </a:cubicBezTo>
                <a:cubicBezTo>
                  <a:pt x="0" y="1433625"/>
                  <a:pt x="1433625" y="0"/>
                  <a:pt x="320209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07862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F2F6AA9-D08F-B388-9C1A-0FDA19DAC8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0413" y="1096963"/>
            <a:ext cx="11161711" cy="11522074"/>
          </a:xfrm>
          <a:custGeom>
            <a:avLst/>
            <a:gdLst>
              <a:gd name="connsiteX0" fmla="*/ 844384 w 11161711"/>
              <a:gd name="connsiteY0" fmla="*/ 0 h 11522074"/>
              <a:gd name="connsiteX1" fmla="*/ 10317327 w 11161711"/>
              <a:gd name="connsiteY1" fmla="*/ 0 h 11522074"/>
              <a:gd name="connsiteX2" fmla="*/ 11161711 w 11161711"/>
              <a:gd name="connsiteY2" fmla="*/ 844384 h 11522074"/>
              <a:gd name="connsiteX3" fmla="*/ 11161711 w 11161711"/>
              <a:gd name="connsiteY3" fmla="*/ 10677690 h 11522074"/>
              <a:gd name="connsiteX4" fmla="*/ 10317327 w 11161711"/>
              <a:gd name="connsiteY4" fmla="*/ 11522074 h 11522074"/>
              <a:gd name="connsiteX5" fmla="*/ 844384 w 11161711"/>
              <a:gd name="connsiteY5" fmla="*/ 11522074 h 11522074"/>
              <a:gd name="connsiteX6" fmla="*/ 0 w 11161711"/>
              <a:gd name="connsiteY6" fmla="*/ 10677690 h 11522074"/>
              <a:gd name="connsiteX7" fmla="*/ 0 w 11161711"/>
              <a:gd name="connsiteY7" fmla="*/ 844384 h 11522074"/>
              <a:gd name="connsiteX8" fmla="*/ 844384 w 11161711"/>
              <a:gd name="connsiteY8" fmla="*/ 0 h 1152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61711" h="11522074">
                <a:moveTo>
                  <a:pt x="844384" y="0"/>
                </a:moveTo>
                <a:lnTo>
                  <a:pt x="10317327" y="0"/>
                </a:lnTo>
                <a:cubicBezTo>
                  <a:pt x="10783667" y="0"/>
                  <a:pt x="11161711" y="378044"/>
                  <a:pt x="11161711" y="844384"/>
                </a:cubicBezTo>
                <a:lnTo>
                  <a:pt x="11161711" y="10677690"/>
                </a:lnTo>
                <a:cubicBezTo>
                  <a:pt x="11161711" y="11144030"/>
                  <a:pt x="10783667" y="11522074"/>
                  <a:pt x="10317327" y="11522074"/>
                </a:cubicBezTo>
                <a:lnTo>
                  <a:pt x="844384" y="11522074"/>
                </a:lnTo>
                <a:cubicBezTo>
                  <a:pt x="378044" y="11522074"/>
                  <a:pt x="0" y="11144030"/>
                  <a:pt x="0" y="10677690"/>
                </a:cubicBezTo>
                <a:lnTo>
                  <a:pt x="0" y="844384"/>
                </a:lnTo>
                <a:cubicBezTo>
                  <a:pt x="0" y="378044"/>
                  <a:pt x="378044" y="0"/>
                  <a:pt x="8443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6178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90624AE-E350-C78C-ADB8-F78C25F74EFA}"/>
              </a:ext>
            </a:extLst>
          </p:cNvPr>
          <p:cNvSpPr/>
          <p:nvPr userDrawn="1"/>
        </p:nvSpPr>
        <p:spPr>
          <a:xfrm>
            <a:off x="1030288" y="1096963"/>
            <a:ext cx="7259151" cy="115220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88DE28-E343-C878-D70F-3EB7B4665037}"/>
              </a:ext>
            </a:extLst>
          </p:cNvPr>
          <p:cNvSpPr/>
          <p:nvPr userDrawn="1"/>
        </p:nvSpPr>
        <p:spPr>
          <a:xfrm>
            <a:off x="1030288" y="1110672"/>
            <a:ext cx="7259151" cy="2265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45F11-671D-2D07-C177-A54E64E8C9C6}"/>
              </a:ext>
            </a:extLst>
          </p:cNvPr>
          <p:cNvSpPr/>
          <p:nvPr userDrawn="1"/>
        </p:nvSpPr>
        <p:spPr>
          <a:xfrm>
            <a:off x="8561631" y="6871709"/>
            <a:ext cx="7259151" cy="576103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B087196-5C93-461F-86AE-4E909DFCF5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092974" y="1110671"/>
            <a:ext cx="7259151" cy="1152207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79CF17-57D8-63B3-A1D6-CBA3E72AC4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61631" y="1096963"/>
            <a:ext cx="7259151" cy="5761038"/>
          </a:xfrm>
          <a:custGeom>
            <a:avLst/>
            <a:gdLst>
              <a:gd name="connsiteX0" fmla="*/ 0 w 7259151"/>
              <a:gd name="connsiteY0" fmla="*/ 0 h 5761037"/>
              <a:gd name="connsiteX1" fmla="*/ 7259151 w 7259151"/>
              <a:gd name="connsiteY1" fmla="*/ 0 h 5761037"/>
              <a:gd name="connsiteX2" fmla="*/ 7259151 w 7259151"/>
              <a:gd name="connsiteY2" fmla="*/ 5761037 h 5761037"/>
              <a:gd name="connsiteX3" fmla="*/ 0 w 7259151"/>
              <a:gd name="connsiteY3" fmla="*/ 5761037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9151" h="5761037">
                <a:moveTo>
                  <a:pt x="0" y="0"/>
                </a:moveTo>
                <a:lnTo>
                  <a:pt x="7259151" y="0"/>
                </a:lnTo>
                <a:lnTo>
                  <a:pt x="7259151" y="5761037"/>
                </a:lnTo>
                <a:lnTo>
                  <a:pt x="0" y="576103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49291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3D0DF2-1D5A-559A-A512-716170D945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4660" y="1096963"/>
            <a:ext cx="10806827" cy="5617022"/>
          </a:xfrm>
          <a:custGeom>
            <a:avLst/>
            <a:gdLst>
              <a:gd name="connsiteX0" fmla="*/ 419985 w 10806827"/>
              <a:gd name="connsiteY0" fmla="*/ 0 h 5617022"/>
              <a:gd name="connsiteX1" fmla="*/ 10386843 w 10806827"/>
              <a:gd name="connsiteY1" fmla="*/ 0 h 5617022"/>
              <a:gd name="connsiteX2" fmla="*/ 10806827 w 10806827"/>
              <a:gd name="connsiteY2" fmla="*/ 419985 h 5617022"/>
              <a:gd name="connsiteX3" fmla="*/ 10806827 w 10806827"/>
              <a:gd name="connsiteY3" fmla="*/ 5197036 h 5617022"/>
              <a:gd name="connsiteX4" fmla="*/ 10386843 w 10806827"/>
              <a:gd name="connsiteY4" fmla="*/ 5617022 h 5617022"/>
              <a:gd name="connsiteX5" fmla="*/ 419985 w 10806827"/>
              <a:gd name="connsiteY5" fmla="*/ 5617022 h 5617022"/>
              <a:gd name="connsiteX6" fmla="*/ 0 w 10806827"/>
              <a:gd name="connsiteY6" fmla="*/ 5197036 h 5617022"/>
              <a:gd name="connsiteX7" fmla="*/ 0 w 10806827"/>
              <a:gd name="connsiteY7" fmla="*/ 419985 h 5617022"/>
              <a:gd name="connsiteX8" fmla="*/ 419985 w 10806827"/>
              <a:gd name="connsiteY8" fmla="*/ 0 h 561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6827" h="5617022">
                <a:moveTo>
                  <a:pt x="419985" y="0"/>
                </a:moveTo>
                <a:lnTo>
                  <a:pt x="10386843" y="0"/>
                </a:lnTo>
                <a:cubicBezTo>
                  <a:pt x="10618793" y="0"/>
                  <a:pt x="10806827" y="188034"/>
                  <a:pt x="10806827" y="419985"/>
                </a:cubicBezTo>
                <a:lnTo>
                  <a:pt x="10806827" y="5197036"/>
                </a:lnTo>
                <a:cubicBezTo>
                  <a:pt x="10806827" y="5428988"/>
                  <a:pt x="10618793" y="5617022"/>
                  <a:pt x="10386843" y="5617022"/>
                </a:cubicBezTo>
                <a:lnTo>
                  <a:pt x="419985" y="5617022"/>
                </a:lnTo>
                <a:cubicBezTo>
                  <a:pt x="188034" y="5617022"/>
                  <a:pt x="0" y="5428988"/>
                  <a:pt x="0" y="5197036"/>
                </a:cubicBezTo>
                <a:lnTo>
                  <a:pt x="0" y="419985"/>
                </a:lnTo>
                <a:cubicBezTo>
                  <a:pt x="0" y="188034"/>
                  <a:pt x="188034" y="0"/>
                  <a:pt x="41998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952B50B-ABF2-FFC3-8410-1625F37AB2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4660" y="7014434"/>
            <a:ext cx="5472288" cy="5617021"/>
          </a:xfrm>
          <a:custGeom>
            <a:avLst/>
            <a:gdLst>
              <a:gd name="connsiteX0" fmla="*/ 409164 w 5472288"/>
              <a:gd name="connsiteY0" fmla="*/ 0 h 5617021"/>
              <a:gd name="connsiteX1" fmla="*/ 5063125 w 5472288"/>
              <a:gd name="connsiteY1" fmla="*/ 0 h 5617021"/>
              <a:gd name="connsiteX2" fmla="*/ 5472288 w 5472288"/>
              <a:gd name="connsiteY2" fmla="*/ 409163 h 5617021"/>
              <a:gd name="connsiteX3" fmla="*/ 5472288 w 5472288"/>
              <a:gd name="connsiteY3" fmla="*/ 5207858 h 5617021"/>
              <a:gd name="connsiteX4" fmla="*/ 5063125 w 5472288"/>
              <a:gd name="connsiteY4" fmla="*/ 5617021 h 5617021"/>
              <a:gd name="connsiteX5" fmla="*/ 409164 w 5472288"/>
              <a:gd name="connsiteY5" fmla="*/ 5617021 h 5617021"/>
              <a:gd name="connsiteX6" fmla="*/ 0 w 5472288"/>
              <a:gd name="connsiteY6" fmla="*/ 5207858 h 5617021"/>
              <a:gd name="connsiteX7" fmla="*/ 0 w 5472288"/>
              <a:gd name="connsiteY7" fmla="*/ 409163 h 5617021"/>
              <a:gd name="connsiteX8" fmla="*/ 409164 w 5472288"/>
              <a:gd name="connsiteY8" fmla="*/ 0 h 561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8" h="5617021">
                <a:moveTo>
                  <a:pt x="409164" y="0"/>
                </a:moveTo>
                <a:lnTo>
                  <a:pt x="5063125" y="0"/>
                </a:lnTo>
                <a:cubicBezTo>
                  <a:pt x="5289099" y="0"/>
                  <a:pt x="5472288" y="183189"/>
                  <a:pt x="5472288" y="409163"/>
                </a:cubicBezTo>
                <a:lnTo>
                  <a:pt x="5472288" y="5207858"/>
                </a:lnTo>
                <a:cubicBezTo>
                  <a:pt x="5472288" y="5433832"/>
                  <a:pt x="5289099" y="5617021"/>
                  <a:pt x="5063125" y="5617021"/>
                </a:cubicBezTo>
                <a:lnTo>
                  <a:pt x="409164" y="5617021"/>
                </a:lnTo>
                <a:cubicBezTo>
                  <a:pt x="183190" y="5617021"/>
                  <a:pt x="0" y="5433832"/>
                  <a:pt x="0" y="5207858"/>
                </a:cubicBezTo>
                <a:lnTo>
                  <a:pt x="0" y="409163"/>
                </a:lnTo>
                <a:cubicBezTo>
                  <a:pt x="0" y="183189"/>
                  <a:pt x="183190" y="0"/>
                  <a:pt x="40916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C915731-3728-DEFF-77F7-CFA8510018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19519" y="1096963"/>
            <a:ext cx="5472287" cy="5617022"/>
          </a:xfrm>
          <a:custGeom>
            <a:avLst/>
            <a:gdLst>
              <a:gd name="connsiteX0" fmla="*/ 409163 w 5472287"/>
              <a:gd name="connsiteY0" fmla="*/ 0 h 5617022"/>
              <a:gd name="connsiteX1" fmla="*/ 5063125 w 5472287"/>
              <a:gd name="connsiteY1" fmla="*/ 0 h 5617022"/>
              <a:gd name="connsiteX2" fmla="*/ 5472287 w 5472287"/>
              <a:gd name="connsiteY2" fmla="*/ 409163 h 5617022"/>
              <a:gd name="connsiteX3" fmla="*/ 5472287 w 5472287"/>
              <a:gd name="connsiteY3" fmla="*/ 5207858 h 5617022"/>
              <a:gd name="connsiteX4" fmla="*/ 5063125 w 5472287"/>
              <a:gd name="connsiteY4" fmla="*/ 5617022 h 5617022"/>
              <a:gd name="connsiteX5" fmla="*/ 409163 w 5472287"/>
              <a:gd name="connsiteY5" fmla="*/ 5617022 h 5617022"/>
              <a:gd name="connsiteX6" fmla="*/ 0 w 5472287"/>
              <a:gd name="connsiteY6" fmla="*/ 5207858 h 5617022"/>
              <a:gd name="connsiteX7" fmla="*/ 0 w 5472287"/>
              <a:gd name="connsiteY7" fmla="*/ 409163 h 5617022"/>
              <a:gd name="connsiteX8" fmla="*/ 409163 w 5472287"/>
              <a:gd name="connsiteY8" fmla="*/ 0 h 561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7" h="5617022">
                <a:moveTo>
                  <a:pt x="409163" y="0"/>
                </a:moveTo>
                <a:lnTo>
                  <a:pt x="5063125" y="0"/>
                </a:lnTo>
                <a:cubicBezTo>
                  <a:pt x="5289097" y="0"/>
                  <a:pt x="5472287" y="183189"/>
                  <a:pt x="5472287" y="409163"/>
                </a:cubicBezTo>
                <a:lnTo>
                  <a:pt x="5472287" y="5207858"/>
                </a:lnTo>
                <a:cubicBezTo>
                  <a:pt x="5472287" y="5433832"/>
                  <a:pt x="5289097" y="5617022"/>
                  <a:pt x="5063125" y="5617022"/>
                </a:cubicBezTo>
                <a:lnTo>
                  <a:pt x="409163" y="5617022"/>
                </a:lnTo>
                <a:cubicBezTo>
                  <a:pt x="183189" y="5617022"/>
                  <a:pt x="0" y="5433832"/>
                  <a:pt x="0" y="5207858"/>
                </a:cubicBezTo>
                <a:lnTo>
                  <a:pt x="0" y="409163"/>
                </a:lnTo>
                <a:cubicBezTo>
                  <a:pt x="0" y="183189"/>
                  <a:pt x="183189" y="0"/>
                  <a:pt x="40916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3C29B2D-1ED1-19C4-50CB-574377CB6B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879838" y="1096964"/>
            <a:ext cx="5472286" cy="11522075"/>
          </a:xfrm>
          <a:custGeom>
            <a:avLst/>
            <a:gdLst>
              <a:gd name="connsiteX0" fmla="*/ 409162 w 5472286"/>
              <a:gd name="connsiteY0" fmla="*/ 0 h 11522075"/>
              <a:gd name="connsiteX1" fmla="*/ 5063124 w 5472286"/>
              <a:gd name="connsiteY1" fmla="*/ 0 h 11522075"/>
              <a:gd name="connsiteX2" fmla="*/ 5472286 w 5472286"/>
              <a:gd name="connsiteY2" fmla="*/ 409163 h 11522075"/>
              <a:gd name="connsiteX3" fmla="*/ 5472286 w 5472286"/>
              <a:gd name="connsiteY3" fmla="*/ 11112912 h 11522075"/>
              <a:gd name="connsiteX4" fmla="*/ 5063124 w 5472286"/>
              <a:gd name="connsiteY4" fmla="*/ 11522075 h 11522075"/>
              <a:gd name="connsiteX5" fmla="*/ 409162 w 5472286"/>
              <a:gd name="connsiteY5" fmla="*/ 11522075 h 11522075"/>
              <a:gd name="connsiteX6" fmla="*/ 0 w 5472286"/>
              <a:gd name="connsiteY6" fmla="*/ 11112912 h 11522075"/>
              <a:gd name="connsiteX7" fmla="*/ 0 w 5472286"/>
              <a:gd name="connsiteY7" fmla="*/ 409163 h 11522075"/>
              <a:gd name="connsiteX8" fmla="*/ 409162 w 5472286"/>
              <a:gd name="connsiteY8" fmla="*/ 0 h 1152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6" h="11522075">
                <a:moveTo>
                  <a:pt x="409162" y="0"/>
                </a:moveTo>
                <a:lnTo>
                  <a:pt x="5063124" y="0"/>
                </a:lnTo>
                <a:cubicBezTo>
                  <a:pt x="5289098" y="0"/>
                  <a:pt x="5472286" y="183189"/>
                  <a:pt x="5472286" y="409163"/>
                </a:cubicBezTo>
                <a:lnTo>
                  <a:pt x="5472286" y="11112912"/>
                </a:lnTo>
                <a:cubicBezTo>
                  <a:pt x="5472286" y="11338886"/>
                  <a:pt x="5289098" y="11522075"/>
                  <a:pt x="5063124" y="11522075"/>
                </a:cubicBezTo>
                <a:lnTo>
                  <a:pt x="409162" y="11522075"/>
                </a:lnTo>
                <a:cubicBezTo>
                  <a:pt x="183190" y="11522075"/>
                  <a:pt x="0" y="11338886"/>
                  <a:pt x="0" y="11112912"/>
                </a:cubicBezTo>
                <a:lnTo>
                  <a:pt x="0" y="409163"/>
                </a:lnTo>
                <a:cubicBezTo>
                  <a:pt x="0" y="183189"/>
                  <a:pt x="183190" y="0"/>
                  <a:pt x="40916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604B63-7775-9D98-CDFD-4C8E84C53E82}"/>
              </a:ext>
            </a:extLst>
          </p:cNvPr>
          <p:cNvSpPr/>
          <p:nvPr userDrawn="1"/>
        </p:nvSpPr>
        <p:spPr>
          <a:xfrm>
            <a:off x="6784979" y="7006381"/>
            <a:ext cx="10806826" cy="5625073"/>
          </a:xfrm>
          <a:prstGeom prst="roundRect">
            <a:avLst>
              <a:gd name="adj" fmla="val 65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691942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4878C3-29FA-043B-82DE-4A17FC6DA8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13466" y="4625752"/>
            <a:ext cx="5933838" cy="3861164"/>
          </a:xfrm>
          <a:custGeom>
            <a:avLst/>
            <a:gdLst>
              <a:gd name="connsiteX0" fmla="*/ 592728 w 5933838"/>
              <a:gd name="connsiteY0" fmla="*/ 0 h 3861164"/>
              <a:gd name="connsiteX1" fmla="*/ 5341112 w 5933838"/>
              <a:gd name="connsiteY1" fmla="*/ 0 h 3861164"/>
              <a:gd name="connsiteX2" fmla="*/ 5933838 w 5933838"/>
              <a:gd name="connsiteY2" fmla="*/ 592727 h 3861164"/>
              <a:gd name="connsiteX3" fmla="*/ 5933838 w 5933838"/>
              <a:gd name="connsiteY3" fmla="*/ 3268437 h 3861164"/>
              <a:gd name="connsiteX4" fmla="*/ 5341112 w 5933838"/>
              <a:gd name="connsiteY4" fmla="*/ 3861164 h 3861164"/>
              <a:gd name="connsiteX5" fmla="*/ 592728 w 5933838"/>
              <a:gd name="connsiteY5" fmla="*/ 3861164 h 3861164"/>
              <a:gd name="connsiteX6" fmla="*/ 0 w 5933838"/>
              <a:gd name="connsiteY6" fmla="*/ 3268437 h 3861164"/>
              <a:gd name="connsiteX7" fmla="*/ 0 w 5933838"/>
              <a:gd name="connsiteY7" fmla="*/ 592727 h 3861164"/>
              <a:gd name="connsiteX8" fmla="*/ 592728 w 5933838"/>
              <a:gd name="connsiteY8" fmla="*/ 0 h 386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33838" h="3861164">
                <a:moveTo>
                  <a:pt x="592728" y="0"/>
                </a:moveTo>
                <a:lnTo>
                  <a:pt x="5341112" y="0"/>
                </a:lnTo>
                <a:cubicBezTo>
                  <a:pt x="5668466" y="0"/>
                  <a:pt x="5933838" y="265373"/>
                  <a:pt x="5933838" y="592727"/>
                </a:cubicBezTo>
                <a:lnTo>
                  <a:pt x="5933838" y="3268437"/>
                </a:lnTo>
                <a:cubicBezTo>
                  <a:pt x="5933838" y="3595791"/>
                  <a:pt x="5668466" y="3861164"/>
                  <a:pt x="5341112" y="3861164"/>
                </a:cubicBezTo>
                <a:lnTo>
                  <a:pt x="592728" y="3861164"/>
                </a:lnTo>
                <a:cubicBezTo>
                  <a:pt x="265373" y="3861164"/>
                  <a:pt x="0" y="3595791"/>
                  <a:pt x="0" y="3268437"/>
                </a:cubicBezTo>
                <a:lnTo>
                  <a:pt x="0" y="592727"/>
                </a:lnTo>
                <a:cubicBezTo>
                  <a:pt x="0" y="265373"/>
                  <a:pt x="265373" y="0"/>
                  <a:pt x="59272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026BBAB-0297-9D01-4EC4-9CFD96BF5D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418286" y="4625752"/>
            <a:ext cx="5933838" cy="7993285"/>
          </a:xfrm>
          <a:custGeom>
            <a:avLst/>
            <a:gdLst>
              <a:gd name="connsiteX0" fmla="*/ 758522 w 5933838"/>
              <a:gd name="connsiteY0" fmla="*/ 0 h 7993285"/>
              <a:gd name="connsiteX1" fmla="*/ 5175316 w 5933838"/>
              <a:gd name="connsiteY1" fmla="*/ 0 h 7993285"/>
              <a:gd name="connsiteX2" fmla="*/ 5933838 w 5933838"/>
              <a:gd name="connsiteY2" fmla="*/ 758523 h 7993285"/>
              <a:gd name="connsiteX3" fmla="*/ 5933838 w 5933838"/>
              <a:gd name="connsiteY3" fmla="*/ 7234762 h 7993285"/>
              <a:gd name="connsiteX4" fmla="*/ 5175316 w 5933838"/>
              <a:gd name="connsiteY4" fmla="*/ 7993285 h 7993285"/>
              <a:gd name="connsiteX5" fmla="*/ 758522 w 5933838"/>
              <a:gd name="connsiteY5" fmla="*/ 7993285 h 7993285"/>
              <a:gd name="connsiteX6" fmla="*/ 0 w 5933838"/>
              <a:gd name="connsiteY6" fmla="*/ 7234762 h 7993285"/>
              <a:gd name="connsiteX7" fmla="*/ 0 w 5933838"/>
              <a:gd name="connsiteY7" fmla="*/ 758523 h 7993285"/>
              <a:gd name="connsiteX8" fmla="*/ 758522 w 5933838"/>
              <a:gd name="connsiteY8" fmla="*/ 0 h 7993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33838" h="7993285">
                <a:moveTo>
                  <a:pt x="758522" y="0"/>
                </a:moveTo>
                <a:lnTo>
                  <a:pt x="5175316" y="0"/>
                </a:lnTo>
                <a:cubicBezTo>
                  <a:pt x="5594238" y="0"/>
                  <a:pt x="5933838" y="339602"/>
                  <a:pt x="5933838" y="758523"/>
                </a:cubicBezTo>
                <a:lnTo>
                  <a:pt x="5933838" y="7234762"/>
                </a:lnTo>
                <a:cubicBezTo>
                  <a:pt x="5933838" y="7653683"/>
                  <a:pt x="5594238" y="7993285"/>
                  <a:pt x="5175316" y="7993285"/>
                </a:cubicBezTo>
                <a:lnTo>
                  <a:pt x="758522" y="7993285"/>
                </a:lnTo>
                <a:cubicBezTo>
                  <a:pt x="339602" y="7993285"/>
                  <a:pt x="0" y="7653683"/>
                  <a:pt x="0" y="7234762"/>
                </a:cubicBezTo>
                <a:lnTo>
                  <a:pt x="0" y="758523"/>
                </a:lnTo>
                <a:cubicBezTo>
                  <a:pt x="0" y="339602"/>
                  <a:pt x="339602" y="0"/>
                  <a:pt x="75852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DC368D4-8DC3-4700-A79A-9C539DABA2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213466" y="8757874"/>
            <a:ext cx="5933838" cy="3861164"/>
          </a:xfrm>
          <a:custGeom>
            <a:avLst/>
            <a:gdLst>
              <a:gd name="connsiteX0" fmla="*/ 592728 w 5933838"/>
              <a:gd name="connsiteY0" fmla="*/ 0 h 3861164"/>
              <a:gd name="connsiteX1" fmla="*/ 5341112 w 5933838"/>
              <a:gd name="connsiteY1" fmla="*/ 0 h 3861164"/>
              <a:gd name="connsiteX2" fmla="*/ 5933838 w 5933838"/>
              <a:gd name="connsiteY2" fmla="*/ 592727 h 3861164"/>
              <a:gd name="connsiteX3" fmla="*/ 5933838 w 5933838"/>
              <a:gd name="connsiteY3" fmla="*/ 3268437 h 3861164"/>
              <a:gd name="connsiteX4" fmla="*/ 5341112 w 5933838"/>
              <a:gd name="connsiteY4" fmla="*/ 3861164 h 3861164"/>
              <a:gd name="connsiteX5" fmla="*/ 592728 w 5933838"/>
              <a:gd name="connsiteY5" fmla="*/ 3861164 h 3861164"/>
              <a:gd name="connsiteX6" fmla="*/ 0 w 5933838"/>
              <a:gd name="connsiteY6" fmla="*/ 3268437 h 3861164"/>
              <a:gd name="connsiteX7" fmla="*/ 0 w 5933838"/>
              <a:gd name="connsiteY7" fmla="*/ 592727 h 3861164"/>
              <a:gd name="connsiteX8" fmla="*/ 592728 w 5933838"/>
              <a:gd name="connsiteY8" fmla="*/ 0 h 386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33838" h="3861164">
                <a:moveTo>
                  <a:pt x="592728" y="0"/>
                </a:moveTo>
                <a:lnTo>
                  <a:pt x="5341112" y="0"/>
                </a:lnTo>
                <a:cubicBezTo>
                  <a:pt x="5668466" y="0"/>
                  <a:pt x="5933838" y="265373"/>
                  <a:pt x="5933838" y="592727"/>
                </a:cubicBezTo>
                <a:lnTo>
                  <a:pt x="5933838" y="3268437"/>
                </a:lnTo>
                <a:cubicBezTo>
                  <a:pt x="5933838" y="3595791"/>
                  <a:pt x="5668466" y="3861164"/>
                  <a:pt x="5341112" y="3861164"/>
                </a:cubicBezTo>
                <a:lnTo>
                  <a:pt x="592728" y="3861164"/>
                </a:lnTo>
                <a:cubicBezTo>
                  <a:pt x="265373" y="3861164"/>
                  <a:pt x="0" y="3595791"/>
                  <a:pt x="0" y="3268437"/>
                </a:cubicBezTo>
                <a:lnTo>
                  <a:pt x="0" y="592727"/>
                </a:lnTo>
                <a:cubicBezTo>
                  <a:pt x="0" y="265373"/>
                  <a:pt x="265373" y="0"/>
                  <a:pt x="59272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39666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2FC9A04-3E7C-86AA-3269-12494468769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2161312" y="5620745"/>
            <a:ext cx="3063342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0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0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0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0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3068315-1CAC-ABA5-D094-9516EC7F76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593524" y="6581489"/>
            <a:ext cx="3063342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0 w 2775310"/>
              <a:gd name="connsiteY1" fmla="*/ 0 h 5328592"/>
              <a:gd name="connsiteX2" fmla="*/ 2775310 w 2775310"/>
              <a:gd name="connsiteY2" fmla="*/ 306949 h 5328592"/>
              <a:gd name="connsiteX3" fmla="*/ 2775310 w 2775310"/>
              <a:gd name="connsiteY3" fmla="*/ 5021643 h 5328592"/>
              <a:gd name="connsiteX4" fmla="*/ 2468360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49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0" y="0"/>
                </a:lnTo>
                <a:cubicBezTo>
                  <a:pt x="2637884" y="0"/>
                  <a:pt x="2775310" y="137426"/>
                  <a:pt x="2775310" y="306949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0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49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DB522DF-D781-6112-1295-A496A643A1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025734" y="5416998"/>
            <a:ext cx="3063342" cy="5881614"/>
          </a:xfrm>
          <a:custGeom>
            <a:avLst/>
            <a:gdLst>
              <a:gd name="connsiteX0" fmla="*/ 306949 w 2775310"/>
              <a:gd name="connsiteY0" fmla="*/ 0 h 5328592"/>
              <a:gd name="connsiteX1" fmla="*/ 2468362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2 w 2775310"/>
              <a:gd name="connsiteY4" fmla="*/ 5328592 h 5328592"/>
              <a:gd name="connsiteX5" fmla="*/ 306949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49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9" y="0"/>
                </a:moveTo>
                <a:lnTo>
                  <a:pt x="2468362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2" y="5328592"/>
                </a:cubicBezTo>
                <a:lnTo>
                  <a:pt x="306949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4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1C486EE-1053-6314-D5B5-92D439797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77178" y="4692057"/>
            <a:ext cx="3878118" cy="7761144"/>
          </a:xfrm>
          <a:custGeom>
            <a:avLst/>
            <a:gdLst>
              <a:gd name="connsiteX0" fmla="*/ 428920 w 3878118"/>
              <a:gd name="connsiteY0" fmla="*/ 0 h 7761144"/>
              <a:gd name="connsiteX1" fmla="*/ 3449198 w 3878118"/>
              <a:gd name="connsiteY1" fmla="*/ 0 h 7761144"/>
              <a:gd name="connsiteX2" fmla="*/ 3878118 w 3878118"/>
              <a:gd name="connsiteY2" fmla="*/ 428920 h 7761144"/>
              <a:gd name="connsiteX3" fmla="*/ 3878118 w 3878118"/>
              <a:gd name="connsiteY3" fmla="*/ 7332224 h 7761144"/>
              <a:gd name="connsiteX4" fmla="*/ 3449198 w 3878118"/>
              <a:gd name="connsiteY4" fmla="*/ 7761144 h 7761144"/>
              <a:gd name="connsiteX5" fmla="*/ 428920 w 3878118"/>
              <a:gd name="connsiteY5" fmla="*/ 7761144 h 7761144"/>
              <a:gd name="connsiteX6" fmla="*/ 0 w 3878118"/>
              <a:gd name="connsiteY6" fmla="*/ 7332224 h 7761144"/>
              <a:gd name="connsiteX7" fmla="*/ 0 w 3878118"/>
              <a:gd name="connsiteY7" fmla="*/ 428920 h 7761144"/>
              <a:gd name="connsiteX8" fmla="*/ 428920 w 3878118"/>
              <a:gd name="connsiteY8" fmla="*/ 0 h 776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8118" h="7761144">
                <a:moveTo>
                  <a:pt x="428920" y="0"/>
                </a:moveTo>
                <a:lnTo>
                  <a:pt x="3449198" y="0"/>
                </a:lnTo>
                <a:cubicBezTo>
                  <a:pt x="3686084" y="0"/>
                  <a:pt x="3878118" y="192034"/>
                  <a:pt x="3878118" y="428920"/>
                </a:cubicBezTo>
                <a:lnTo>
                  <a:pt x="3878118" y="7332224"/>
                </a:lnTo>
                <a:cubicBezTo>
                  <a:pt x="3878118" y="7569110"/>
                  <a:pt x="3686084" y="7761144"/>
                  <a:pt x="3449198" y="7761144"/>
                </a:cubicBezTo>
                <a:lnTo>
                  <a:pt x="428920" y="7761144"/>
                </a:lnTo>
                <a:cubicBezTo>
                  <a:pt x="192034" y="7761144"/>
                  <a:pt x="0" y="7569110"/>
                  <a:pt x="0" y="7332224"/>
                </a:cubicBezTo>
                <a:lnTo>
                  <a:pt x="0" y="428920"/>
                </a:lnTo>
                <a:cubicBezTo>
                  <a:pt x="0" y="192034"/>
                  <a:pt x="192034" y="0"/>
                  <a:pt x="42892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94792A-5A7A-816C-A49E-FFF23C5111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43400" y="5416998"/>
            <a:ext cx="3063342" cy="5881614"/>
          </a:xfrm>
          <a:custGeom>
            <a:avLst/>
            <a:gdLst>
              <a:gd name="connsiteX0" fmla="*/ 306949 w 2775309"/>
              <a:gd name="connsiteY0" fmla="*/ 0 h 5328592"/>
              <a:gd name="connsiteX1" fmla="*/ 2468360 w 2775309"/>
              <a:gd name="connsiteY1" fmla="*/ 0 h 5328592"/>
              <a:gd name="connsiteX2" fmla="*/ 2775309 w 2775309"/>
              <a:gd name="connsiteY2" fmla="*/ 306950 h 5328592"/>
              <a:gd name="connsiteX3" fmla="*/ 2775309 w 2775309"/>
              <a:gd name="connsiteY3" fmla="*/ 5021643 h 5328592"/>
              <a:gd name="connsiteX4" fmla="*/ 2468360 w 2775309"/>
              <a:gd name="connsiteY4" fmla="*/ 5328592 h 5328592"/>
              <a:gd name="connsiteX5" fmla="*/ 306949 w 2775309"/>
              <a:gd name="connsiteY5" fmla="*/ 5328592 h 5328592"/>
              <a:gd name="connsiteX6" fmla="*/ 0 w 2775309"/>
              <a:gd name="connsiteY6" fmla="*/ 5021643 h 5328592"/>
              <a:gd name="connsiteX7" fmla="*/ 0 w 2775309"/>
              <a:gd name="connsiteY7" fmla="*/ 306950 h 5328592"/>
              <a:gd name="connsiteX8" fmla="*/ 306949 w 2775309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09" h="5328592">
                <a:moveTo>
                  <a:pt x="306949" y="0"/>
                </a:moveTo>
                <a:lnTo>
                  <a:pt x="2468360" y="0"/>
                </a:lnTo>
                <a:cubicBezTo>
                  <a:pt x="2637884" y="0"/>
                  <a:pt x="2775309" y="137426"/>
                  <a:pt x="2775309" y="306950"/>
                </a:cubicBezTo>
                <a:lnTo>
                  <a:pt x="2775309" y="5021643"/>
                </a:lnTo>
                <a:cubicBezTo>
                  <a:pt x="2775309" y="5191166"/>
                  <a:pt x="2637884" y="5328592"/>
                  <a:pt x="2468360" y="5328592"/>
                </a:cubicBezTo>
                <a:lnTo>
                  <a:pt x="306949" y="5328592"/>
                </a:lnTo>
                <a:cubicBezTo>
                  <a:pt x="137425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5" y="0"/>
                  <a:pt x="30694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ADD219-6079-57B5-8A00-23E0413B53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75609" y="6581489"/>
            <a:ext cx="3063342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1 w 2775310"/>
              <a:gd name="connsiteY1" fmla="*/ 0 h 5328592"/>
              <a:gd name="connsiteX2" fmla="*/ 2775310 w 2775310"/>
              <a:gd name="connsiteY2" fmla="*/ 306949 h 5328592"/>
              <a:gd name="connsiteX3" fmla="*/ 2775310 w 2775310"/>
              <a:gd name="connsiteY3" fmla="*/ 5021643 h 5328592"/>
              <a:gd name="connsiteX4" fmla="*/ 2468361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49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1" y="0"/>
                </a:lnTo>
                <a:cubicBezTo>
                  <a:pt x="2637884" y="0"/>
                  <a:pt x="2775310" y="137426"/>
                  <a:pt x="2775310" y="306949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1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49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3DEDA72-4538-779B-5E8F-5DF929163D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92182" y="5620745"/>
            <a:ext cx="3063342" cy="5881614"/>
          </a:xfrm>
          <a:custGeom>
            <a:avLst/>
            <a:gdLst>
              <a:gd name="connsiteX0" fmla="*/ 306950 w 2775310"/>
              <a:gd name="connsiteY0" fmla="*/ 0 h 5328592"/>
              <a:gd name="connsiteX1" fmla="*/ 2468362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2 w 2775310"/>
              <a:gd name="connsiteY4" fmla="*/ 5328592 h 5328592"/>
              <a:gd name="connsiteX5" fmla="*/ 306950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50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50" y="0"/>
                </a:moveTo>
                <a:lnTo>
                  <a:pt x="2468362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2" y="5328592"/>
                </a:cubicBezTo>
                <a:lnTo>
                  <a:pt x="306950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5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18171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E6F36ED-95AD-7200-C5E0-AF721004F7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628708" y="2841370"/>
            <a:ext cx="6721544" cy="6608918"/>
          </a:xfrm>
          <a:custGeom>
            <a:avLst/>
            <a:gdLst>
              <a:gd name="connsiteX0" fmla="*/ 639808 w 6721544"/>
              <a:gd name="connsiteY0" fmla="*/ 0 h 6608918"/>
              <a:gd name="connsiteX1" fmla="*/ 6081736 w 6721544"/>
              <a:gd name="connsiteY1" fmla="*/ 0 h 6608918"/>
              <a:gd name="connsiteX2" fmla="*/ 6721544 w 6721544"/>
              <a:gd name="connsiteY2" fmla="*/ 639809 h 6608918"/>
              <a:gd name="connsiteX3" fmla="*/ 6721544 w 6721544"/>
              <a:gd name="connsiteY3" fmla="*/ 5969109 h 6608918"/>
              <a:gd name="connsiteX4" fmla="*/ 6081736 w 6721544"/>
              <a:gd name="connsiteY4" fmla="*/ 6608918 h 6608918"/>
              <a:gd name="connsiteX5" fmla="*/ 639808 w 6721544"/>
              <a:gd name="connsiteY5" fmla="*/ 6608918 h 6608918"/>
              <a:gd name="connsiteX6" fmla="*/ 0 w 6721544"/>
              <a:gd name="connsiteY6" fmla="*/ 5969109 h 6608918"/>
              <a:gd name="connsiteX7" fmla="*/ 0 w 6721544"/>
              <a:gd name="connsiteY7" fmla="*/ 639809 h 6608918"/>
              <a:gd name="connsiteX8" fmla="*/ 639808 w 6721544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4" h="6608918">
                <a:moveTo>
                  <a:pt x="639808" y="0"/>
                </a:moveTo>
                <a:lnTo>
                  <a:pt x="6081736" y="0"/>
                </a:lnTo>
                <a:cubicBezTo>
                  <a:pt x="6435092" y="0"/>
                  <a:pt x="6721544" y="286452"/>
                  <a:pt x="6721544" y="639809"/>
                </a:cubicBezTo>
                <a:lnTo>
                  <a:pt x="6721544" y="5969109"/>
                </a:lnTo>
                <a:cubicBezTo>
                  <a:pt x="6721544" y="6322466"/>
                  <a:pt x="6435092" y="6608918"/>
                  <a:pt x="6081736" y="6608918"/>
                </a:cubicBezTo>
                <a:lnTo>
                  <a:pt x="639808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A4E69A7-E7AF-32CB-9147-ED8E8CAC3E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4667" y="2841370"/>
            <a:ext cx="6721545" cy="6608918"/>
          </a:xfrm>
          <a:custGeom>
            <a:avLst/>
            <a:gdLst>
              <a:gd name="connsiteX0" fmla="*/ 639809 w 6721545"/>
              <a:gd name="connsiteY0" fmla="*/ 0 h 6608918"/>
              <a:gd name="connsiteX1" fmla="*/ 6081736 w 6721545"/>
              <a:gd name="connsiteY1" fmla="*/ 0 h 6608918"/>
              <a:gd name="connsiteX2" fmla="*/ 6721545 w 6721545"/>
              <a:gd name="connsiteY2" fmla="*/ 639809 h 6608918"/>
              <a:gd name="connsiteX3" fmla="*/ 6721545 w 6721545"/>
              <a:gd name="connsiteY3" fmla="*/ 5969109 h 6608918"/>
              <a:gd name="connsiteX4" fmla="*/ 6081736 w 6721545"/>
              <a:gd name="connsiteY4" fmla="*/ 6608918 h 6608918"/>
              <a:gd name="connsiteX5" fmla="*/ 639809 w 6721545"/>
              <a:gd name="connsiteY5" fmla="*/ 6608918 h 6608918"/>
              <a:gd name="connsiteX6" fmla="*/ 0 w 6721545"/>
              <a:gd name="connsiteY6" fmla="*/ 5969109 h 6608918"/>
              <a:gd name="connsiteX7" fmla="*/ 0 w 6721545"/>
              <a:gd name="connsiteY7" fmla="*/ 639809 h 6608918"/>
              <a:gd name="connsiteX8" fmla="*/ 639809 w 6721545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5" h="6608918">
                <a:moveTo>
                  <a:pt x="639809" y="0"/>
                </a:moveTo>
                <a:lnTo>
                  <a:pt x="6081736" y="0"/>
                </a:lnTo>
                <a:cubicBezTo>
                  <a:pt x="6435092" y="0"/>
                  <a:pt x="6721545" y="286452"/>
                  <a:pt x="6721545" y="639809"/>
                </a:cubicBezTo>
                <a:lnTo>
                  <a:pt x="6721545" y="5969109"/>
                </a:lnTo>
                <a:cubicBezTo>
                  <a:pt x="6721545" y="6322466"/>
                  <a:pt x="6435092" y="6608918"/>
                  <a:pt x="6081736" y="6608918"/>
                </a:cubicBezTo>
                <a:lnTo>
                  <a:pt x="639809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C31DCD-B6DD-DB12-9705-79BC159CF3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29640" y="2841370"/>
            <a:ext cx="6721545" cy="6608918"/>
          </a:xfrm>
          <a:custGeom>
            <a:avLst/>
            <a:gdLst>
              <a:gd name="connsiteX0" fmla="*/ 639809 w 6721545"/>
              <a:gd name="connsiteY0" fmla="*/ 0 h 6608918"/>
              <a:gd name="connsiteX1" fmla="*/ 6081736 w 6721545"/>
              <a:gd name="connsiteY1" fmla="*/ 0 h 6608918"/>
              <a:gd name="connsiteX2" fmla="*/ 6721545 w 6721545"/>
              <a:gd name="connsiteY2" fmla="*/ 639809 h 6608918"/>
              <a:gd name="connsiteX3" fmla="*/ 6721545 w 6721545"/>
              <a:gd name="connsiteY3" fmla="*/ 5969109 h 6608918"/>
              <a:gd name="connsiteX4" fmla="*/ 6081736 w 6721545"/>
              <a:gd name="connsiteY4" fmla="*/ 6608918 h 6608918"/>
              <a:gd name="connsiteX5" fmla="*/ 639809 w 6721545"/>
              <a:gd name="connsiteY5" fmla="*/ 6608918 h 6608918"/>
              <a:gd name="connsiteX6" fmla="*/ 0 w 6721545"/>
              <a:gd name="connsiteY6" fmla="*/ 5969109 h 6608918"/>
              <a:gd name="connsiteX7" fmla="*/ 0 w 6721545"/>
              <a:gd name="connsiteY7" fmla="*/ 639809 h 6608918"/>
              <a:gd name="connsiteX8" fmla="*/ 639809 w 6721545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5" h="6608918">
                <a:moveTo>
                  <a:pt x="639809" y="0"/>
                </a:moveTo>
                <a:lnTo>
                  <a:pt x="6081736" y="0"/>
                </a:lnTo>
                <a:cubicBezTo>
                  <a:pt x="6435092" y="0"/>
                  <a:pt x="6721545" y="286452"/>
                  <a:pt x="6721545" y="639809"/>
                </a:cubicBezTo>
                <a:lnTo>
                  <a:pt x="6721545" y="5969109"/>
                </a:lnTo>
                <a:cubicBezTo>
                  <a:pt x="6721545" y="6322466"/>
                  <a:pt x="6435092" y="6608918"/>
                  <a:pt x="6081736" y="6608918"/>
                </a:cubicBezTo>
                <a:lnTo>
                  <a:pt x="639809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845118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08C6678-C054-AB74-F6B8-BA386797A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96964"/>
            <a:ext cx="11254309" cy="11545295"/>
          </a:xfrm>
          <a:custGeom>
            <a:avLst/>
            <a:gdLst>
              <a:gd name="connsiteX0" fmla="*/ 0 w 11254309"/>
              <a:gd name="connsiteY0" fmla="*/ 0 h 11545295"/>
              <a:gd name="connsiteX1" fmla="*/ 10269842 w 11254309"/>
              <a:gd name="connsiteY1" fmla="*/ 0 h 11545295"/>
              <a:gd name="connsiteX2" fmla="*/ 11254309 w 11254309"/>
              <a:gd name="connsiteY2" fmla="*/ 984467 h 11545295"/>
              <a:gd name="connsiteX3" fmla="*/ 11254309 w 11254309"/>
              <a:gd name="connsiteY3" fmla="*/ 10560828 h 11545295"/>
              <a:gd name="connsiteX4" fmla="*/ 10269842 w 11254309"/>
              <a:gd name="connsiteY4" fmla="*/ 11545295 h 11545295"/>
              <a:gd name="connsiteX5" fmla="*/ 0 w 11254309"/>
              <a:gd name="connsiteY5" fmla="*/ 11545295 h 1154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54309" h="11545295">
                <a:moveTo>
                  <a:pt x="0" y="0"/>
                </a:moveTo>
                <a:lnTo>
                  <a:pt x="10269842" y="0"/>
                </a:lnTo>
                <a:cubicBezTo>
                  <a:pt x="10813548" y="0"/>
                  <a:pt x="11254309" y="440761"/>
                  <a:pt x="11254309" y="984467"/>
                </a:cubicBezTo>
                <a:lnTo>
                  <a:pt x="11254309" y="10560828"/>
                </a:lnTo>
                <a:cubicBezTo>
                  <a:pt x="11254309" y="11104534"/>
                  <a:pt x="10813548" y="11545295"/>
                  <a:pt x="10269842" y="11545295"/>
                </a:cubicBezTo>
                <a:lnTo>
                  <a:pt x="0" y="11545295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71C925-1A34-EBAE-12E1-F2BAD7A94C38}"/>
              </a:ext>
            </a:extLst>
          </p:cNvPr>
          <p:cNvSpPr/>
          <p:nvPr userDrawn="1"/>
        </p:nvSpPr>
        <p:spPr>
          <a:xfrm>
            <a:off x="12170643" y="6126438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CD913A-2549-E033-A2DE-5A9D31B9EC1F}"/>
              </a:ext>
            </a:extLst>
          </p:cNvPr>
          <p:cNvSpPr/>
          <p:nvPr userDrawn="1"/>
        </p:nvSpPr>
        <p:spPr>
          <a:xfrm>
            <a:off x="18100562" y="6126438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581AB6-15B1-F96E-DC0D-8713ADBBEAEC}"/>
              </a:ext>
            </a:extLst>
          </p:cNvPr>
          <p:cNvSpPr/>
          <p:nvPr userDrawn="1"/>
        </p:nvSpPr>
        <p:spPr>
          <a:xfrm>
            <a:off x="12170643" y="8911340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C045D1-F006-DF58-B843-0C898475C47B}"/>
              </a:ext>
            </a:extLst>
          </p:cNvPr>
          <p:cNvSpPr/>
          <p:nvPr userDrawn="1"/>
        </p:nvSpPr>
        <p:spPr>
          <a:xfrm>
            <a:off x="18100562" y="8911340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745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980ED3F-48AE-DCA2-6B60-CE356ACFF1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8" y="1096964"/>
            <a:ext cx="22321836" cy="5545013"/>
          </a:xfrm>
          <a:custGeom>
            <a:avLst/>
            <a:gdLst>
              <a:gd name="connsiteX0" fmla="*/ 638730 w 22321836"/>
              <a:gd name="connsiteY0" fmla="*/ 0 h 5545013"/>
              <a:gd name="connsiteX1" fmla="*/ 21683108 w 22321836"/>
              <a:gd name="connsiteY1" fmla="*/ 0 h 5545013"/>
              <a:gd name="connsiteX2" fmla="*/ 22321836 w 22321836"/>
              <a:gd name="connsiteY2" fmla="*/ 638730 h 5545013"/>
              <a:gd name="connsiteX3" fmla="*/ 22321836 w 22321836"/>
              <a:gd name="connsiteY3" fmla="*/ 4906283 h 5545013"/>
              <a:gd name="connsiteX4" fmla="*/ 21683108 w 22321836"/>
              <a:gd name="connsiteY4" fmla="*/ 5545013 h 5545013"/>
              <a:gd name="connsiteX5" fmla="*/ 638730 w 22321836"/>
              <a:gd name="connsiteY5" fmla="*/ 5545013 h 5545013"/>
              <a:gd name="connsiteX6" fmla="*/ 0 w 22321836"/>
              <a:gd name="connsiteY6" fmla="*/ 4906283 h 5545013"/>
              <a:gd name="connsiteX7" fmla="*/ 0 w 22321836"/>
              <a:gd name="connsiteY7" fmla="*/ 638730 h 5545013"/>
              <a:gd name="connsiteX8" fmla="*/ 638730 w 22321836"/>
              <a:gd name="connsiteY8" fmla="*/ 0 h 5545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1836" h="5545013">
                <a:moveTo>
                  <a:pt x="638730" y="0"/>
                </a:moveTo>
                <a:lnTo>
                  <a:pt x="21683108" y="0"/>
                </a:lnTo>
                <a:cubicBezTo>
                  <a:pt x="22035868" y="0"/>
                  <a:pt x="22321836" y="285969"/>
                  <a:pt x="22321836" y="638730"/>
                </a:cubicBezTo>
                <a:lnTo>
                  <a:pt x="22321836" y="4906283"/>
                </a:lnTo>
                <a:cubicBezTo>
                  <a:pt x="22321836" y="5259044"/>
                  <a:pt x="22035868" y="5545013"/>
                  <a:pt x="21683108" y="5545013"/>
                </a:cubicBezTo>
                <a:lnTo>
                  <a:pt x="638730" y="5545013"/>
                </a:lnTo>
                <a:cubicBezTo>
                  <a:pt x="285969" y="5545013"/>
                  <a:pt x="0" y="5259044"/>
                  <a:pt x="0" y="4906283"/>
                </a:cubicBezTo>
                <a:lnTo>
                  <a:pt x="0" y="638730"/>
                </a:lnTo>
                <a:cubicBezTo>
                  <a:pt x="0" y="285969"/>
                  <a:pt x="285969" y="0"/>
                  <a:pt x="63873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85519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99EDF11-F2A0-3130-9E81-65407DCCF4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24382413" cy="86582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449770-ECAB-2E86-FCCF-296AC3138D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8658200"/>
            <a:ext cx="24382413" cy="5057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639211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3E89ECC-3026-149C-27C7-58DF9A6FE1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24382413" cy="100983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7239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890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82" r:id="rId2"/>
    <p:sldLayoutId id="2147483662" r:id="rId3"/>
    <p:sldLayoutId id="2147483663" r:id="rId4"/>
    <p:sldLayoutId id="2147483688" r:id="rId5"/>
    <p:sldLayoutId id="2147483664" r:id="rId6"/>
    <p:sldLayoutId id="2147483668" r:id="rId7"/>
    <p:sldLayoutId id="2147483665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7" r:id="rId16"/>
    <p:sldLayoutId id="2147483676" r:id="rId17"/>
    <p:sldLayoutId id="2147483678" r:id="rId18"/>
    <p:sldLayoutId id="2147483679" r:id="rId19"/>
    <p:sldLayoutId id="2147483680" r:id="rId20"/>
    <p:sldLayoutId id="2147483681" r:id="rId21"/>
    <p:sldLayoutId id="2147483684" r:id="rId22"/>
    <p:sldLayoutId id="2147483685" r:id="rId23"/>
    <p:sldLayoutId id="2147483687" r:id="rId24"/>
    <p:sldLayoutId id="2147483686" r:id="rId25"/>
    <p:sldLayoutId id="2147483666" r:id="rId26"/>
    <p:sldLayoutId id="2147483667" r:id="rId2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7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13" Type="http://schemas.openxmlformats.org/officeDocument/2006/relationships/image" Target="../media/image20.png"/><Relationship Id="rId18" Type="http://schemas.openxmlformats.org/officeDocument/2006/relationships/image" Target="../media/image25.jpe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jpeg"/><Relationship Id="rId17" Type="http://schemas.openxmlformats.org/officeDocument/2006/relationships/image" Target="../media/image24.jpe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openxmlformats.org/officeDocument/2006/relationships/image" Target="../media/image12.jpg"/><Relationship Id="rId15" Type="http://schemas.openxmlformats.org/officeDocument/2006/relationships/image" Target="../media/image22.png"/><Relationship Id="rId10" Type="http://schemas.openxmlformats.org/officeDocument/2006/relationships/image" Target="../media/image17.jpeg"/><Relationship Id="rId19" Type="http://schemas.openxmlformats.org/officeDocument/2006/relationships/image" Target="../media/image26.png"/><Relationship Id="rId4" Type="http://schemas.openxmlformats.org/officeDocument/2006/relationships/image" Target="../media/image11.jp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170DD38-E9C3-D315-4E4F-FEE67F936025}"/>
              </a:ext>
            </a:extLst>
          </p:cNvPr>
          <p:cNvSpPr txBox="1"/>
          <p:nvPr/>
        </p:nvSpPr>
        <p:spPr>
          <a:xfrm>
            <a:off x="11887199" y="4157260"/>
            <a:ext cx="11456832" cy="1862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1500" b="1" dirty="0">
                <a:latin typeface="Avenir Next LT Pro"/>
                <a:ea typeface="Inter Tight" pitchFamily="2" charset="0"/>
                <a:cs typeface="Inter Tight" pitchFamily="2" charset="0"/>
              </a:rPr>
              <a:t>OLAP y OLTP</a:t>
            </a:r>
            <a:endParaRPr lang="id-ID" sz="11500" b="1" dirty="0">
              <a:latin typeface="Avenir Next LT Pro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E500D8B-D499-5E34-5254-B65391837836}"/>
              </a:ext>
            </a:extLst>
          </p:cNvPr>
          <p:cNvSpPr/>
          <p:nvPr/>
        </p:nvSpPr>
        <p:spPr>
          <a:xfrm>
            <a:off x="1038382" y="2321497"/>
            <a:ext cx="3404913" cy="7416823"/>
          </a:xfrm>
          <a:prstGeom prst="roundRect">
            <a:avLst>
              <a:gd name="adj" fmla="val 23139"/>
            </a:avLst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94A2C3-A20F-A5DA-3DD1-A74B3B53720B}"/>
              </a:ext>
            </a:extLst>
          </p:cNvPr>
          <p:cNvSpPr txBox="1"/>
          <p:nvPr/>
        </p:nvSpPr>
        <p:spPr>
          <a:xfrm>
            <a:off x="11880882" y="11445337"/>
            <a:ext cx="1145316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rgbClr val="00FFF2"/>
                </a:solidFill>
                <a:latin typeface="Avenir Next LT Pro"/>
                <a:ea typeface="Inter Tight Light" pitchFamily="2" charset="0"/>
                <a:cs typeface="Inter Tight Light" pitchFamily="2" charset="0"/>
              </a:rPr>
              <a:t>INNOVATING TODAY FOR  A SMARTER TOMORROW</a:t>
            </a:r>
            <a:endParaRPr lang="id-ID" sz="2400" dirty="0">
              <a:solidFill>
                <a:srgbClr val="00FFF2"/>
              </a:solidFill>
              <a:latin typeface="Avenir Next LT Pro"/>
              <a:ea typeface="Inter Tight Light" pitchFamily="2" charset="0"/>
              <a:cs typeface="Inter Tight Light" pitchFamily="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C6BD77-AA1F-DB29-28F1-167585FAFA3F}"/>
              </a:ext>
            </a:extLst>
          </p:cNvPr>
          <p:cNvSpPr/>
          <p:nvPr/>
        </p:nvSpPr>
        <p:spPr>
          <a:xfrm>
            <a:off x="5761914" y="11207334"/>
            <a:ext cx="3404913" cy="7416823"/>
          </a:xfrm>
          <a:prstGeom prst="roundRect">
            <a:avLst>
              <a:gd name="adj" fmla="val 23139"/>
            </a:avLst>
          </a:prstGeom>
          <a:noFill/>
          <a:ln w="28575">
            <a:solidFill>
              <a:srgbClr val="00FFF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6B353F-15F1-BA6F-0504-E29ECC5D3A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9F45D392-7F28-9407-9A19-CFED59C3C0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11" name="Graphic 5">
            <a:extLst>
              <a:ext uri="{FF2B5EF4-FFF2-40B4-BE49-F238E27FC236}">
                <a16:creationId xmlns:a16="http://schemas.microsoft.com/office/drawing/2014/main" id="{72174874-2D56-A996-7746-ED114C41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779" y="2050586"/>
            <a:ext cx="2628290" cy="53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8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997CE-4B52-803F-F73F-290349F9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71560169-BFBA-D181-0375-7D7EB4665313}"/>
              </a:ext>
            </a:extLst>
          </p:cNvPr>
          <p:cNvSpPr txBox="1"/>
          <p:nvPr/>
        </p:nvSpPr>
        <p:spPr>
          <a:xfrm>
            <a:off x="1925642" y="1673424"/>
            <a:ext cx="1797042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SV" sz="8000" noProof="0" dirty="0">
                <a:solidFill>
                  <a:schemeClr val="accent1"/>
                </a:solidFill>
                <a:latin typeface="Avenir Next LT Pro Demi"/>
              </a:rPr>
              <a:t>Consumo de Base de Datos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CB2086D-C6C4-4A44-D47B-6E4A90635786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998AB3FA-7F8B-D5DF-A197-D342993F1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76E3052E-0387-4A48-1BDF-6888F8C7B494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7FDCFCB8-D36C-5166-7DCF-6B9936BF9B6F}"/>
              </a:ext>
            </a:extLst>
          </p:cNvPr>
          <p:cNvGrpSpPr/>
          <p:nvPr/>
        </p:nvGrpSpPr>
        <p:grpSpPr>
          <a:xfrm>
            <a:off x="4090306" y="3329607"/>
            <a:ext cx="16201800" cy="9696685"/>
            <a:chOff x="836428" y="942753"/>
            <a:chExt cx="5649432" cy="3381153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E35D8A81-1995-5DE2-B916-C93985427B55}"/>
                </a:ext>
              </a:extLst>
            </p:cNvPr>
            <p:cNvSpPr/>
            <p:nvPr/>
          </p:nvSpPr>
          <p:spPr>
            <a:xfrm>
              <a:off x="836428" y="942753"/>
              <a:ext cx="5649432" cy="3381153"/>
            </a:xfrm>
            <a:prstGeom prst="roundRect">
              <a:avLst>
                <a:gd name="adj" fmla="val 471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SV" noProof="0" dirty="0"/>
            </a:p>
          </p:txBody>
        </p: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8C68DCD0-1E43-0973-906E-6258B9282FAA}"/>
                </a:ext>
              </a:extLst>
            </p:cNvPr>
            <p:cNvGrpSpPr/>
            <p:nvPr/>
          </p:nvGrpSpPr>
          <p:grpSpPr>
            <a:xfrm>
              <a:off x="938500" y="1017480"/>
              <a:ext cx="5487792" cy="3222240"/>
              <a:chOff x="1829844" y="1326527"/>
              <a:chExt cx="9031315" cy="5302873"/>
            </a:xfrm>
          </p:grpSpPr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AD8D0F40-6C55-FFB2-2C18-4EF6948628F0}"/>
                  </a:ext>
                </a:extLst>
              </p:cNvPr>
              <p:cNvSpPr/>
              <p:nvPr/>
            </p:nvSpPr>
            <p:spPr>
              <a:xfrm>
                <a:off x="1913965" y="4012604"/>
                <a:ext cx="556185" cy="302403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>
                <a:spAutoFit/>
              </a:bodyPr>
              <a:lstStyle/>
              <a:p>
                <a:endParaRPr lang="es-SV" noProof="0" dirty="0"/>
              </a:p>
            </p:txBody>
          </p:sp>
          <p:sp>
            <p:nvSpPr>
              <p:cNvPr id="10" name="object 8">
                <a:extLst>
                  <a:ext uri="{FF2B5EF4-FFF2-40B4-BE49-F238E27FC236}">
                    <a16:creationId xmlns:a16="http://schemas.microsoft.com/office/drawing/2014/main" id="{E8E42DF3-11D8-9727-E6A3-C39B810CF1F2}"/>
                  </a:ext>
                </a:extLst>
              </p:cNvPr>
              <p:cNvSpPr/>
              <p:nvPr/>
            </p:nvSpPr>
            <p:spPr>
              <a:xfrm>
                <a:off x="1936377" y="4426796"/>
                <a:ext cx="754230" cy="276709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>
                <a:spAutoFit/>
              </a:bodyPr>
              <a:lstStyle/>
              <a:p>
                <a:endParaRPr lang="es-SV" noProof="0" dirty="0"/>
              </a:p>
            </p:txBody>
          </p:sp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87B3C4F0-3087-ED85-796D-7F1313AEB830}"/>
                  </a:ext>
                </a:extLst>
              </p:cNvPr>
              <p:cNvSpPr/>
              <p:nvPr/>
            </p:nvSpPr>
            <p:spPr>
              <a:xfrm>
                <a:off x="2636340" y="3962400"/>
                <a:ext cx="805619" cy="402810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>
                <a:spAutoFit/>
              </a:bodyPr>
              <a:lstStyle/>
              <a:p>
                <a:endParaRPr lang="es-SV" noProof="0" dirty="0"/>
              </a:p>
            </p:txBody>
          </p:sp>
          <p:sp>
            <p:nvSpPr>
              <p:cNvPr id="13" name="object 10">
                <a:extLst>
                  <a:ext uri="{FF2B5EF4-FFF2-40B4-BE49-F238E27FC236}">
                    <a16:creationId xmlns:a16="http://schemas.microsoft.com/office/drawing/2014/main" id="{43793090-C1EE-F422-E964-AD04739A48D5}"/>
                  </a:ext>
                </a:extLst>
              </p:cNvPr>
              <p:cNvSpPr/>
              <p:nvPr/>
            </p:nvSpPr>
            <p:spPr>
              <a:xfrm>
                <a:off x="2690607" y="4375011"/>
                <a:ext cx="716281" cy="405972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>
                <a:spAutoFit/>
              </a:bodyPr>
              <a:lstStyle/>
              <a:p>
                <a:endParaRPr lang="es-SV" noProof="0" dirty="0"/>
              </a:p>
            </p:txBody>
          </p:sp>
          <p:pic>
            <p:nvPicPr>
              <p:cNvPr id="14" name="Picture 2" descr="Pentaho Integration: ETL Development and Reporting - Casablanca, Morocco  and Offshore">
                <a:extLst>
                  <a:ext uri="{FF2B5EF4-FFF2-40B4-BE49-F238E27FC236}">
                    <a16:creationId xmlns:a16="http://schemas.microsoft.com/office/drawing/2014/main" id="{4841B3EE-04BE-3F82-5FD7-E943A6ACF0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39000" y="6156957"/>
                <a:ext cx="659705" cy="4059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4" descr="SQL Server Integration Services -SSIS">
                <a:extLst>
                  <a:ext uri="{FF2B5EF4-FFF2-40B4-BE49-F238E27FC236}">
                    <a16:creationId xmlns:a16="http://schemas.microsoft.com/office/drawing/2014/main" id="{98BEB4FA-791C-CE59-C4E9-374A6D2DD0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20207" y="6015038"/>
                <a:ext cx="614362" cy="6143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8" descr="Python Logo - símbolo, significado logotipo, historia, PNG">
                <a:extLst>
                  <a:ext uri="{FF2B5EF4-FFF2-40B4-BE49-F238E27FC236}">
                    <a16:creationId xmlns:a16="http://schemas.microsoft.com/office/drawing/2014/main" id="{D88D5295-EB7C-E6AA-8541-993264A57D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56071" y="6215164"/>
                <a:ext cx="703784" cy="2895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Picture 12">
                <a:extLst>
                  <a:ext uri="{FF2B5EF4-FFF2-40B4-BE49-F238E27FC236}">
                    <a16:creationId xmlns:a16="http://schemas.microsoft.com/office/drawing/2014/main" id="{6B4B73BA-C3CB-5148-31D7-0F4F7FF350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59855" y="6211625"/>
                <a:ext cx="452437" cy="3513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14" descr="SQL Server Management Studio. In this article we are going to know… | by  Rohit Patil | Medium">
                <a:extLst>
                  <a:ext uri="{FF2B5EF4-FFF2-40B4-BE49-F238E27FC236}">
                    <a16:creationId xmlns:a16="http://schemas.microsoft.com/office/drawing/2014/main" id="{470B3083-0650-3816-47AE-897307EFC7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26579" y="4693793"/>
                <a:ext cx="508956" cy="4803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16" descr="MySQL Workbench | GPL, Oracle | MySQL is an open source relational databas…  | Relational database management system, Relational database, Database  management system">
                <a:extLst>
                  <a:ext uri="{FF2B5EF4-FFF2-40B4-BE49-F238E27FC236}">
                    <a16:creationId xmlns:a16="http://schemas.microsoft.com/office/drawing/2014/main" id="{77C463E5-53F1-A705-449D-3F45D41CB7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22465" y="4769993"/>
                <a:ext cx="404114" cy="4041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18" descr="Install Last PgAdmin 4 on RHEL/CentOS 7">
                <a:extLst>
                  <a:ext uri="{FF2B5EF4-FFF2-40B4-BE49-F238E27FC236}">
                    <a16:creationId xmlns:a16="http://schemas.microsoft.com/office/drawing/2014/main" id="{67E7D99A-0076-E488-E079-7241452D08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68643" y="4750245"/>
                <a:ext cx="911442" cy="4238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20" descr="DBeaver Corporation | EDB">
                <a:extLst>
                  <a:ext uri="{FF2B5EF4-FFF2-40B4-BE49-F238E27FC236}">
                    <a16:creationId xmlns:a16="http://schemas.microsoft.com/office/drawing/2014/main" id="{4C86F2BA-E754-C984-47EE-A6292EC132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56285" y="4740390"/>
                <a:ext cx="904874" cy="4524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22" descr="Oracle SQL Training in Chennai|Oracle SQL Course Chennai - Enroll">
                <a:extLst>
                  <a:ext uri="{FF2B5EF4-FFF2-40B4-BE49-F238E27FC236}">
                    <a16:creationId xmlns:a16="http://schemas.microsoft.com/office/drawing/2014/main" id="{52959C15-9B7A-C7FF-88E2-A7EB94B0C9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24878" y="4572000"/>
                <a:ext cx="976122" cy="800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1E92C185-38C1-48CC-64C1-949356B87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29844" y="1326527"/>
                <a:ext cx="4991408" cy="5271746"/>
              </a:xfrm>
              <a:prstGeom prst="rect">
                <a:avLst/>
              </a:prstGeom>
            </p:spPr>
          </p:pic>
          <p:pic>
            <p:nvPicPr>
              <p:cNvPr id="24" name="Picture 2" descr="Power BI Logo and sign, new logo meaning and history, PNG, SVG">
                <a:extLst>
                  <a:ext uri="{FF2B5EF4-FFF2-40B4-BE49-F238E27FC236}">
                    <a16:creationId xmlns:a16="http://schemas.microsoft.com/office/drawing/2014/main" id="{15C563F5-F3E6-63F7-3A35-CE76D6155B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568" r="24606"/>
              <a:stretch/>
            </p:blipFill>
            <p:spPr bwMode="auto">
              <a:xfrm>
                <a:off x="7024878" y="5410200"/>
                <a:ext cx="453481" cy="4924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4" descr="Tableau - Workforce EdTech">
                <a:extLst>
                  <a:ext uri="{FF2B5EF4-FFF2-40B4-BE49-F238E27FC236}">
                    <a16:creationId xmlns:a16="http://schemas.microsoft.com/office/drawing/2014/main" id="{BC3B8138-E0E6-8CCA-10C2-53D3F7DB57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43812" y="5357812"/>
                <a:ext cx="585788" cy="5857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8" descr="Looker - Tech Partners | Cloudflare">
                <a:extLst>
                  <a:ext uri="{FF2B5EF4-FFF2-40B4-BE49-F238E27FC236}">
                    <a16:creationId xmlns:a16="http://schemas.microsoft.com/office/drawing/2014/main" id="{B4BD3465-B696-3DBA-74CD-774E9011B3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51" t="16129" r="14950" b="18565"/>
              <a:stretch/>
            </p:blipFill>
            <p:spPr bwMode="auto">
              <a:xfrm>
                <a:off x="8361227" y="5357812"/>
                <a:ext cx="585788" cy="5941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10" descr="Metabase full logo transparent PNG - StickPNG">
                <a:extLst>
                  <a:ext uri="{FF2B5EF4-FFF2-40B4-BE49-F238E27FC236}">
                    <a16:creationId xmlns:a16="http://schemas.microsoft.com/office/drawing/2014/main" id="{B1ED2B39-4CAC-07AC-58A0-35BA5A5C40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52161" y="5285169"/>
                <a:ext cx="666750" cy="6667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Picture 12" descr="GitHub - apache/superset: Apache Superset is a Data ...">
                <a:extLst>
                  <a:ext uri="{FF2B5EF4-FFF2-40B4-BE49-F238E27FC236}">
                    <a16:creationId xmlns:a16="http://schemas.microsoft.com/office/drawing/2014/main" id="{C37787F8-8137-0A96-1B62-2AB80EAF02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51647" y="5392325"/>
                <a:ext cx="904874" cy="4524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0562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EA500-4BE8-C243-54F6-9134F792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6A0BB19-7A16-C269-B10F-4CC9D7229AF9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OLAP y OLTP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06839AF-4CF8-21A4-528A-5C90F80195AD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A4BA3B5F-DBEF-F882-DC5E-2E88339DC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62E67B8A-4157-0AD9-7510-EA0642ED06D1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D0680820-E6D7-A8FD-F4B5-8D8730CCD328}"/>
              </a:ext>
            </a:extLst>
          </p:cNvPr>
          <p:cNvSpPr txBox="1"/>
          <p:nvPr/>
        </p:nvSpPr>
        <p:spPr>
          <a:xfrm>
            <a:off x="2022724" y="4735503"/>
            <a:ext cx="12328722" cy="50167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3200" dirty="0"/>
              <a:t>Imagina una tienda en línea como Amazon. Cada vez que un cliente realiza una compra, el sistema ejecuta una serie de transacciones: verifica el inventario, procesa el pago, actualiza el stock y genera una confirmación de pedido. Estas operaciones deben ser rápidas, precisas y eficientes, ya que ocurren en tiempo real y afectan directamente la experiencia del usuario.</a:t>
            </a:r>
          </a:p>
          <a:p>
            <a:pPr lvl="0"/>
            <a:endParaRPr lang="es-MX" sz="3200" dirty="0"/>
          </a:p>
          <a:p>
            <a:pPr lvl="0"/>
            <a:r>
              <a:rPr lang="es-MX" sz="3200" dirty="0"/>
              <a:t>Este es un ejemplo clásico de un sistema OLTP </a:t>
            </a:r>
            <a:r>
              <a:rPr lang="es-MX" sz="3200" b="1" dirty="0"/>
              <a:t>(Online </a:t>
            </a:r>
            <a:r>
              <a:rPr lang="es-MX" sz="3200" b="1" dirty="0" err="1"/>
              <a:t>Transaction</a:t>
            </a:r>
            <a:r>
              <a:rPr lang="es-MX" sz="3200" b="1" dirty="0"/>
              <a:t> Processing)</a:t>
            </a:r>
            <a:r>
              <a:rPr lang="es-MX" sz="3200" dirty="0"/>
              <a:t>, diseñado para manejar un alto volumen de transacciones simultáneas con baja latencia y garantizar la integridad de los datos.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BF02C1-A298-3DE6-7B32-9EF5EB689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3534" y="3304639"/>
            <a:ext cx="8071806" cy="807180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65427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187D7-955A-56E6-1782-FD2AFC50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5CB8528-B17E-5F8A-ED74-77C711520934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OLAP y OLTP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8EB4191-AA3C-FB69-2574-2FBA055F2246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C8CCFEDD-839C-299D-3F9F-E3DCD1D5B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500A0542-E1DE-88A8-ABDC-04B06F4D940C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F9D87979-618C-713A-66C3-9DE08A2DED17}"/>
              </a:ext>
            </a:extLst>
          </p:cNvPr>
          <p:cNvSpPr txBox="1"/>
          <p:nvPr/>
        </p:nvSpPr>
        <p:spPr>
          <a:xfrm>
            <a:off x="2022724" y="4735503"/>
            <a:ext cx="12328722" cy="60016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3200" dirty="0"/>
              <a:t>Imagina que los gerentes de Amazon necesitan planificar el inventario para el próximo trimestre. Para ello, no pueden basarse únicamente en transacciones individuales, sino en tendencias y patrones de compra a lo largo del tiempo.</a:t>
            </a:r>
          </a:p>
          <a:p>
            <a:pPr lvl="0"/>
            <a:endParaRPr lang="es-MX" sz="3200" dirty="0"/>
          </a:p>
          <a:p>
            <a:pPr lvl="0"/>
            <a:r>
              <a:rPr lang="es-MX" sz="3200" dirty="0"/>
              <a:t>Los sistemas </a:t>
            </a:r>
            <a:r>
              <a:rPr lang="es-MX" sz="3200" b="1" dirty="0"/>
              <a:t>OLAP (Online </a:t>
            </a:r>
            <a:r>
              <a:rPr lang="es-MX" sz="3200" b="1" dirty="0" err="1"/>
              <a:t>Analytical</a:t>
            </a:r>
            <a:r>
              <a:rPr lang="es-MX" sz="3200" b="1" dirty="0"/>
              <a:t> Processing)</a:t>
            </a:r>
            <a:r>
              <a:rPr lang="es-MX" sz="3200" dirty="0"/>
              <a:t> permiten analizar grandes volúmenes de datos históricos para la toma de decisiones estratégicas. En lugar de procesar transacciones individuales, OLAP se enfoca en consultas complejas y agregaciones de datos, como identificar patrones de compra, prever tendencias de mercado y optimizar estrategias empresariales.</a:t>
            </a:r>
          </a:p>
          <a:p>
            <a:pPr lvl="0"/>
            <a:endParaRPr lang="es-MX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7F84052-F6F0-7ED5-8DFA-467682087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1526" y="3565376"/>
            <a:ext cx="7757120" cy="775712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64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BD5B-DAC8-1CA7-B1D3-E10453A3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BB54E2C-B82B-20F4-936A-8A53CBC8FFC9}"/>
              </a:ext>
            </a:extLst>
          </p:cNvPr>
          <p:cNvSpPr txBox="1"/>
          <p:nvPr/>
        </p:nvSpPr>
        <p:spPr>
          <a:xfrm>
            <a:off x="1925642" y="2339555"/>
            <a:ext cx="2070672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OLAP y OLTP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2B41FAC-1A74-75B6-42E6-80E6536824D7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6771C312-A3EE-91A8-24B7-78491139E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20D085B5-7045-7521-1DEE-D4569F7FDE7A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2" descr="OLTP and OLAP, What are the differences? | by Ashutosh Kumar | Medium">
            <a:extLst>
              <a:ext uri="{FF2B5EF4-FFF2-40B4-BE49-F238E27FC236}">
                <a16:creationId xmlns:a16="http://schemas.microsoft.com/office/drawing/2014/main" id="{86C27138-D9FF-7455-AC85-C6478FB76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162" y="4049688"/>
            <a:ext cx="18794088" cy="77460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933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7C062-40F3-116C-CED9-559724E67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3285682-1BF7-3846-48A8-A84AD5F2D013}"/>
              </a:ext>
            </a:extLst>
          </p:cNvPr>
          <p:cNvSpPr txBox="1"/>
          <p:nvPr/>
        </p:nvSpPr>
        <p:spPr>
          <a:xfrm>
            <a:off x="1925642" y="2339555"/>
            <a:ext cx="19266563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Bases de Datos OLTP: La Espina Dorsal de las Transacciones Empresariales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6954CB7F-8AA8-C1F6-A6A8-8495A17FE3F9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4C33D7EC-C5E6-BDB3-ECA9-1D8FC1309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472F1933-830D-583A-2486-55D7F39C5FE0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A7DD052C-8582-B1A2-E916-1D6D727BDB78}"/>
              </a:ext>
            </a:extLst>
          </p:cNvPr>
          <p:cNvSpPr txBox="1"/>
          <p:nvPr/>
        </p:nvSpPr>
        <p:spPr>
          <a:xfrm>
            <a:off x="9742934" y="5705872"/>
            <a:ext cx="12328722" cy="64940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3200" dirty="0"/>
              <a:t>Las bases de datos OLTP (Online </a:t>
            </a:r>
            <a:r>
              <a:rPr lang="es-MX" sz="3200" dirty="0" err="1"/>
              <a:t>Transaction</a:t>
            </a:r>
            <a:r>
              <a:rPr lang="es-MX" sz="3200" dirty="0"/>
              <a:t> Processing) están diseñadas para gestionar y optimizar las transacciones diarias de una organización. Son altamente eficientes en la ejecución de operaciones CRUD (Crear, Leer, Actualizar, Eliminar) y están estructuradas para manejar un gran volumen de transacciones concurrentes con baja latencia.</a:t>
            </a:r>
          </a:p>
          <a:p>
            <a:pPr lvl="0"/>
            <a:endParaRPr lang="es-MX" sz="3200" dirty="0"/>
          </a:p>
          <a:p>
            <a:pPr lvl="0"/>
            <a:r>
              <a:rPr lang="es-MX" sz="3200" dirty="0"/>
              <a:t>Estos sistemas son esenciales en aplicaciones donde la rapidez, precisión y disponibilidad de los datos son críticas, como:</a:t>
            </a:r>
          </a:p>
          <a:p>
            <a:pPr lvl="0"/>
            <a:r>
              <a:rPr lang="es-MX" sz="3200" b="1" dirty="0"/>
              <a:t>- Sistemas de ventas,</a:t>
            </a:r>
            <a:r>
              <a:rPr lang="es-MX" sz="3200" dirty="0"/>
              <a:t> procesando compras en tiempo real.</a:t>
            </a:r>
          </a:p>
          <a:p>
            <a:pPr lvl="0"/>
            <a:r>
              <a:rPr lang="es-MX" sz="3200" b="1" dirty="0"/>
              <a:t>- Banca en línea,</a:t>
            </a:r>
            <a:r>
              <a:rPr lang="es-MX" sz="3200" dirty="0"/>
              <a:t> gestionando transferencias y pagos de manera segura.</a:t>
            </a:r>
          </a:p>
          <a:p>
            <a:pPr lvl="0"/>
            <a:r>
              <a:rPr lang="es-MX" sz="3200" b="1" dirty="0"/>
              <a:t>- Gestión de inventarios,</a:t>
            </a:r>
            <a:r>
              <a:rPr lang="es-MX" sz="3200" dirty="0"/>
              <a:t> asegurando actualizaciones instantáneas de stock.</a:t>
            </a:r>
          </a:p>
          <a:p>
            <a:pPr lvl="0"/>
            <a:endParaRPr lang="es-MX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DEBA4BD-202C-A51F-1F9E-1EF2C74C4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006" y="5123361"/>
            <a:ext cx="7397080" cy="739708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15861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ACD0C-5702-A5D3-DC9A-EBC066CF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3C57471B-DF59-E742-3D9B-331CC47DC018}"/>
              </a:ext>
            </a:extLst>
          </p:cNvPr>
          <p:cNvSpPr txBox="1"/>
          <p:nvPr/>
        </p:nvSpPr>
        <p:spPr>
          <a:xfrm>
            <a:off x="1925642" y="2339555"/>
            <a:ext cx="19266563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Bases de Datos OLTP: La Espina Dorsal de las Transacciones Empresariales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4FA2F9D-D11E-AB8E-B740-E5280570127F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3259BFDF-F64F-0761-52DD-5B220A75B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C55DC84A-0E0D-C442-7E53-ABFF39B75A83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B3AB031F-9AFF-BB6F-4841-ACFFCBFB39B2}"/>
              </a:ext>
            </a:extLst>
          </p:cNvPr>
          <p:cNvSpPr txBox="1"/>
          <p:nvPr/>
        </p:nvSpPr>
        <p:spPr>
          <a:xfrm>
            <a:off x="9238878" y="5057800"/>
            <a:ext cx="14977664" cy="74789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3200" dirty="0"/>
              <a:t>Los sistemas </a:t>
            </a:r>
            <a:r>
              <a:rPr lang="es-MX" sz="3200" b="1" dirty="0"/>
              <a:t>OLTP</a:t>
            </a:r>
            <a:r>
              <a:rPr lang="es-MX" sz="3200" dirty="0"/>
              <a:t> están diseñados para gestionar grandes volúmenes de transacciones en tiempo real, garantizando rapidez, precisión y disponibilidad. Sus principales características incluyen: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Alta concurrencia:</a:t>
            </a:r>
            <a:r>
              <a:rPr lang="es-MX" sz="3200" dirty="0"/>
              <a:t> Capacidad para procesar múltiples transacciones simultáneamente sin afectar el rendimiento.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Operaciones CRUD optimizadas:</a:t>
            </a:r>
            <a:r>
              <a:rPr lang="es-MX" sz="3200" dirty="0"/>
              <a:t> Eficiencia en la creación, lectura, actualización y eliminación de datos.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Transacciones cortas y rápidas:</a:t>
            </a:r>
            <a:r>
              <a:rPr lang="es-MX" sz="3200" dirty="0"/>
              <a:t> Cada operación se ejecuta en milisegundos para minimizar el impacto en el sistema.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Integridad de datos:</a:t>
            </a:r>
            <a:r>
              <a:rPr lang="es-MX" sz="3200" dirty="0"/>
              <a:t> Uso intensivo de restricciones, claves primarias y foráneas para garantizar la consistencia de la información.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719F76-8E4D-00D6-768C-4C45CE1CB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006" y="5123361"/>
            <a:ext cx="7397080" cy="739708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4697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3286-8AE5-FC16-3D04-8114DAE29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D4B21D0-5885-DDDE-3D0D-114C1AA78BB6}"/>
              </a:ext>
            </a:extLst>
          </p:cNvPr>
          <p:cNvSpPr txBox="1"/>
          <p:nvPr/>
        </p:nvSpPr>
        <p:spPr>
          <a:xfrm>
            <a:off x="1925642" y="2339555"/>
            <a:ext cx="19266563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Bases de Datos OLTP: La Espina Dorsal de las Transacciones Empresariales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B903CA13-A016-DBAC-F0D8-FC89CB3FE529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75D05D1C-8237-0970-9F38-22EE2B385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B127934D-F6DD-684B-64FD-61E65AE36524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4476B232-618A-A388-A525-A9412DC76918}"/>
              </a:ext>
            </a:extLst>
          </p:cNvPr>
          <p:cNvSpPr txBox="1"/>
          <p:nvPr/>
        </p:nvSpPr>
        <p:spPr>
          <a:xfrm>
            <a:off x="9238878" y="5057800"/>
            <a:ext cx="14977664" cy="74789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3200" dirty="0"/>
              <a:t>Los sistemas </a:t>
            </a:r>
            <a:r>
              <a:rPr lang="es-MX" sz="3200" b="1" dirty="0"/>
              <a:t>OLTP</a:t>
            </a:r>
            <a:r>
              <a:rPr lang="es-MX" sz="3200" dirty="0"/>
              <a:t> están diseñados para gestionar grandes volúmenes de transacciones en tiempo real, garantizando rapidez, precisión y disponibilidad. Sus principales características incluyen: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Normalización avanzada:</a:t>
            </a:r>
            <a:r>
              <a:rPr lang="es-MX" sz="3200" dirty="0"/>
              <a:t> Estructura de datos optimizada para evitar redundancias y mejorar la eficiencia del almacenamiento.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Actualización frecuente:</a:t>
            </a:r>
            <a:r>
              <a:rPr lang="es-MX" sz="3200" dirty="0"/>
              <a:t> Los datos se modifican constantemente debido a la naturaleza transaccional del sistema.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Acceso rápido y eficiente:</a:t>
            </a:r>
            <a:r>
              <a:rPr lang="es-MX" sz="3200" dirty="0"/>
              <a:t> Diseñado para proporcionar respuestas inmediatas a consultas transaccionales.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Disponibilidad 24/7:</a:t>
            </a:r>
            <a:r>
              <a:rPr lang="es-MX" sz="3200" dirty="0"/>
              <a:t> Los sistemas OLTP operan de manera continua para soportar aplicaciones críticas como banca en línea y comercio electrónico.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37A191-14AF-2689-D918-A1338D565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006" y="5123361"/>
            <a:ext cx="7397080" cy="739708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128891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F6E2-CAC7-DD62-189B-8B16C8EA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A57A353C-30EC-0EF1-01D1-83A09D7AD563}"/>
              </a:ext>
            </a:extLst>
          </p:cNvPr>
          <p:cNvSpPr txBox="1"/>
          <p:nvPr/>
        </p:nvSpPr>
        <p:spPr>
          <a:xfrm>
            <a:off x="1925642" y="2339555"/>
            <a:ext cx="19266563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Bases de Datos OLAP: Transformando Datos en Decisiones Estratégicas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9C3E2E78-BBB0-3342-DF3E-C49AEF4F7DB2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64C35118-41EA-34B3-3BF4-BB80C6169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688209F5-7103-AE4E-9C86-3F6AE1E763B8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E159D9A9-CEA3-A5EB-D50F-95D471E15DA0}"/>
              </a:ext>
            </a:extLst>
          </p:cNvPr>
          <p:cNvSpPr txBox="1"/>
          <p:nvPr/>
        </p:nvSpPr>
        <p:spPr>
          <a:xfrm>
            <a:off x="9439548" y="5032821"/>
            <a:ext cx="12328722" cy="74789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3200" dirty="0"/>
              <a:t>Las bases de datos </a:t>
            </a:r>
            <a:r>
              <a:rPr lang="es-MX" sz="3200" b="1" dirty="0"/>
              <a:t>OLAP (Online </a:t>
            </a:r>
            <a:r>
              <a:rPr lang="es-MX" sz="3200" b="1" dirty="0" err="1"/>
              <a:t>Analytical</a:t>
            </a:r>
            <a:r>
              <a:rPr lang="es-MX" sz="3200" b="1" dirty="0"/>
              <a:t> Processing)</a:t>
            </a:r>
            <a:r>
              <a:rPr lang="es-MX" sz="3200" dirty="0"/>
              <a:t> están diseñadas para realizar análisis avanzados y consultas ad hoc sobre grandes volúmenes de datos históricos. A diferencia de los sistemas OLTP, que manejan transacciones en tiempo real, OLAP permite a los usuarios explorar datos desde múltiples dimensiones para obtener información estratégica.</a:t>
            </a:r>
          </a:p>
          <a:p>
            <a:pPr lvl="0"/>
            <a:endParaRPr lang="es-MX" sz="3200" dirty="0"/>
          </a:p>
          <a:p>
            <a:r>
              <a:rPr lang="es-MX" sz="3200" dirty="0"/>
              <a:t>Utilizando </a:t>
            </a:r>
            <a:r>
              <a:rPr lang="es-MX" sz="3200" b="1" dirty="0"/>
              <a:t>modelos de datos multidimensionales</a:t>
            </a:r>
            <a:r>
              <a:rPr lang="es-MX" sz="3200" dirty="0"/>
              <a:t>, los sistemas OLAP facilitan el análisis desde diferentes perspectivas, permitiendo:</a:t>
            </a:r>
          </a:p>
          <a:p>
            <a:r>
              <a:rPr lang="es-MX" sz="3200" b="1" dirty="0"/>
              <a:t>Segmentación por región</a:t>
            </a:r>
            <a:r>
              <a:rPr lang="es-MX" sz="3200" dirty="0"/>
              <a:t>, para identificar patrones de consumo en distintas ubicaciones.</a:t>
            </a:r>
          </a:p>
          <a:p>
            <a:r>
              <a:rPr lang="es-MX" sz="3200" b="1" dirty="0"/>
              <a:t>Análisis por categoría de producto</a:t>
            </a:r>
            <a:r>
              <a:rPr lang="es-MX" sz="3200" dirty="0"/>
              <a:t>, optimizando estrategias de ventas.</a:t>
            </a:r>
          </a:p>
          <a:p>
            <a:r>
              <a:rPr lang="es-MX" sz="3200" b="1" dirty="0"/>
              <a:t>Evaluación de tendencias temporales</a:t>
            </a:r>
            <a:r>
              <a:rPr lang="es-MX" sz="3200" dirty="0"/>
              <a:t>, detectando estacionalidad y cambios en la demanda.</a:t>
            </a:r>
          </a:p>
          <a:p>
            <a:pPr lvl="0"/>
            <a:endParaRPr lang="es-MX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920180-6AC8-2717-CB6C-9B37880B9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642" y="5067101"/>
            <a:ext cx="7016240" cy="701624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139540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0797-DD77-6C01-3520-41FEC0BB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61C56825-D3C3-F203-689D-72A8AFC9FE3F}"/>
              </a:ext>
            </a:extLst>
          </p:cNvPr>
          <p:cNvSpPr txBox="1"/>
          <p:nvPr/>
        </p:nvSpPr>
        <p:spPr>
          <a:xfrm>
            <a:off x="1925642" y="2339555"/>
            <a:ext cx="19266563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Bases de Datos OLAP: Transformando Datos en Decisiones Estratégicas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48CBC98D-53A3-A8A4-9AA6-DF4831696DD2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2D0DAD5E-431E-4995-F28D-6420BDC72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EB38FA3D-1CA7-E209-3476-E0E0540E5A4E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B9CA82B9-3B62-6386-0B32-32DABEFE6664}"/>
              </a:ext>
            </a:extLst>
          </p:cNvPr>
          <p:cNvSpPr txBox="1"/>
          <p:nvPr/>
        </p:nvSpPr>
        <p:spPr>
          <a:xfrm>
            <a:off x="9439548" y="5032821"/>
            <a:ext cx="12328722" cy="69865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3200" dirty="0"/>
              <a:t>Los sistemas </a:t>
            </a:r>
            <a:r>
              <a:rPr lang="es-MX" sz="3200" b="1" dirty="0"/>
              <a:t>OLAP</a:t>
            </a:r>
            <a:r>
              <a:rPr lang="es-MX" sz="3200" dirty="0"/>
              <a:t> están diseñados para el análisis avanzado de datos, permitiendo a las organizaciones extraer información estratégica a partir de grandes volúmenes de datos históricos. Sus principales características incluyen:</a:t>
            </a:r>
          </a:p>
          <a:p>
            <a:endParaRPr lang="es-MX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Análisis complejo y multidimensional:</a:t>
            </a:r>
            <a:r>
              <a:rPr lang="es-MX" sz="3200" dirty="0"/>
              <a:t> Capacidad para realizar consultas avanzadas y explorar datos desde múltiples perspectivas.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Manejo de datos históricos:</a:t>
            </a:r>
            <a:r>
              <a:rPr lang="es-MX" sz="3200" dirty="0"/>
              <a:t> Optimizado para almacenar y analizar grandes volúmenes de información acumulada a lo largo del tiempo.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Modelos de datos multidimensionales:</a:t>
            </a:r>
            <a:r>
              <a:rPr lang="es-MX" sz="3200" dirty="0"/>
              <a:t> Uso de estructuras como cubos OLAP para facilitar el análisis desde diferentes dimensiones (tiempo, ubicación, categoría de producto, etc.).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4D0467-3285-D327-CDE6-F67B9ECB6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642" y="5067101"/>
            <a:ext cx="7016240" cy="701624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8505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A559-B164-D84F-FBAC-680EE698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0BE92BEA-ED91-3E5A-7962-DED57117F11E}"/>
              </a:ext>
            </a:extLst>
          </p:cNvPr>
          <p:cNvSpPr txBox="1"/>
          <p:nvPr/>
        </p:nvSpPr>
        <p:spPr>
          <a:xfrm>
            <a:off x="1925642" y="2339555"/>
            <a:ext cx="19266563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Bases de Datos OLAP: Transformando Datos en Decisiones Estratégicas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C3CBA4BD-8FBD-EDDB-8969-EAE1DA24036C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E5842495-A152-FEFE-A215-AF0BE1AEB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817725EF-A916-6CCD-AF6D-EEA710ABC91C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E934912B-2028-3106-4817-1BE11974A8C6}"/>
              </a:ext>
            </a:extLst>
          </p:cNvPr>
          <p:cNvSpPr txBox="1"/>
          <p:nvPr/>
        </p:nvSpPr>
        <p:spPr>
          <a:xfrm>
            <a:off x="9439548" y="5032821"/>
            <a:ext cx="12328722" cy="79714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3200" dirty="0"/>
              <a:t>Los sistemas </a:t>
            </a:r>
            <a:r>
              <a:rPr lang="es-MX" sz="3200" b="1" dirty="0"/>
              <a:t>OLAP</a:t>
            </a:r>
            <a:r>
              <a:rPr lang="es-MX" sz="3200" dirty="0"/>
              <a:t> están diseñados para el análisis avanzado de datos, permitiendo a las organizaciones extraer información estratégica a partir de grandes volúmenes de datos históricos. Sus principales características incluyen: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Desnormalización para rendimiento óptimo:</a:t>
            </a:r>
            <a:r>
              <a:rPr lang="es-MX" sz="3200" dirty="0"/>
              <a:t> Los datos suelen estar desnormalizados para acelerar las consultas y mejorar la eficiencia del análisis.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Actualización periódica:</a:t>
            </a:r>
            <a:r>
              <a:rPr lang="es-MX" sz="3200" dirty="0"/>
              <a:t> Los datos se actualizan en intervalos regulares, lo que permite análisis basados en información consolidada en lugar de datos en tiempo real.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/>
              <a:t>Soporte para decisiones estratégicas:</a:t>
            </a:r>
            <a:r>
              <a:rPr lang="es-MX" sz="3200" dirty="0"/>
              <a:t> Utilizado en inteligencia empresarial para detectar tendencias, prever escenarios y optimizar estrategias corporativas.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C4DCED-8306-0EE7-AD13-485DAD901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642" y="5067101"/>
            <a:ext cx="7016240" cy="701624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40170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6335-0610-5525-8174-AF5C30893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40CFA1E0-F2F4-A3BA-C05A-07C1177E2390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Estructura Básica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5B26C41-30BB-14C1-EC18-1BB91BFC58D1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FEF01FE9-4FB0-DFC9-9F6B-BCA730166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47D5B7AE-5105-6648-C6E1-C45B9DFBF992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2" descr="Introducción a los cubos OLAP para análisis avanzados | Microsoft Learn">
            <a:extLst>
              <a:ext uri="{FF2B5EF4-FFF2-40B4-BE49-F238E27FC236}">
                <a16:creationId xmlns:a16="http://schemas.microsoft.com/office/drawing/2014/main" id="{BDE1025C-1049-3919-DCEE-B83EFA2E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118" y="4507740"/>
            <a:ext cx="19586176" cy="65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723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5107B-FA1F-4D98-A20B-93DCDFC4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5A705FA-6A1E-3D61-A72C-8C63DE6FB4BB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Estructura Básica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01E723CE-44F1-C863-5A47-EC8254F7631A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98653ECA-2C43-FAA4-E365-DB6873194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1135E30A-7361-BC88-6C68-B51EB9781819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Entenda a Diferença entre OLTP e OLAP: Pilares do Processamento de Dados  Empresariais">
            <a:extLst>
              <a:ext uri="{FF2B5EF4-FFF2-40B4-BE49-F238E27FC236}">
                <a16:creationId xmlns:a16="http://schemas.microsoft.com/office/drawing/2014/main" id="{A608D9E7-25DB-56AA-DAF7-AFEE067B4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182" y="4625752"/>
            <a:ext cx="15193688" cy="735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94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1A2BC-C3E7-A8DD-33FB-7C957F23E6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BA576-B666-6312-0533-2C7062087490}"/>
              </a:ext>
            </a:extLst>
          </p:cNvPr>
          <p:cNvSpPr txBox="1"/>
          <p:nvPr/>
        </p:nvSpPr>
        <p:spPr>
          <a:xfrm>
            <a:off x="1933404" y="3886594"/>
            <a:ext cx="16740584" cy="37702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3900" b="1">
                <a:latin typeface="Avenir Next LT Pro"/>
                <a:ea typeface="Inter Tight" pitchFamily="2" charset="0"/>
                <a:cs typeface="Inter Tight" pitchFamily="2" charset="0"/>
              </a:rPr>
              <a:t>Thank You!</a:t>
            </a:r>
            <a:endParaRPr lang="id-ID" sz="23900" b="1">
              <a:latin typeface="Avenir Next LT Pro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604BD-1F30-E674-E9CD-83FE16416CB3}"/>
              </a:ext>
            </a:extLst>
          </p:cNvPr>
          <p:cNvSpPr txBox="1"/>
          <p:nvPr/>
        </p:nvSpPr>
        <p:spPr>
          <a:xfrm>
            <a:off x="1030288" y="10999154"/>
            <a:ext cx="6480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venir Next LT Pro"/>
              </a:rPr>
              <a:t>Visit our website or contact us </a:t>
            </a:r>
          </a:p>
          <a:p>
            <a:r>
              <a:rPr lang="en-US" sz="2400">
                <a:latin typeface="Avenir Next LT Pro"/>
              </a:rPr>
              <a:t>for more information:</a:t>
            </a:r>
            <a:endParaRPr lang="id-ID" sz="2400">
              <a:latin typeface="Avenir Next LT Pro"/>
            </a:endParaRPr>
          </a:p>
        </p:txBody>
      </p:sp>
      <p:pic>
        <p:nvPicPr>
          <p:cNvPr id="12" name="Graphic 11" descr="World with solid fill">
            <a:extLst>
              <a:ext uri="{FF2B5EF4-FFF2-40B4-BE49-F238E27FC236}">
                <a16:creationId xmlns:a16="http://schemas.microsoft.com/office/drawing/2014/main" id="{7FF6D470-527D-BE28-D65F-FC41EA750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0287" y="11973139"/>
            <a:ext cx="715425" cy="715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D34CCD-23A5-8F09-E69E-6E5666984328}"/>
              </a:ext>
            </a:extLst>
          </p:cNvPr>
          <p:cNvSpPr txBox="1"/>
          <p:nvPr/>
        </p:nvSpPr>
        <p:spPr>
          <a:xfrm>
            <a:off x="1745712" y="12069240"/>
            <a:ext cx="576497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latin typeface="Avenir Next LT Pro"/>
              </a:rPr>
              <a:t> www.</a:t>
            </a:r>
            <a:endParaRPr lang="id-ID" sz="2800" b="1" dirty="0">
              <a:latin typeface="Avenir Next LT Pr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7F9428-3077-2D98-5E1D-6A8062923F7D}"/>
              </a:ext>
            </a:extLst>
          </p:cNvPr>
          <p:cNvSpPr txBox="1"/>
          <p:nvPr/>
        </p:nvSpPr>
        <p:spPr>
          <a:xfrm>
            <a:off x="17310644" y="11414652"/>
            <a:ext cx="61858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2800">
                <a:latin typeface="Avenir Next LT Pro"/>
              </a:rPr>
              <a:t>Excepteur sint occaecat cupidatat non proident, sunt in culpa qui officia deserunt mollit id est laborum.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E95010E-D79C-5E9D-DFAD-1A57A896C2F0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AA89A00B-F26B-D410-2AFD-420C0E815216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Graphic 5">
              <a:extLst>
                <a:ext uri="{FF2B5EF4-FFF2-40B4-BE49-F238E27FC236}">
                  <a16:creationId xmlns:a16="http://schemas.microsoft.com/office/drawing/2014/main" id="{0B2F5B29-0380-0D9C-850F-FB06BAB5B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3116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ch.">
      <a:dk1>
        <a:srgbClr val="0A0A0A"/>
      </a:dk1>
      <a:lt1>
        <a:srgbClr val="FDFDFB"/>
      </a:lt1>
      <a:dk2>
        <a:srgbClr val="0A0A0A"/>
      </a:dk2>
      <a:lt2>
        <a:srgbClr val="FDFDFB"/>
      </a:lt2>
      <a:accent1>
        <a:srgbClr val="8236FB"/>
      </a:accent1>
      <a:accent2>
        <a:srgbClr val="D6FF01"/>
      </a:accent2>
      <a:accent3>
        <a:srgbClr val="100843"/>
      </a:accent3>
      <a:accent4>
        <a:srgbClr val="0A0A0A"/>
      </a:accent4>
      <a:accent5>
        <a:srgbClr val="808080"/>
      </a:accent5>
      <a:accent6>
        <a:srgbClr val="FFFFFF"/>
      </a:accent6>
      <a:hlink>
        <a:srgbClr val="D6FF01"/>
      </a:hlink>
      <a:folHlink>
        <a:srgbClr val="8236FB"/>
      </a:folHlink>
    </a:clrScheme>
    <a:fontScheme name="Inter Tight">
      <a:majorFont>
        <a:latin typeface="Inter Tight"/>
        <a:ea typeface=""/>
        <a:cs typeface=""/>
      </a:majorFont>
      <a:minorFont>
        <a:latin typeface="Inter T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2150</TotalTime>
  <Words>940</Words>
  <Application>Microsoft Office PowerPoint</Application>
  <PresentationFormat>Personalizado</PresentationFormat>
  <Paragraphs>69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Avenir Next LT Pro</vt:lpstr>
      <vt:lpstr>Avenir Next LT Pro Demi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nurilfikriyah</dc:creator>
  <cp:lastModifiedBy>Carlos Dubon</cp:lastModifiedBy>
  <cp:revision>458</cp:revision>
  <dcterms:created xsi:type="dcterms:W3CDTF">2024-07-15T07:11:27Z</dcterms:created>
  <dcterms:modified xsi:type="dcterms:W3CDTF">2025-05-08T00:34:17Z</dcterms:modified>
</cp:coreProperties>
</file>