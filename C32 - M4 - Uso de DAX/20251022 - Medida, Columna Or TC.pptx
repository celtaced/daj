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6"/>
  </p:handoutMasterIdLst>
  <p:sldIdLst>
    <p:sldId id="302" r:id="rId2"/>
    <p:sldId id="303" r:id="rId3"/>
    <p:sldId id="305" r:id="rId4"/>
    <p:sldId id="304" r:id="rId5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49" userDrawn="1">
          <p15:clr>
            <a:srgbClr val="A4A3A4"/>
          </p15:clr>
        </p15:guide>
        <p15:guide id="2" pos="14710" userDrawn="1">
          <p15:clr>
            <a:srgbClr val="A4A3A4"/>
          </p15:clr>
        </p15:guide>
        <p15:guide id="3" pos="649" userDrawn="1">
          <p15:clr>
            <a:srgbClr val="A4A3A4"/>
          </p15:clr>
        </p15:guide>
        <p15:guide id="4" orient="horz" pos="6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9FF"/>
    <a:srgbClr val="00FFF2"/>
    <a:srgbClr val="FDFDFB"/>
    <a:srgbClr val="8236FB"/>
    <a:srgbClr val="000000"/>
    <a:srgbClr val="D6FF01"/>
    <a:srgbClr val="120B3E"/>
    <a:srgbClr val="808080"/>
    <a:srgbClr val="0A0A0A"/>
    <a:srgbClr val="1008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3A6EA1-8592-43D9-A9FC-6FEEBD1C0A4D}" v="4" dt="2025-06-25T23:27:51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825" autoAdjust="0"/>
    <p:restoredTop sz="94660"/>
  </p:normalViewPr>
  <p:slideViewPr>
    <p:cSldViewPr showGuides="1">
      <p:cViewPr varScale="1">
        <p:scale>
          <a:sx n="50" d="100"/>
          <a:sy n="50" d="100"/>
        </p:scale>
        <p:origin x="84" y="318"/>
      </p:cViewPr>
      <p:guideLst>
        <p:guide orient="horz" pos="7949"/>
        <p:guide pos="14710"/>
        <p:guide pos="649"/>
        <p:guide orient="horz" pos="69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howGuides="1">
      <p:cViewPr varScale="1">
        <p:scale>
          <a:sx n="42" d="100"/>
          <a:sy n="42" d="100"/>
        </p:scale>
        <p:origin x="2820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Dubon" userId="472307b91947d71a" providerId="LiveId" clId="{F73A6EA1-8592-43D9-A9FC-6FEEBD1C0A4D}"/>
    <pc:docChg chg="modSld">
      <pc:chgData name="Carlos Dubon" userId="472307b91947d71a" providerId="LiveId" clId="{F73A6EA1-8592-43D9-A9FC-6FEEBD1C0A4D}" dt="2025-06-25T23:27:51.074" v="3" actId="478"/>
      <pc:docMkLst>
        <pc:docMk/>
      </pc:docMkLst>
      <pc:sldChg chg="addSp delSp modSp">
        <pc:chgData name="Carlos Dubon" userId="472307b91947d71a" providerId="LiveId" clId="{F73A6EA1-8592-43D9-A9FC-6FEEBD1C0A4D}" dt="2025-06-25T23:27:51.074" v="3" actId="478"/>
        <pc:sldMkLst>
          <pc:docMk/>
          <pc:sldMk cId="146560742" sldId="303"/>
        </pc:sldMkLst>
        <pc:spChg chg="add del mod">
          <ac:chgData name="Carlos Dubon" userId="472307b91947d71a" providerId="LiveId" clId="{F73A6EA1-8592-43D9-A9FC-6FEEBD1C0A4D}" dt="2025-06-25T23:27:51.074" v="3" actId="478"/>
          <ac:spMkLst>
            <pc:docMk/>
            <pc:sldMk cId="146560742" sldId="303"/>
            <ac:spMk id="16" creationId="{6F20EDA2-C98C-F19F-E160-AA3C5D2F2A3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5AEF8B-688E-77B2-80BD-042885EB4C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C6967-87DB-4CF4-BA80-5D0DAE54E9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469ED-EEBC-4D60-BA32-743F41922377}" type="datetimeFigureOut">
              <a:rPr lang="id-ID" smtClean="0"/>
              <a:t>25/06/2025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54224-784F-9FC6-CDA3-FC85BA3A22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ACAC9-C5FE-E1CF-E88D-0FDD89561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FAC06-9002-490F-9330-06802D423289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73787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483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7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C37681-94C8-326C-94A3-6197FB2E2D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0413" y="0"/>
            <a:ext cx="12191999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D41DF03-C653-6E56-1503-8B119803F687}"/>
              </a:ext>
            </a:extLst>
          </p:cNvPr>
          <p:cNvSpPr/>
          <p:nvPr userDrawn="1"/>
        </p:nvSpPr>
        <p:spPr>
          <a:xfrm>
            <a:off x="-1" y="1329428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1689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9BBD3E5-89D3-9BEF-32B2-C89352AACE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06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BFC04D-E3CE-941F-AC9F-9D6A2E8A52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5287" y="-2719064"/>
            <a:ext cx="8514518" cy="8514518"/>
          </a:xfrm>
          <a:custGeom>
            <a:avLst/>
            <a:gdLst>
              <a:gd name="connsiteX0" fmla="*/ 817511 w 7740733"/>
              <a:gd name="connsiteY0" fmla="*/ 0 h 7740734"/>
              <a:gd name="connsiteX1" fmla="*/ 3096820 w 7740733"/>
              <a:gd name="connsiteY1" fmla="*/ 0 h 7740734"/>
              <a:gd name="connsiteX2" fmla="*/ 3869050 w 7740733"/>
              <a:gd name="connsiteY2" fmla="*/ 772230 h 7740734"/>
              <a:gd name="connsiteX3" fmla="*/ 3869050 w 7740733"/>
              <a:gd name="connsiteY3" fmla="*/ 773108 h 7740734"/>
              <a:gd name="connsiteX4" fmla="*/ 3869050 w 7740733"/>
              <a:gd name="connsiteY4" fmla="*/ 2802144 h 7740734"/>
              <a:gd name="connsiteX5" fmla="*/ 4640404 w 7740733"/>
              <a:gd name="connsiteY5" fmla="*/ 3575252 h 7740734"/>
              <a:gd name="connsiteX6" fmla="*/ 4642160 w 7740733"/>
              <a:gd name="connsiteY6" fmla="*/ 3575252 h 7740734"/>
              <a:gd name="connsiteX7" fmla="*/ 6967627 w 7740733"/>
              <a:gd name="connsiteY7" fmla="*/ 3575252 h 7740734"/>
              <a:gd name="connsiteX8" fmla="*/ 7740733 w 7740733"/>
              <a:gd name="connsiteY8" fmla="*/ 4346605 h 7740734"/>
              <a:gd name="connsiteX9" fmla="*/ 7740733 w 7740733"/>
              <a:gd name="connsiteY9" fmla="*/ 4348360 h 7740734"/>
              <a:gd name="connsiteX10" fmla="*/ 7740733 w 7740733"/>
              <a:gd name="connsiteY10" fmla="*/ 6923223 h 7740734"/>
              <a:gd name="connsiteX11" fmla="*/ 6923223 w 7740733"/>
              <a:gd name="connsiteY11" fmla="*/ 7740734 h 7740734"/>
              <a:gd name="connsiteX12" fmla="*/ 4643037 w 7740733"/>
              <a:gd name="connsiteY12" fmla="*/ 7740734 h 7740734"/>
              <a:gd name="connsiteX13" fmla="*/ 3869929 w 7740733"/>
              <a:gd name="connsiteY13" fmla="*/ 6969381 h 7740734"/>
              <a:gd name="connsiteX14" fmla="*/ 3869929 w 7740733"/>
              <a:gd name="connsiteY14" fmla="*/ 6967626 h 7740734"/>
              <a:gd name="connsiteX15" fmla="*/ 3869929 w 7740733"/>
              <a:gd name="connsiteY15" fmla="*/ 4838375 h 7740734"/>
              <a:gd name="connsiteX16" fmla="*/ 3097697 w 7740733"/>
              <a:gd name="connsiteY16" fmla="*/ 4066145 h 7740734"/>
              <a:gd name="connsiteX17" fmla="*/ 772230 w 7740733"/>
              <a:gd name="connsiteY17" fmla="*/ 4066145 h 7740734"/>
              <a:gd name="connsiteX18" fmla="*/ 0 w 7740733"/>
              <a:gd name="connsiteY18" fmla="*/ 3293914 h 7740734"/>
              <a:gd name="connsiteX19" fmla="*/ 0 w 7740733"/>
              <a:gd name="connsiteY19" fmla="*/ 3293037 h 7740734"/>
              <a:gd name="connsiteX20" fmla="*/ 0 w 7740733"/>
              <a:gd name="connsiteY20" fmla="*/ 817511 h 7740734"/>
              <a:gd name="connsiteX21" fmla="*/ 817511 w 7740733"/>
              <a:gd name="connsiteY21" fmla="*/ 0 h 774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40733" h="7740734">
                <a:moveTo>
                  <a:pt x="817511" y="0"/>
                </a:moveTo>
                <a:lnTo>
                  <a:pt x="3096820" y="0"/>
                </a:lnTo>
                <a:cubicBezTo>
                  <a:pt x="3523320" y="0"/>
                  <a:pt x="3869050" y="345738"/>
                  <a:pt x="3869050" y="772230"/>
                </a:cubicBezTo>
                <a:cubicBezTo>
                  <a:pt x="3869050" y="772522"/>
                  <a:pt x="3869050" y="772815"/>
                  <a:pt x="3869050" y="773108"/>
                </a:cubicBezTo>
                <a:lnTo>
                  <a:pt x="3869050" y="2802144"/>
                </a:lnTo>
                <a:cubicBezTo>
                  <a:pt x="3868560" y="3228643"/>
                  <a:pt x="4213904" y="3574760"/>
                  <a:pt x="4640404" y="3575252"/>
                </a:cubicBezTo>
                <a:cubicBezTo>
                  <a:pt x="4640983" y="3575252"/>
                  <a:pt x="4641579" y="3575252"/>
                  <a:pt x="4642160" y="3575252"/>
                </a:cubicBezTo>
                <a:lnTo>
                  <a:pt x="6967627" y="3575252"/>
                </a:lnTo>
                <a:cubicBezTo>
                  <a:pt x="7394125" y="3574760"/>
                  <a:pt x="7740243" y="3920105"/>
                  <a:pt x="7740733" y="4346605"/>
                </a:cubicBezTo>
                <a:cubicBezTo>
                  <a:pt x="7740733" y="4347184"/>
                  <a:pt x="7740733" y="4347781"/>
                  <a:pt x="7740733" y="4348360"/>
                </a:cubicBezTo>
                <a:lnTo>
                  <a:pt x="7740733" y="6923223"/>
                </a:lnTo>
                <a:cubicBezTo>
                  <a:pt x="7739383" y="7374170"/>
                  <a:pt x="7374170" y="7739383"/>
                  <a:pt x="6923223" y="7740734"/>
                </a:cubicBezTo>
                <a:lnTo>
                  <a:pt x="4643037" y="7740734"/>
                </a:lnTo>
                <a:cubicBezTo>
                  <a:pt x="4216538" y="7741226"/>
                  <a:pt x="3870419" y="7395881"/>
                  <a:pt x="3869929" y="6969381"/>
                </a:cubicBezTo>
                <a:cubicBezTo>
                  <a:pt x="3869929" y="6968801"/>
                  <a:pt x="3869929" y="6968206"/>
                  <a:pt x="3869929" y="6967626"/>
                </a:cubicBezTo>
                <a:lnTo>
                  <a:pt x="3869929" y="4838375"/>
                </a:lnTo>
                <a:cubicBezTo>
                  <a:pt x="3869929" y="4411876"/>
                  <a:pt x="3524198" y="4066145"/>
                  <a:pt x="3097697" y="4066145"/>
                </a:cubicBezTo>
                <a:lnTo>
                  <a:pt x="772230" y="4066145"/>
                </a:lnTo>
                <a:cubicBezTo>
                  <a:pt x="345740" y="4066145"/>
                  <a:pt x="0" y="3720413"/>
                  <a:pt x="0" y="3293914"/>
                </a:cubicBezTo>
                <a:cubicBezTo>
                  <a:pt x="0" y="3293616"/>
                  <a:pt x="0" y="3293335"/>
                  <a:pt x="0" y="3293037"/>
                </a:cubicBezTo>
                <a:lnTo>
                  <a:pt x="0" y="817511"/>
                </a:lnTo>
                <a:cubicBezTo>
                  <a:pt x="1349" y="366572"/>
                  <a:pt x="366572" y="1349"/>
                  <a:pt x="817511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BF7D7A2-DE3A-5637-8B52-AED9B97F2D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4364" y="6236745"/>
            <a:ext cx="8515484" cy="8515484"/>
          </a:xfrm>
          <a:custGeom>
            <a:avLst/>
            <a:gdLst>
              <a:gd name="connsiteX0" fmla="*/ 4641283 w 7741612"/>
              <a:gd name="connsiteY0" fmla="*/ 0 h 7741612"/>
              <a:gd name="connsiteX1" fmla="*/ 4643039 w 7741612"/>
              <a:gd name="connsiteY1" fmla="*/ 0 h 7741612"/>
              <a:gd name="connsiteX2" fmla="*/ 6924102 w 7741612"/>
              <a:gd name="connsiteY2" fmla="*/ 0 h 7741612"/>
              <a:gd name="connsiteX3" fmla="*/ 7741612 w 7741612"/>
              <a:gd name="connsiteY3" fmla="*/ 817511 h 7741612"/>
              <a:gd name="connsiteX4" fmla="*/ 7741612 w 7741612"/>
              <a:gd name="connsiteY4" fmla="*/ 3296196 h 7741612"/>
              <a:gd name="connsiteX5" fmla="*/ 6970261 w 7741612"/>
              <a:gd name="connsiteY5" fmla="*/ 4069303 h 7741612"/>
              <a:gd name="connsiteX6" fmla="*/ 6968506 w 7741612"/>
              <a:gd name="connsiteY6" fmla="*/ 4069303 h 7741612"/>
              <a:gd name="connsiteX7" fmla="*/ 4643916 w 7741612"/>
              <a:gd name="connsiteY7" fmla="*/ 4069303 h 7741612"/>
              <a:gd name="connsiteX8" fmla="*/ 3870808 w 7741612"/>
              <a:gd name="connsiteY8" fmla="*/ 4840657 h 7741612"/>
              <a:gd name="connsiteX9" fmla="*/ 3870808 w 7741612"/>
              <a:gd name="connsiteY9" fmla="*/ 4841534 h 7741612"/>
              <a:gd name="connsiteX10" fmla="*/ 3870808 w 7741612"/>
              <a:gd name="connsiteY10" fmla="*/ 6968503 h 7741612"/>
              <a:gd name="connsiteX11" fmla="*/ 3099455 w 7741612"/>
              <a:gd name="connsiteY11" fmla="*/ 7741612 h 7741612"/>
              <a:gd name="connsiteX12" fmla="*/ 3098576 w 7741612"/>
              <a:gd name="connsiteY12" fmla="*/ 7741612 h 7741612"/>
              <a:gd name="connsiteX13" fmla="*/ 817513 w 7741612"/>
              <a:gd name="connsiteY13" fmla="*/ 7741612 h 7741612"/>
              <a:gd name="connsiteX14" fmla="*/ 1 w 7741612"/>
              <a:gd name="connsiteY14" fmla="*/ 6923924 h 7741612"/>
              <a:gd name="connsiteX15" fmla="*/ 1 w 7741612"/>
              <a:gd name="connsiteY15" fmla="*/ 4449276 h 7741612"/>
              <a:gd name="connsiteX16" fmla="*/ 771355 w 7741612"/>
              <a:gd name="connsiteY16" fmla="*/ 3676168 h 7741612"/>
              <a:gd name="connsiteX17" fmla="*/ 772232 w 7741612"/>
              <a:gd name="connsiteY17" fmla="*/ 3676168 h 7741612"/>
              <a:gd name="connsiteX18" fmla="*/ 3097699 w 7741612"/>
              <a:gd name="connsiteY18" fmla="*/ 3676168 h 7741612"/>
              <a:gd name="connsiteX19" fmla="*/ 3869929 w 7741612"/>
              <a:gd name="connsiteY19" fmla="*/ 2903938 h 7741612"/>
              <a:gd name="connsiteX20" fmla="*/ 3869929 w 7741612"/>
              <a:gd name="connsiteY20" fmla="*/ 773108 h 7741612"/>
              <a:gd name="connsiteX21" fmla="*/ 4641283 w 7741612"/>
              <a:gd name="connsiteY21" fmla="*/ 0 h 7741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41612" h="7741612">
                <a:moveTo>
                  <a:pt x="4641283" y="0"/>
                </a:moveTo>
                <a:cubicBezTo>
                  <a:pt x="4641862" y="0"/>
                  <a:pt x="4642458" y="0"/>
                  <a:pt x="4643039" y="0"/>
                </a:cubicBezTo>
                <a:lnTo>
                  <a:pt x="6924102" y="0"/>
                </a:lnTo>
                <a:cubicBezTo>
                  <a:pt x="7375049" y="1351"/>
                  <a:pt x="7740262" y="366564"/>
                  <a:pt x="7741612" y="817511"/>
                </a:cubicBezTo>
                <a:lnTo>
                  <a:pt x="7741612" y="3296196"/>
                </a:lnTo>
                <a:cubicBezTo>
                  <a:pt x="7742104" y="3722695"/>
                  <a:pt x="7396759" y="4068813"/>
                  <a:pt x="6970261" y="4069303"/>
                </a:cubicBezTo>
                <a:cubicBezTo>
                  <a:pt x="6969681" y="4069303"/>
                  <a:pt x="6969085" y="4069303"/>
                  <a:pt x="6968506" y="4069303"/>
                </a:cubicBezTo>
                <a:lnTo>
                  <a:pt x="4643916" y="4069303"/>
                </a:lnTo>
                <a:cubicBezTo>
                  <a:pt x="4217417" y="4068813"/>
                  <a:pt x="3871298" y="4414158"/>
                  <a:pt x="3870808" y="4840657"/>
                </a:cubicBezTo>
                <a:cubicBezTo>
                  <a:pt x="3870808" y="4840956"/>
                  <a:pt x="3870808" y="4841236"/>
                  <a:pt x="3870808" y="4841534"/>
                </a:cubicBezTo>
                <a:lnTo>
                  <a:pt x="3870808" y="6968503"/>
                </a:lnTo>
                <a:cubicBezTo>
                  <a:pt x="3871298" y="7395003"/>
                  <a:pt x="3525954" y="7741120"/>
                  <a:pt x="3099455" y="7741612"/>
                </a:cubicBezTo>
                <a:cubicBezTo>
                  <a:pt x="3099156" y="7741612"/>
                  <a:pt x="3098875" y="7741612"/>
                  <a:pt x="3098576" y="7741612"/>
                </a:cubicBezTo>
                <a:lnTo>
                  <a:pt x="817513" y="7741612"/>
                </a:lnTo>
                <a:cubicBezTo>
                  <a:pt x="366506" y="7740260"/>
                  <a:pt x="1254" y="7374925"/>
                  <a:pt x="1" y="6923924"/>
                </a:cubicBezTo>
                <a:lnTo>
                  <a:pt x="1" y="4449276"/>
                </a:lnTo>
                <a:cubicBezTo>
                  <a:pt x="-483" y="4022776"/>
                  <a:pt x="344864" y="3676660"/>
                  <a:pt x="771355" y="3676168"/>
                </a:cubicBezTo>
                <a:cubicBezTo>
                  <a:pt x="771653" y="3676168"/>
                  <a:pt x="771933" y="3676168"/>
                  <a:pt x="772232" y="3676168"/>
                </a:cubicBezTo>
                <a:lnTo>
                  <a:pt x="3097699" y="3676168"/>
                </a:lnTo>
                <a:cubicBezTo>
                  <a:pt x="3524199" y="3676168"/>
                  <a:pt x="3869929" y="3330437"/>
                  <a:pt x="3869929" y="2903938"/>
                </a:cubicBezTo>
                <a:lnTo>
                  <a:pt x="3869929" y="773108"/>
                </a:lnTo>
                <a:cubicBezTo>
                  <a:pt x="3869439" y="346626"/>
                  <a:pt x="4214783" y="491"/>
                  <a:pt x="464128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AF7CE1-4007-D4D1-794C-54AC12C9CDFD}"/>
              </a:ext>
            </a:extLst>
          </p:cNvPr>
          <p:cNvSpPr/>
          <p:nvPr userDrawn="1"/>
        </p:nvSpPr>
        <p:spPr>
          <a:xfrm rot="10800000" flipH="1">
            <a:off x="12319227" y="1329427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898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39DBF4-882F-B558-4BDB-F571DCBF73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4364" y="-2835169"/>
            <a:ext cx="8506214" cy="8621837"/>
          </a:xfrm>
          <a:custGeom>
            <a:avLst/>
            <a:gdLst>
              <a:gd name="connsiteX0" fmla="*/ 4954446 w 8506214"/>
              <a:gd name="connsiteY0" fmla="*/ 3932133 h 8621837"/>
              <a:gd name="connsiteX1" fmla="*/ 7795843 w 8506214"/>
              <a:gd name="connsiteY1" fmla="*/ 3932133 h 8621837"/>
              <a:gd name="connsiteX2" fmla="*/ 8506214 w 8506214"/>
              <a:gd name="connsiteY2" fmla="*/ 4642504 h 8621837"/>
              <a:gd name="connsiteX3" fmla="*/ 8506214 w 8506214"/>
              <a:gd name="connsiteY3" fmla="*/ 7911466 h 8621837"/>
              <a:gd name="connsiteX4" fmla="*/ 7795843 w 8506214"/>
              <a:gd name="connsiteY4" fmla="*/ 8621837 h 8621837"/>
              <a:gd name="connsiteX5" fmla="*/ 4954446 w 8506214"/>
              <a:gd name="connsiteY5" fmla="*/ 8621837 h 8621837"/>
              <a:gd name="connsiteX6" fmla="*/ 4244075 w 8506214"/>
              <a:gd name="connsiteY6" fmla="*/ 7911466 h 8621837"/>
              <a:gd name="connsiteX7" fmla="*/ 4244075 w 8506214"/>
              <a:gd name="connsiteY7" fmla="*/ 4642504 h 8621837"/>
              <a:gd name="connsiteX8" fmla="*/ 4954446 w 8506214"/>
              <a:gd name="connsiteY8" fmla="*/ 3932133 h 8621837"/>
              <a:gd name="connsiteX9" fmla="*/ 567498 w 8506214"/>
              <a:gd name="connsiteY9" fmla="*/ 0 h 8621837"/>
              <a:gd name="connsiteX10" fmla="*/ 2837417 w 8506214"/>
              <a:gd name="connsiteY10" fmla="*/ 0 h 8621837"/>
              <a:gd name="connsiteX11" fmla="*/ 3404914 w 8506214"/>
              <a:gd name="connsiteY11" fmla="*/ 567497 h 8621837"/>
              <a:gd name="connsiteX12" fmla="*/ 3404914 w 8506214"/>
              <a:gd name="connsiteY12" fmla="*/ 4122207 h 8621837"/>
              <a:gd name="connsiteX13" fmla="*/ 2837417 w 8506214"/>
              <a:gd name="connsiteY13" fmla="*/ 4689704 h 8621837"/>
              <a:gd name="connsiteX14" fmla="*/ 567498 w 8506214"/>
              <a:gd name="connsiteY14" fmla="*/ 4689704 h 8621837"/>
              <a:gd name="connsiteX15" fmla="*/ 0 w 8506214"/>
              <a:gd name="connsiteY15" fmla="*/ 4122207 h 8621837"/>
              <a:gd name="connsiteX16" fmla="*/ 0 w 8506214"/>
              <a:gd name="connsiteY16" fmla="*/ 567497 h 8621837"/>
              <a:gd name="connsiteX17" fmla="*/ 567498 w 8506214"/>
              <a:gd name="connsiteY17" fmla="*/ 0 h 862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506214" h="8621837">
                <a:moveTo>
                  <a:pt x="4954446" y="3932133"/>
                </a:moveTo>
                <a:lnTo>
                  <a:pt x="7795843" y="3932133"/>
                </a:lnTo>
                <a:cubicBezTo>
                  <a:pt x="8188170" y="3932133"/>
                  <a:pt x="8506214" y="4250177"/>
                  <a:pt x="8506214" y="4642504"/>
                </a:cubicBezTo>
                <a:lnTo>
                  <a:pt x="8506214" y="7911466"/>
                </a:lnTo>
                <a:cubicBezTo>
                  <a:pt x="8506214" y="8303793"/>
                  <a:pt x="8188170" y="8621837"/>
                  <a:pt x="7795843" y="8621837"/>
                </a:cubicBezTo>
                <a:lnTo>
                  <a:pt x="4954446" y="8621837"/>
                </a:lnTo>
                <a:cubicBezTo>
                  <a:pt x="4562119" y="8621837"/>
                  <a:pt x="4244075" y="8303793"/>
                  <a:pt x="4244075" y="7911466"/>
                </a:cubicBezTo>
                <a:lnTo>
                  <a:pt x="4244075" y="4642504"/>
                </a:lnTo>
                <a:cubicBezTo>
                  <a:pt x="4244075" y="4250177"/>
                  <a:pt x="4562119" y="3932133"/>
                  <a:pt x="4954446" y="3932133"/>
                </a:cubicBezTo>
                <a:close/>
                <a:moveTo>
                  <a:pt x="567498" y="0"/>
                </a:moveTo>
                <a:lnTo>
                  <a:pt x="2837417" y="0"/>
                </a:lnTo>
                <a:cubicBezTo>
                  <a:pt x="3150837" y="0"/>
                  <a:pt x="3404914" y="254077"/>
                  <a:pt x="3404914" y="567497"/>
                </a:cubicBezTo>
                <a:lnTo>
                  <a:pt x="3404914" y="4122207"/>
                </a:lnTo>
                <a:cubicBezTo>
                  <a:pt x="3404914" y="4435627"/>
                  <a:pt x="3150837" y="4689704"/>
                  <a:pt x="2837417" y="4689704"/>
                </a:cubicBezTo>
                <a:lnTo>
                  <a:pt x="567498" y="4689704"/>
                </a:lnTo>
                <a:cubicBezTo>
                  <a:pt x="254077" y="4689704"/>
                  <a:pt x="0" y="4435627"/>
                  <a:pt x="0" y="4122207"/>
                </a:cubicBezTo>
                <a:lnTo>
                  <a:pt x="0" y="567497"/>
                </a:lnTo>
                <a:cubicBezTo>
                  <a:pt x="0" y="254077"/>
                  <a:pt x="254077" y="0"/>
                  <a:pt x="5674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DF09FE-D7DC-F30A-99D0-849763EBB3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4364" y="6076340"/>
            <a:ext cx="8506214" cy="8887550"/>
          </a:xfrm>
          <a:custGeom>
            <a:avLst/>
            <a:gdLst>
              <a:gd name="connsiteX0" fmla="*/ 567498 w 8506214"/>
              <a:gd name="connsiteY0" fmla="*/ 4197846 h 8887550"/>
              <a:gd name="connsiteX1" fmla="*/ 2837417 w 8506214"/>
              <a:gd name="connsiteY1" fmla="*/ 4197846 h 8887550"/>
              <a:gd name="connsiteX2" fmla="*/ 3404914 w 8506214"/>
              <a:gd name="connsiteY2" fmla="*/ 4765343 h 8887550"/>
              <a:gd name="connsiteX3" fmla="*/ 3404914 w 8506214"/>
              <a:gd name="connsiteY3" fmla="*/ 8320053 h 8887550"/>
              <a:gd name="connsiteX4" fmla="*/ 2837417 w 8506214"/>
              <a:gd name="connsiteY4" fmla="*/ 8887550 h 8887550"/>
              <a:gd name="connsiteX5" fmla="*/ 567498 w 8506214"/>
              <a:gd name="connsiteY5" fmla="*/ 8887550 h 8887550"/>
              <a:gd name="connsiteX6" fmla="*/ 0 w 8506214"/>
              <a:gd name="connsiteY6" fmla="*/ 8320053 h 8887550"/>
              <a:gd name="connsiteX7" fmla="*/ 0 w 8506214"/>
              <a:gd name="connsiteY7" fmla="*/ 4765343 h 8887550"/>
              <a:gd name="connsiteX8" fmla="*/ 567498 w 8506214"/>
              <a:gd name="connsiteY8" fmla="*/ 4197846 h 8887550"/>
              <a:gd name="connsiteX9" fmla="*/ 4954446 w 8506214"/>
              <a:gd name="connsiteY9" fmla="*/ 0 h 8887550"/>
              <a:gd name="connsiteX10" fmla="*/ 7795843 w 8506214"/>
              <a:gd name="connsiteY10" fmla="*/ 0 h 8887550"/>
              <a:gd name="connsiteX11" fmla="*/ 8506214 w 8506214"/>
              <a:gd name="connsiteY11" fmla="*/ 710370 h 8887550"/>
              <a:gd name="connsiteX12" fmla="*/ 8506214 w 8506214"/>
              <a:gd name="connsiteY12" fmla="*/ 3979332 h 8887550"/>
              <a:gd name="connsiteX13" fmla="*/ 7795843 w 8506214"/>
              <a:gd name="connsiteY13" fmla="*/ 4689703 h 8887550"/>
              <a:gd name="connsiteX14" fmla="*/ 4954446 w 8506214"/>
              <a:gd name="connsiteY14" fmla="*/ 4689703 h 8887550"/>
              <a:gd name="connsiteX15" fmla="*/ 4244075 w 8506214"/>
              <a:gd name="connsiteY15" fmla="*/ 3979332 h 8887550"/>
              <a:gd name="connsiteX16" fmla="*/ 4244075 w 8506214"/>
              <a:gd name="connsiteY16" fmla="*/ 710370 h 8887550"/>
              <a:gd name="connsiteX17" fmla="*/ 4954446 w 8506214"/>
              <a:gd name="connsiteY17" fmla="*/ 0 h 888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506214" h="8887550">
                <a:moveTo>
                  <a:pt x="567498" y="4197846"/>
                </a:moveTo>
                <a:lnTo>
                  <a:pt x="2837417" y="4197846"/>
                </a:lnTo>
                <a:cubicBezTo>
                  <a:pt x="3150837" y="4197846"/>
                  <a:pt x="3404914" y="4451923"/>
                  <a:pt x="3404914" y="4765343"/>
                </a:cubicBezTo>
                <a:lnTo>
                  <a:pt x="3404914" y="8320053"/>
                </a:lnTo>
                <a:cubicBezTo>
                  <a:pt x="3404914" y="8633473"/>
                  <a:pt x="3150837" y="8887550"/>
                  <a:pt x="2837417" y="8887550"/>
                </a:cubicBezTo>
                <a:lnTo>
                  <a:pt x="567498" y="8887550"/>
                </a:lnTo>
                <a:cubicBezTo>
                  <a:pt x="254077" y="8887550"/>
                  <a:pt x="0" y="8633473"/>
                  <a:pt x="0" y="8320053"/>
                </a:cubicBezTo>
                <a:lnTo>
                  <a:pt x="0" y="4765343"/>
                </a:lnTo>
                <a:cubicBezTo>
                  <a:pt x="0" y="4451923"/>
                  <a:pt x="254077" y="4197846"/>
                  <a:pt x="567498" y="4197846"/>
                </a:cubicBezTo>
                <a:close/>
                <a:moveTo>
                  <a:pt x="4954446" y="0"/>
                </a:moveTo>
                <a:lnTo>
                  <a:pt x="7795843" y="0"/>
                </a:lnTo>
                <a:cubicBezTo>
                  <a:pt x="8188170" y="0"/>
                  <a:pt x="8506214" y="318043"/>
                  <a:pt x="8506214" y="710370"/>
                </a:cubicBezTo>
                <a:lnTo>
                  <a:pt x="8506214" y="3979332"/>
                </a:lnTo>
                <a:cubicBezTo>
                  <a:pt x="8506214" y="4371659"/>
                  <a:pt x="8188170" y="4689703"/>
                  <a:pt x="7795843" y="4689703"/>
                </a:cubicBezTo>
                <a:lnTo>
                  <a:pt x="4954446" y="4689703"/>
                </a:lnTo>
                <a:cubicBezTo>
                  <a:pt x="4562119" y="4689703"/>
                  <a:pt x="4244075" y="4371659"/>
                  <a:pt x="4244075" y="3979332"/>
                </a:cubicBezTo>
                <a:lnTo>
                  <a:pt x="4244075" y="710370"/>
                </a:lnTo>
                <a:cubicBezTo>
                  <a:pt x="4244075" y="318043"/>
                  <a:pt x="4562119" y="0"/>
                  <a:pt x="495444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AF7CE1-4007-D4D1-794C-54AC12C9CDFD}"/>
              </a:ext>
            </a:extLst>
          </p:cNvPr>
          <p:cNvSpPr/>
          <p:nvPr userDrawn="1"/>
        </p:nvSpPr>
        <p:spPr>
          <a:xfrm rot="10800000" flipH="1">
            <a:off x="12319227" y="1329427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709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3409F7E-2777-B681-D027-E0298C09F7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250702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6010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3409F7E-2777-B681-D027-E0298C09F7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56836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629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1275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518C360-6B4D-539B-C58D-59B54E4A94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2412" cy="9594304"/>
          </a:xfrm>
          <a:custGeom>
            <a:avLst/>
            <a:gdLst>
              <a:gd name="connsiteX0" fmla="*/ 0 w 24382412"/>
              <a:gd name="connsiteY0" fmla="*/ 0 h 9810328"/>
              <a:gd name="connsiteX1" fmla="*/ 24382412 w 24382412"/>
              <a:gd name="connsiteY1" fmla="*/ 0 h 9810328"/>
              <a:gd name="connsiteX2" fmla="*/ 24382412 w 24382412"/>
              <a:gd name="connsiteY2" fmla="*/ 9133267 h 9810328"/>
              <a:gd name="connsiteX3" fmla="*/ 23705352 w 24382412"/>
              <a:gd name="connsiteY3" fmla="*/ 9810328 h 9810328"/>
              <a:gd name="connsiteX4" fmla="*/ 677061 w 24382412"/>
              <a:gd name="connsiteY4" fmla="*/ 9810328 h 9810328"/>
              <a:gd name="connsiteX5" fmla="*/ 0 w 24382412"/>
              <a:gd name="connsiteY5" fmla="*/ 9133267 h 981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82412" h="9810328">
                <a:moveTo>
                  <a:pt x="0" y="0"/>
                </a:moveTo>
                <a:lnTo>
                  <a:pt x="24382412" y="0"/>
                </a:lnTo>
                <a:lnTo>
                  <a:pt x="24382412" y="9133267"/>
                </a:lnTo>
                <a:cubicBezTo>
                  <a:pt x="24382412" y="9507197"/>
                  <a:pt x="24079282" y="9810328"/>
                  <a:pt x="23705352" y="9810328"/>
                </a:cubicBezTo>
                <a:lnTo>
                  <a:pt x="677061" y="9810328"/>
                </a:lnTo>
                <a:cubicBezTo>
                  <a:pt x="303131" y="9810328"/>
                  <a:pt x="0" y="9507197"/>
                  <a:pt x="0" y="9133267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4755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0D9AD6A-F43A-CEEE-7F73-01280B03F5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583692" y="1096962"/>
            <a:ext cx="6768431" cy="11522075"/>
          </a:xfrm>
          <a:custGeom>
            <a:avLst/>
            <a:gdLst>
              <a:gd name="connsiteX0" fmla="*/ 735426 w 7632846"/>
              <a:gd name="connsiteY0" fmla="*/ 0 h 13033447"/>
              <a:gd name="connsiteX1" fmla="*/ 6897422 w 7632846"/>
              <a:gd name="connsiteY1" fmla="*/ 0 h 13033447"/>
              <a:gd name="connsiteX2" fmla="*/ 7632846 w 7632846"/>
              <a:gd name="connsiteY2" fmla="*/ 735425 h 13033447"/>
              <a:gd name="connsiteX3" fmla="*/ 7632846 w 7632846"/>
              <a:gd name="connsiteY3" fmla="*/ 12298022 h 13033447"/>
              <a:gd name="connsiteX4" fmla="*/ 6897422 w 7632846"/>
              <a:gd name="connsiteY4" fmla="*/ 13033447 h 13033447"/>
              <a:gd name="connsiteX5" fmla="*/ 735426 w 7632846"/>
              <a:gd name="connsiteY5" fmla="*/ 13033447 h 13033447"/>
              <a:gd name="connsiteX6" fmla="*/ 0 w 7632846"/>
              <a:gd name="connsiteY6" fmla="*/ 12298022 h 13033447"/>
              <a:gd name="connsiteX7" fmla="*/ 0 w 7632846"/>
              <a:gd name="connsiteY7" fmla="*/ 735425 h 13033447"/>
              <a:gd name="connsiteX8" fmla="*/ 735426 w 7632846"/>
              <a:gd name="connsiteY8" fmla="*/ 0 h 1303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32846" h="13033447">
                <a:moveTo>
                  <a:pt x="735426" y="0"/>
                </a:moveTo>
                <a:lnTo>
                  <a:pt x="6897422" y="0"/>
                </a:lnTo>
                <a:cubicBezTo>
                  <a:pt x="7303586" y="0"/>
                  <a:pt x="7632846" y="329261"/>
                  <a:pt x="7632846" y="735425"/>
                </a:cubicBezTo>
                <a:lnTo>
                  <a:pt x="7632846" y="12298022"/>
                </a:lnTo>
                <a:cubicBezTo>
                  <a:pt x="7632846" y="12704186"/>
                  <a:pt x="7303586" y="13033447"/>
                  <a:pt x="6897422" y="13033447"/>
                </a:cubicBezTo>
                <a:lnTo>
                  <a:pt x="735426" y="13033447"/>
                </a:lnTo>
                <a:cubicBezTo>
                  <a:pt x="329261" y="13033447"/>
                  <a:pt x="0" y="12704186"/>
                  <a:pt x="0" y="12298022"/>
                </a:cubicBezTo>
                <a:lnTo>
                  <a:pt x="0" y="735425"/>
                </a:lnTo>
                <a:cubicBezTo>
                  <a:pt x="0" y="329261"/>
                  <a:pt x="329261" y="0"/>
                  <a:pt x="73542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120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F20594-36CC-AFD0-AC7D-4D77815B04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1096964"/>
            <a:ext cx="22321836" cy="5545013"/>
          </a:xfrm>
          <a:custGeom>
            <a:avLst/>
            <a:gdLst>
              <a:gd name="connsiteX0" fmla="*/ 924188 w 22321836"/>
              <a:gd name="connsiteY0" fmla="*/ 0 h 5545013"/>
              <a:gd name="connsiteX1" fmla="*/ 21397650 w 22321836"/>
              <a:gd name="connsiteY1" fmla="*/ 0 h 5545013"/>
              <a:gd name="connsiteX2" fmla="*/ 22321836 w 22321836"/>
              <a:gd name="connsiteY2" fmla="*/ 924187 h 5545013"/>
              <a:gd name="connsiteX3" fmla="*/ 22321836 w 22321836"/>
              <a:gd name="connsiteY3" fmla="*/ 4620826 h 5545013"/>
              <a:gd name="connsiteX4" fmla="*/ 21397650 w 22321836"/>
              <a:gd name="connsiteY4" fmla="*/ 5545013 h 5545013"/>
              <a:gd name="connsiteX5" fmla="*/ 924188 w 22321836"/>
              <a:gd name="connsiteY5" fmla="*/ 5545013 h 5545013"/>
              <a:gd name="connsiteX6" fmla="*/ 0 w 22321836"/>
              <a:gd name="connsiteY6" fmla="*/ 4620826 h 5545013"/>
              <a:gd name="connsiteX7" fmla="*/ 0 w 22321836"/>
              <a:gd name="connsiteY7" fmla="*/ 924187 h 5545013"/>
              <a:gd name="connsiteX8" fmla="*/ 924188 w 22321836"/>
              <a:gd name="connsiteY8" fmla="*/ 0 h 5545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1836" h="5545013">
                <a:moveTo>
                  <a:pt x="924188" y="0"/>
                </a:moveTo>
                <a:lnTo>
                  <a:pt x="21397650" y="0"/>
                </a:lnTo>
                <a:cubicBezTo>
                  <a:pt x="21908064" y="0"/>
                  <a:pt x="22321836" y="413773"/>
                  <a:pt x="22321836" y="924187"/>
                </a:cubicBezTo>
                <a:lnTo>
                  <a:pt x="22321836" y="4620826"/>
                </a:lnTo>
                <a:cubicBezTo>
                  <a:pt x="22321836" y="5131240"/>
                  <a:pt x="21908064" y="5545013"/>
                  <a:pt x="21397650" y="5545013"/>
                </a:cubicBezTo>
                <a:lnTo>
                  <a:pt x="924188" y="5545013"/>
                </a:lnTo>
                <a:cubicBezTo>
                  <a:pt x="413773" y="5545013"/>
                  <a:pt x="0" y="5131240"/>
                  <a:pt x="0" y="4620826"/>
                </a:cubicBezTo>
                <a:lnTo>
                  <a:pt x="0" y="924187"/>
                </a:lnTo>
                <a:cubicBezTo>
                  <a:pt x="0" y="413773"/>
                  <a:pt x="413773" y="0"/>
                  <a:pt x="92418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A4A109-6AC4-E464-82B8-313F9E903E97}"/>
              </a:ext>
            </a:extLst>
          </p:cNvPr>
          <p:cNvSpPr/>
          <p:nvPr/>
        </p:nvSpPr>
        <p:spPr>
          <a:xfrm>
            <a:off x="1030289" y="7074024"/>
            <a:ext cx="10981058" cy="5545013"/>
          </a:xfrm>
          <a:prstGeom prst="roundRect">
            <a:avLst/>
          </a:prstGeom>
          <a:gradFill flip="none" rotWithShape="1"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AC487D-8779-8728-3239-4CEA4ED568B5}"/>
              </a:ext>
            </a:extLst>
          </p:cNvPr>
          <p:cNvGrpSpPr/>
          <p:nvPr userDrawn="1"/>
        </p:nvGrpSpPr>
        <p:grpSpPr>
          <a:xfrm>
            <a:off x="12371066" y="7074024"/>
            <a:ext cx="10981058" cy="5545013"/>
            <a:chOff x="12244650" y="7074024"/>
            <a:chExt cx="11107474" cy="55450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F96C184-2C6C-42A6-6292-8CC052874E63}"/>
                </a:ext>
              </a:extLst>
            </p:cNvPr>
            <p:cNvSpPr/>
            <p:nvPr/>
          </p:nvSpPr>
          <p:spPr>
            <a:xfrm>
              <a:off x="12244650" y="7074024"/>
              <a:ext cx="5437085" cy="5545013"/>
            </a:xfrm>
            <a:prstGeom prst="round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757C8CD-0681-9672-E0E1-B67BC1F2701D}"/>
                </a:ext>
              </a:extLst>
            </p:cNvPr>
            <p:cNvSpPr/>
            <p:nvPr userDrawn="1"/>
          </p:nvSpPr>
          <p:spPr>
            <a:xfrm>
              <a:off x="17915039" y="7074024"/>
              <a:ext cx="5437085" cy="5545013"/>
            </a:xfrm>
            <a:prstGeom prst="round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1536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B20FB71-A726-BCCB-5C42-7F0876A880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9654" y="1102597"/>
            <a:ext cx="5463745" cy="5690685"/>
          </a:xfrm>
          <a:custGeom>
            <a:avLst/>
            <a:gdLst>
              <a:gd name="connsiteX0" fmla="*/ 910642 w 5463745"/>
              <a:gd name="connsiteY0" fmla="*/ 0 h 5690685"/>
              <a:gd name="connsiteX1" fmla="*/ 4553102 w 5463745"/>
              <a:gd name="connsiteY1" fmla="*/ 0 h 5690685"/>
              <a:gd name="connsiteX2" fmla="*/ 5463745 w 5463745"/>
              <a:gd name="connsiteY2" fmla="*/ 910642 h 5690685"/>
              <a:gd name="connsiteX3" fmla="*/ 5463745 w 5463745"/>
              <a:gd name="connsiteY3" fmla="*/ 4780043 h 5690685"/>
              <a:gd name="connsiteX4" fmla="*/ 4553102 w 5463745"/>
              <a:gd name="connsiteY4" fmla="*/ 5690685 h 5690685"/>
              <a:gd name="connsiteX5" fmla="*/ 910642 w 5463745"/>
              <a:gd name="connsiteY5" fmla="*/ 5690685 h 5690685"/>
              <a:gd name="connsiteX6" fmla="*/ 0 w 5463745"/>
              <a:gd name="connsiteY6" fmla="*/ 4780043 h 5690685"/>
              <a:gd name="connsiteX7" fmla="*/ 0 w 5463745"/>
              <a:gd name="connsiteY7" fmla="*/ 910642 h 5690685"/>
              <a:gd name="connsiteX8" fmla="*/ 910642 w 5463745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5" h="5690685">
                <a:moveTo>
                  <a:pt x="910642" y="0"/>
                </a:moveTo>
                <a:lnTo>
                  <a:pt x="4553102" y="0"/>
                </a:lnTo>
                <a:cubicBezTo>
                  <a:pt x="5056036" y="0"/>
                  <a:pt x="5463745" y="407708"/>
                  <a:pt x="5463745" y="910642"/>
                </a:cubicBezTo>
                <a:lnTo>
                  <a:pt x="5463745" y="4780043"/>
                </a:lnTo>
                <a:cubicBezTo>
                  <a:pt x="5463745" y="5282977"/>
                  <a:pt x="5056036" y="5690685"/>
                  <a:pt x="4553102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7240952-7CD1-42B3-3242-DBD4014C5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269016" y="1102597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0E095B-406A-97E0-1DC6-9213FB7F5DFE}"/>
              </a:ext>
            </a:extLst>
          </p:cNvPr>
          <p:cNvSpPr/>
          <p:nvPr userDrawn="1"/>
        </p:nvSpPr>
        <p:spPr>
          <a:xfrm>
            <a:off x="1030288" y="1102596"/>
            <a:ext cx="5463745" cy="5690685"/>
          </a:xfrm>
          <a:prstGeom prst="roundRect">
            <a:avLst/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93BBA3E-AA09-F598-F022-3ADFDBE1E2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888380" y="1102597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B6DC4C3-9BA9-03F0-4FFC-EB1E1D0C75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0288" y="6928354"/>
            <a:ext cx="5463746" cy="5690685"/>
          </a:xfrm>
          <a:custGeom>
            <a:avLst/>
            <a:gdLst>
              <a:gd name="connsiteX0" fmla="*/ 910642 w 5463746"/>
              <a:gd name="connsiteY0" fmla="*/ 0 h 5690685"/>
              <a:gd name="connsiteX1" fmla="*/ 4553104 w 5463746"/>
              <a:gd name="connsiteY1" fmla="*/ 0 h 5690685"/>
              <a:gd name="connsiteX2" fmla="*/ 5463746 w 5463746"/>
              <a:gd name="connsiteY2" fmla="*/ 910642 h 5690685"/>
              <a:gd name="connsiteX3" fmla="*/ 5463746 w 5463746"/>
              <a:gd name="connsiteY3" fmla="*/ 4780043 h 5690685"/>
              <a:gd name="connsiteX4" fmla="*/ 4553104 w 5463746"/>
              <a:gd name="connsiteY4" fmla="*/ 5690685 h 5690685"/>
              <a:gd name="connsiteX5" fmla="*/ 910642 w 5463746"/>
              <a:gd name="connsiteY5" fmla="*/ 5690685 h 5690685"/>
              <a:gd name="connsiteX6" fmla="*/ 0 w 5463746"/>
              <a:gd name="connsiteY6" fmla="*/ 4780043 h 5690685"/>
              <a:gd name="connsiteX7" fmla="*/ 0 w 5463746"/>
              <a:gd name="connsiteY7" fmla="*/ 910642 h 5690685"/>
              <a:gd name="connsiteX8" fmla="*/ 910642 w 5463746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6" h="5690685">
                <a:moveTo>
                  <a:pt x="910642" y="0"/>
                </a:moveTo>
                <a:lnTo>
                  <a:pt x="4553104" y="0"/>
                </a:lnTo>
                <a:cubicBezTo>
                  <a:pt x="5056038" y="0"/>
                  <a:pt x="5463746" y="407708"/>
                  <a:pt x="5463746" y="910642"/>
                </a:cubicBezTo>
                <a:lnTo>
                  <a:pt x="5463746" y="4780043"/>
                </a:lnTo>
                <a:cubicBezTo>
                  <a:pt x="5463746" y="5282977"/>
                  <a:pt x="5056038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27161D3-707F-2244-5744-F35F452146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9654" y="6928354"/>
            <a:ext cx="5463745" cy="5690685"/>
          </a:xfrm>
          <a:custGeom>
            <a:avLst/>
            <a:gdLst>
              <a:gd name="connsiteX0" fmla="*/ 910642 w 5463745"/>
              <a:gd name="connsiteY0" fmla="*/ 0 h 5690685"/>
              <a:gd name="connsiteX1" fmla="*/ 4553102 w 5463745"/>
              <a:gd name="connsiteY1" fmla="*/ 0 h 5690685"/>
              <a:gd name="connsiteX2" fmla="*/ 5463745 w 5463745"/>
              <a:gd name="connsiteY2" fmla="*/ 910642 h 5690685"/>
              <a:gd name="connsiteX3" fmla="*/ 5463745 w 5463745"/>
              <a:gd name="connsiteY3" fmla="*/ 4780043 h 5690685"/>
              <a:gd name="connsiteX4" fmla="*/ 4553102 w 5463745"/>
              <a:gd name="connsiteY4" fmla="*/ 5690685 h 5690685"/>
              <a:gd name="connsiteX5" fmla="*/ 910642 w 5463745"/>
              <a:gd name="connsiteY5" fmla="*/ 5690685 h 5690685"/>
              <a:gd name="connsiteX6" fmla="*/ 0 w 5463745"/>
              <a:gd name="connsiteY6" fmla="*/ 4780043 h 5690685"/>
              <a:gd name="connsiteX7" fmla="*/ 0 w 5463745"/>
              <a:gd name="connsiteY7" fmla="*/ 910642 h 5690685"/>
              <a:gd name="connsiteX8" fmla="*/ 910642 w 5463745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5" h="5690685">
                <a:moveTo>
                  <a:pt x="910642" y="0"/>
                </a:moveTo>
                <a:lnTo>
                  <a:pt x="4553102" y="0"/>
                </a:lnTo>
                <a:cubicBezTo>
                  <a:pt x="5056036" y="0"/>
                  <a:pt x="5463745" y="407708"/>
                  <a:pt x="5463745" y="910642"/>
                </a:cubicBezTo>
                <a:lnTo>
                  <a:pt x="5463745" y="4780043"/>
                </a:lnTo>
                <a:cubicBezTo>
                  <a:pt x="5463745" y="5282977"/>
                  <a:pt x="5056036" y="5690685"/>
                  <a:pt x="4553102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F345DB0-0F88-A29A-CB4F-E4A5D2CA79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69016" y="6928354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60564F-E43D-1513-CBE3-00B3B7734689}"/>
              </a:ext>
            </a:extLst>
          </p:cNvPr>
          <p:cNvSpPr/>
          <p:nvPr/>
        </p:nvSpPr>
        <p:spPr>
          <a:xfrm>
            <a:off x="17888380" y="6928353"/>
            <a:ext cx="5463745" cy="569068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5711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4C974E3-D4E4-1068-E56E-4990CD8DD1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4985792"/>
            <a:ext cx="4971299" cy="5775612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FD2A2E-0BB8-DB10-FAE9-BCF28D7E2F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3800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EF5036-01BB-CE40-BF46-1B56E34D95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80824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98757FE-A05D-E4A8-038D-7FAA4F7D7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597312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4F5CD0-9F42-BF77-15EA-69BF4208F207}"/>
              </a:ext>
            </a:extLst>
          </p:cNvPr>
          <p:cNvGrpSpPr/>
          <p:nvPr userDrawn="1"/>
        </p:nvGrpSpPr>
        <p:grpSpPr>
          <a:xfrm>
            <a:off x="1030287" y="10756990"/>
            <a:ext cx="22321837" cy="1862048"/>
            <a:chOff x="1030288" y="4769768"/>
            <a:chExt cx="21984730" cy="5991636"/>
          </a:xfrm>
          <a:solidFill>
            <a:srgbClr val="000000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697D9D-E9D5-1319-BE5A-B1BE8AFB2546}"/>
                </a:ext>
              </a:extLst>
            </p:cNvPr>
            <p:cNvSpPr/>
            <p:nvPr/>
          </p:nvSpPr>
          <p:spPr>
            <a:xfrm>
              <a:off x="1030288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3DC065E-509E-9A3B-4A96-63D6364E1EEF}"/>
                </a:ext>
              </a:extLst>
            </p:cNvPr>
            <p:cNvSpPr/>
            <p:nvPr/>
          </p:nvSpPr>
          <p:spPr>
            <a:xfrm>
              <a:off x="6726457" y="4769768"/>
              <a:ext cx="4896223" cy="5991636"/>
            </a:xfrm>
            <a:prstGeom prst="rect">
              <a:avLst/>
            </a:prstGeom>
            <a:solidFill>
              <a:srgbClr val="823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D29F97-2E7C-CD3B-5A30-C66100B2A4F8}"/>
                </a:ext>
              </a:extLst>
            </p:cNvPr>
            <p:cNvSpPr/>
            <p:nvPr/>
          </p:nvSpPr>
          <p:spPr>
            <a:xfrm>
              <a:off x="12422626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255161B-5240-4CEC-D058-5BAA02D2BD18}"/>
                </a:ext>
              </a:extLst>
            </p:cNvPr>
            <p:cNvSpPr/>
            <p:nvPr/>
          </p:nvSpPr>
          <p:spPr>
            <a:xfrm>
              <a:off x="18118795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727102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63E86D0-D784-8812-7039-4819CA6208F0}"/>
              </a:ext>
            </a:extLst>
          </p:cNvPr>
          <p:cNvSpPr/>
          <p:nvPr/>
        </p:nvSpPr>
        <p:spPr>
          <a:xfrm>
            <a:off x="1030287" y="4855945"/>
            <a:ext cx="4353438" cy="1552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C32EB7-ADC2-B9EC-1D74-3087D88D6955}"/>
              </a:ext>
            </a:extLst>
          </p:cNvPr>
          <p:cNvSpPr/>
          <p:nvPr/>
        </p:nvSpPr>
        <p:spPr>
          <a:xfrm>
            <a:off x="1030287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8CE2E1-1C77-825A-3A88-2A5D49406DA3}"/>
              </a:ext>
            </a:extLst>
          </p:cNvPr>
          <p:cNvSpPr/>
          <p:nvPr/>
        </p:nvSpPr>
        <p:spPr>
          <a:xfrm>
            <a:off x="5982199" y="4855945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4118C8-686E-AFBC-5B1D-478F1E6B132D}"/>
              </a:ext>
            </a:extLst>
          </p:cNvPr>
          <p:cNvSpPr/>
          <p:nvPr/>
        </p:nvSpPr>
        <p:spPr>
          <a:xfrm>
            <a:off x="5982199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A4DB8B-B843-FD1A-DFFD-0E7BF7A5225C}"/>
              </a:ext>
            </a:extLst>
          </p:cNvPr>
          <p:cNvSpPr/>
          <p:nvPr/>
        </p:nvSpPr>
        <p:spPr>
          <a:xfrm>
            <a:off x="10934112" y="4855945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207B66-ACBD-332F-E968-9FF5D7E15949}"/>
              </a:ext>
            </a:extLst>
          </p:cNvPr>
          <p:cNvSpPr/>
          <p:nvPr/>
        </p:nvSpPr>
        <p:spPr>
          <a:xfrm>
            <a:off x="10934112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06EBBDF0-646F-4232-3350-4933E434F2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7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7E47C0BF-CA6F-6A08-F933-1CAC5778BA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2200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AADCCFE1-4D43-CF90-92B9-7F52B1E53F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21565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B3763147-EB2B-4487-A91C-7F7F45AB8F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0287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E070108-C5D2-22C5-F15B-082FE31715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82200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A69932F2-E1C9-8E10-EDE3-C649FEB97A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921565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BD444A-65D0-0825-3A4B-7F374E5B3993}"/>
              </a:ext>
            </a:extLst>
          </p:cNvPr>
          <p:cNvSpPr/>
          <p:nvPr userDrawn="1"/>
        </p:nvSpPr>
        <p:spPr>
          <a:xfrm>
            <a:off x="1030287" y="6281936"/>
            <a:ext cx="4353437" cy="1268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48653A-40D9-F0A1-4DA4-740D0FC873A8}"/>
              </a:ext>
            </a:extLst>
          </p:cNvPr>
          <p:cNvSpPr/>
          <p:nvPr userDrawn="1"/>
        </p:nvSpPr>
        <p:spPr>
          <a:xfrm>
            <a:off x="5994746" y="6281936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FF8FF6-6B7D-DC84-3FC9-31A1F958F1EC}"/>
              </a:ext>
            </a:extLst>
          </p:cNvPr>
          <p:cNvSpPr/>
          <p:nvPr userDrawn="1"/>
        </p:nvSpPr>
        <p:spPr>
          <a:xfrm>
            <a:off x="10921565" y="6281936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4EF428-F019-9EFD-FF36-EC8891AF38E4}"/>
              </a:ext>
            </a:extLst>
          </p:cNvPr>
          <p:cNvSpPr/>
          <p:nvPr userDrawn="1"/>
        </p:nvSpPr>
        <p:spPr>
          <a:xfrm>
            <a:off x="1030287" y="12492138"/>
            <a:ext cx="4353437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E9869B-B344-24EF-979B-53C792802EEA}"/>
              </a:ext>
            </a:extLst>
          </p:cNvPr>
          <p:cNvSpPr/>
          <p:nvPr userDrawn="1"/>
        </p:nvSpPr>
        <p:spPr>
          <a:xfrm>
            <a:off x="5994746" y="12492138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8A65A32-4699-D29A-260C-F8D4D33F3413}"/>
              </a:ext>
            </a:extLst>
          </p:cNvPr>
          <p:cNvSpPr/>
          <p:nvPr userDrawn="1"/>
        </p:nvSpPr>
        <p:spPr>
          <a:xfrm>
            <a:off x="10921565" y="12492138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26392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43BCEF-BE96-9001-7BC7-891904FFECB0}"/>
              </a:ext>
            </a:extLst>
          </p:cNvPr>
          <p:cNvSpPr/>
          <p:nvPr userDrawn="1"/>
        </p:nvSpPr>
        <p:spPr>
          <a:xfrm>
            <a:off x="10535022" y="11117334"/>
            <a:ext cx="5915724" cy="15017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DEEA4F-F347-D3D4-40DC-2C375988F4BB}"/>
              </a:ext>
            </a:extLst>
          </p:cNvPr>
          <p:cNvSpPr/>
          <p:nvPr userDrawn="1"/>
        </p:nvSpPr>
        <p:spPr>
          <a:xfrm>
            <a:off x="16774782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DD04E-6C86-6FAC-44E0-364547DEC499}"/>
              </a:ext>
            </a:extLst>
          </p:cNvPr>
          <p:cNvSpPr/>
          <p:nvPr userDrawn="1"/>
        </p:nvSpPr>
        <p:spPr>
          <a:xfrm>
            <a:off x="19079038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CB26B-29FB-4A5B-226F-FE1678EB7323}"/>
              </a:ext>
            </a:extLst>
          </p:cNvPr>
          <p:cNvSpPr/>
          <p:nvPr userDrawn="1"/>
        </p:nvSpPr>
        <p:spPr>
          <a:xfrm>
            <a:off x="21384411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D49C7503-CC70-C25A-FF8B-A7E054F974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33904" y="2753543"/>
            <a:ext cx="5915725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34FBC5C-55A3-A2CA-39BE-BCFA6D290A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773665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B4D55F3-6C16-58C2-17A6-2231317CE2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076804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052754-94F7-B1DE-E09C-342FB689D8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384411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pic>
        <p:nvPicPr>
          <p:cNvPr id="19" name="Graphic 18" descr="Streetcar with solid fill">
            <a:extLst>
              <a:ext uri="{FF2B5EF4-FFF2-40B4-BE49-F238E27FC236}">
                <a16:creationId xmlns:a16="http://schemas.microsoft.com/office/drawing/2014/main" id="{D4050214-F79F-5910-F195-048FB57C51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17321" y="11427070"/>
            <a:ext cx="914400" cy="914400"/>
          </a:xfrm>
          <a:prstGeom prst="rect">
            <a:avLst/>
          </a:prstGeom>
        </p:spPr>
      </p:pic>
      <p:pic>
        <p:nvPicPr>
          <p:cNvPr id="20" name="Graphic 19" descr="Graduation cap with solid fill">
            <a:extLst>
              <a:ext uri="{FF2B5EF4-FFF2-40B4-BE49-F238E27FC236}">
                <a16:creationId xmlns:a16="http://schemas.microsoft.com/office/drawing/2014/main" id="{EDCE87F6-2039-2130-3F1F-274BD085D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11948" y="11427070"/>
            <a:ext cx="914400" cy="914400"/>
          </a:xfrm>
          <a:prstGeom prst="rect">
            <a:avLst/>
          </a:prstGeom>
        </p:spPr>
      </p:pic>
      <p:pic>
        <p:nvPicPr>
          <p:cNvPr id="21" name="Graphic 20" descr="Bank with solid fill">
            <a:extLst>
              <a:ext uri="{FF2B5EF4-FFF2-40B4-BE49-F238E27FC236}">
                <a16:creationId xmlns:a16="http://schemas.microsoft.com/office/drawing/2014/main" id="{56D8709F-CB26-24B1-574A-5A7F0AE797A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306575" y="11427070"/>
            <a:ext cx="914400" cy="914400"/>
          </a:xfrm>
          <a:prstGeom prst="rect">
            <a:avLst/>
          </a:prstGeom>
        </p:spPr>
      </p:pic>
      <p:pic>
        <p:nvPicPr>
          <p:cNvPr id="22" name="Graphic 21" descr="Immunity with solid fill">
            <a:extLst>
              <a:ext uri="{FF2B5EF4-FFF2-40B4-BE49-F238E27FC236}">
                <a16:creationId xmlns:a16="http://schemas.microsoft.com/office/drawing/2014/main" id="{6E1735BE-0A9E-23C4-0683-0BA999B45F5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3054" y="11427070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CBC074-E396-5E83-4903-2D3CFCA05481}"/>
              </a:ext>
            </a:extLst>
          </p:cNvPr>
          <p:cNvSpPr txBox="1"/>
          <p:nvPr userDrawn="1"/>
        </p:nvSpPr>
        <p:spPr>
          <a:xfrm>
            <a:off x="12021864" y="11510473"/>
            <a:ext cx="4427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/>
              <a:t>AI-POWERED </a:t>
            </a:r>
            <a:r>
              <a:rPr lang="en-US" sz="2400"/>
              <a:t>HEALTHCARE </a:t>
            </a:r>
            <a:r>
              <a:rPr lang="id-ID" sz="2400"/>
              <a:t>DIAGNOSTICS</a:t>
            </a:r>
          </a:p>
        </p:txBody>
      </p:sp>
    </p:spTree>
    <p:extLst>
      <p:ext uri="{BB962C8B-B14F-4D97-AF65-F5344CB8AC3E}">
        <p14:creationId xmlns:p14="http://schemas.microsoft.com/office/powerpoint/2010/main" val="685732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B1B5EC0-6E44-3C2B-C4F6-92B73D4D0C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1206" y="1096963"/>
            <a:ext cx="11160918" cy="5616199"/>
          </a:xfrm>
          <a:custGeom>
            <a:avLst/>
            <a:gdLst>
              <a:gd name="connsiteX0" fmla="*/ 601776 w 11160918"/>
              <a:gd name="connsiteY0" fmla="*/ 0 h 5616199"/>
              <a:gd name="connsiteX1" fmla="*/ 10559142 w 11160918"/>
              <a:gd name="connsiteY1" fmla="*/ 0 h 5616199"/>
              <a:gd name="connsiteX2" fmla="*/ 11160918 w 11160918"/>
              <a:gd name="connsiteY2" fmla="*/ 601776 h 5616199"/>
              <a:gd name="connsiteX3" fmla="*/ 11160918 w 11160918"/>
              <a:gd name="connsiteY3" fmla="*/ 5014423 h 5616199"/>
              <a:gd name="connsiteX4" fmla="*/ 10559142 w 11160918"/>
              <a:gd name="connsiteY4" fmla="*/ 5616199 h 5616199"/>
              <a:gd name="connsiteX5" fmla="*/ 601776 w 11160918"/>
              <a:gd name="connsiteY5" fmla="*/ 5616199 h 5616199"/>
              <a:gd name="connsiteX6" fmla="*/ 0 w 11160918"/>
              <a:gd name="connsiteY6" fmla="*/ 5014423 h 5616199"/>
              <a:gd name="connsiteX7" fmla="*/ 0 w 11160918"/>
              <a:gd name="connsiteY7" fmla="*/ 601776 h 5616199"/>
              <a:gd name="connsiteX8" fmla="*/ 601776 w 11160918"/>
              <a:gd name="connsiteY8" fmla="*/ 0 h 5616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0918" h="5616199">
                <a:moveTo>
                  <a:pt x="601776" y="0"/>
                </a:moveTo>
                <a:lnTo>
                  <a:pt x="10559142" y="0"/>
                </a:lnTo>
                <a:cubicBezTo>
                  <a:pt x="10891494" y="0"/>
                  <a:pt x="11160918" y="269424"/>
                  <a:pt x="11160918" y="601776"/>
                </a:cubicBezTo>
                <a:lnTo>
                  <a:pt x="11160918" y="5014423"/>
                </a:lnTo>
                <a:cubicBezTo>
                  <a:pt x="11160918" y="5346775"/>
                  <a:pt x="10891494" y="5616199"/>
                  <a:pt x="10559142" y="5616199"/>
                </a:cubicBezTo>
                <a:lnTo>
                  <a:pt x="601776" y="5616199"/>
                </a:lnTo>
                <a:cubicBezTo>
                  <a:pt x="269424" y="5616199"/>
                  <a:pt x="0" y="5346775"/>
                  <a:pt x="0" y="5014423"/>
                </a:cubicBezTo>
                <a:lnTo>
                  <a:pt x="0" y="601776"/>
                </a:lnTo>
                <a:cubicBezTo>
                  <a:pt x="0" y="269424"/>
                  <a:pt x="269424" y="0"/>
                  <a:pt x="60177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35C08B-0334-A3BE-5C0F-9592210038F0}"/>
              </a:ext>
            </a:extLst>
          </p:cNvPr>
          <p:cNvSpPr/>
          <p:nvPr userDrawn="1"/>
        </p:nvSpPr>
        <p:spPr>
          <a:xfrm>
            <a:off x="12191207" y="7002838"/>
            <a:ext cx="4392488" cy="5616199"/>
          </a:xfrm>
          <a:prstGeom prst="roundRect">
            <a:avLst>
              <a:gd name="adj" fmla="val 10715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CB67E4-77EA-6E07-AD2B-43FD24B73FF2}"/>
              </a:ext>
            </a:extLst>
          </p:cNvPr>
          <p:cNvSpPr/>
          <p:nvPr userDrawn="1"/>
        </p:nvSpPr>
        <p:spPr>
          <a:xfrm>
            <a:off x="16871726" y="7002838"/>
            <a:ext cx="6480399" cy="5616199"/>
          </a:xfrm>
          <a:prstGeom prst="roundRect">
            <a:avLst>
              <a:gd name="adj" fmla="val 10715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5609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2C112B-85E6-311F-E485-D9E019AFC7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27382" y="4601776"/>
            <a:ext cx="6404184" cy="6404184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07862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2F6AA9-D08F-B388-9C1A-0FDA19DAC8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0413" y="1096963"/>
            <a:ext cx="11161711" cy="11522074"/>
          </a:xfrm>
          <a:custGeom>
            <a:avLst/>
            <a:gdLst>
              <a:gd name="connsiteX0" fmla="*/ 844384 w 11161711"/>
              <a:gd name="connsiteY0" fmla="*/ 0 h 11522074"/>
              <a:gd name="connsiteX1" fmla="*/ 10317327 w 11161711"/>
              <a:gd name="connsiteY1" fmla="*/ 0 h 11522074"/>
              <a:gd name="connsiteX2" fmla="*/ 11161711 w 11161711"/>
              <a:gd name="connsiteY2" fmla="*/ 844384 h 11522074"/>
              <a:gd name="connsiteX3" fmla="*/ 11161711 w 11161711"/>
              <a:gd name="connsiteY3" fmla="*/ 10677690 h 11522074"/>
              <a:gd name="connsiteX4" fmla="*/ 10317327 w 11161711"/>
              <a:gd name="connsiteY4" fmla="*/ 11522074 h 11522074"/>
              <a:gd name="connsiteX5" fmla="*/ 844384 w 11161711"/>
              <a:gd name="connsiteY5" fmla="*/ 11522074 h 11522074"/>
              <a:gd name="connsiteX6" fmla="*/ 0 w 11161711"/>
              <a:gd name="connsiteY6" fmla="*/ 10677690 h 11522074"/>
              <a:gd name="connsiteX7" fmla="*/ 0 w 11161711"/>
              <a:gd name="connsiteY7" fmla="*/ 844384 h 11522074"/>
              <a:gd name="connsiteX8" fmla="*/ 844384 w 11161711"/>
              <a:gd name="connsiteY8" fmla="*/ 0 h 1152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1711" h="11522074">
                <a:moveTo>
                  <a:pt x="844384" y="0"/>
                </a:moveTo>
                <a:lnTo>
                  <a:pt x="10317327" y="0"/>
                </a:lnTo>
                <a:cubicBezTo>
                  <a:pt x="10783667" y="0"/>
                  <a:pt x="11161711" y="378044"/>
                  <a:pt x="11161711" y="844384"/>
                </a:cubicBezTo>
                <a:lnTo>
                  <a:pt x="11161711" y="10677690"/>
                </a:lnTo>
                <a:cubicBezTo>
                  <a:pt x="11161711" y="11144030"/>
                  <a:pt x="10783667" y="11522074"/>
                  <a:pt x="10317327" y="11522074"/>
                </a:cubicBezTo>
                <a:lnTo>
                  <a:pt x="844384" y="11522074"/>
                </a:lnTo>
                <a:cubicBezTo>
                  <a:pt x="378044" y="11522074"/>
                  <a:pt x="0" y="11144030"/>
                  <a:pt x="0" y="10677690"/>
                </a:cubicBezTo>
                <a:lnTo>
                  <a:pt x="0" y="844384"/>
                </a:lnTo>
                <a:cubicBezTo>
                  <a:pt x="0" y="378044"/>
                  <a:pt x="378044" y="0"/>
                  <a:pt x="8443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6178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0624AE-E350-C78C-ADB8-F78C25F74EFA}"/>
              </a:ext>
            </a:extLst>
          </p:cNvPr>
          <p:cNvSpPr/>
          <p:nvPr userDrawn="1"/>
        </p:nvSpPr>
        <p:spPr>
          <a:xfrm>
            <a:off x="1030288" y="1096963"/>
            <a:ext cx="7259151" cy="115220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8DE28-E343-C878-D70F-3EB7B4665037}"/>
              </a:ext>
            </a:extLst>
          </p:cNvPr>
          <p:cNvSpPr/>
          <p:nvPr userDrawn="1"/>
        </p:nvSpPr>
        <p:spPr>
          <a:xfrm>
            <a:off x="1030288" y="1110672"/>
            <a:ext cx="7259151" cy="226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45F11-671D-2D07-C177-A54E64E8C9C6}"/>
              </a:ext>
            </a:extLst>
          </p:cNvPr>
          <p:cNvSpPr/>
          <p:nvPr userDrawn="1"/>
        </p:nvSpPr>
        <p:spPr>
          <a:xfrm>
            <a:off x="8561631" y="6871709"/>
            <a:ext cx="7259151" cy="5761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B087196-5C93-461F-86AE-4E909DFCF5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092974" y="1110671"/>
            <a:ext cx="7259151" cy="1152207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79CF17-57D8-63B3-A1D6-CBA3E72AC4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61631" y="1096963"/>
            <a:ext cx="7259151" cy="5761038"/>
          </a:xfrm>
          <a:custGeom>
            <a:avLst/>
            <a:gdLst>
              <a:gd name="connsiteX0" fmla="*/ 0 w 7259151"/>
              <a:gd name="connsiteY0" fmla="*/ 0 h 5761037"/>
              <a:gd name="connsiteX1" fmla="*/ 7259151 w 7259151"/>
              <a:gd name="connsiteY1" fmla="*/ 0 h 5761037"/>
              <a:gd name="connsiteX2" fmla="*/ 7259151 w 7259151"/>
              <a:gd name="connsiteY2" fmla="*/ 5761037 h 5761037"/>
              <a:gd name="connsiteX3" fmla="*/ 0 w 7259151"/>
              <a:gd name="connsiteY3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9151" h="5761037">
                <a:moveTo>
                  <a:pt x="0" y="0"/>
                </a:moveTo>
                <a:lnTo>
                  <a:pt x="7259151" y="0"/>
                </a:lnTo>
                <a:lnTo>
                  <a:pt x="7259151" y="5761037"/>
                </a:lnTo>
                <a:lnTo>
                  <a:pt x="0" y="576103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49291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3D0DF2-1D5A-559A-A512-716170D945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4660" y="1096963"/>
            <a:ext cx="10806827" cy="5617022"/>
          </a:xfrm>
          <a:custGeom>
            <a:avLst/>
            <a:gdLst>
              <a:gd name="connsiteX0" fmla="*/ 419985 w 10806827"/>
              <a:gd name="connsiteY0" fmla="*/ 0 h 5617022"/>
              <a:gd name="connsiteX1" fmla="*/ 10386843 w 10806827"/>
              <a:gd name="connsiteY1" fmla="*/ 0 h 5617022"/>
              <a:gd name="connsiteX2" fmla="*/ 10806827 w 10806827"/>
              <a:gd name="connsiteY2" fmla="*/ 419985 h 5617022"/>
              <a:gd name="connsiteX3" fmla="*/ 10806827 w 10806827"/>
              <a:gd name="connsiteY3" fmla="*/ 5197036 h 5617022"/>
              <a:gd name="connsiteX4" fmla="*/ 10386843 w 10806827"/>
              <a:gd name="connsiteY4" fmla="*/ 5617022 h 5617022"/>
              <a:gd name="connsiteX5" fmla="*/ 419985 w 10806827"/>
              <a:gd name="connsiteY5" fmla="*/ 5617022 h 5617022"/>
              <a:gd name="connsiteX6" fmla="*/ 0 w 10806827"/>
              <a:gd name="connsiteY6" fmla="*/ 5197036 h 5617022"/>
              <a:gd name="connsiteX7" fmla="*/ 0 w 10806827"/>
              <a:gd name="connsiteY7" fmla="*/ 419985 h 5617022"/>
              <a:gd name="connsiteX8" fmla="*/ 419985 w 10806827"/>
              <a:gd name="connsiteY8" fmla="*/ 0 h 561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6827" h="5617022">
                <a:moveTo>
                  <a:pt x="419985" y="0"/>
                </a:moveTo>
                <a:lnTo>
                  <a:pt x="10386843" y="0"/>
                </a:lnTo>
                <a:cubicBezTo>
                  <a:pt x="10618793" y="0"/>
                  <a:pt x="10806827" y="188034"/>
                  <a:pt x="10806827" y="419985"/>
                </a:cubicBezTo>
                <a:lnTo>
                  <a:pt x="10806827" y="5197036"/>
                </a:lnTo>
                <a:cubicBezTo>
                  <a:pt x="10806827" y="5428988"/>
                  <a:pt x="10618793" y="5617022"/>
                  <a:pt x="10386843" y="5617022"/>
                </a:cubicBezTo>
                <a:lnTo>
                  <a:pt x="419985" y="5617022"/>
                </a:lnTo>
                <a:cubicBezTo>
                  <a:pt x="188034" y="5617022"/>
                  <a:pt x="0" y="5428988"/>
                  <a:pt x="0" y="5197036"/>
                </a:cubicBezTo>
                <a:lnTo>
                  <a:pt x="0" y="419985"/>
                </a:lnTo>
                <a:cubicBezTo>
                  <a:pt x="0" y="188034"/>
                  <a:pt x="188034" y="0"/>
                  <a:pt x="41998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952B50B-ABF2-FFC3-8410-1625F37AB2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4660" y="7014434"/>
            <a:ext cx="5472288" cy="5617021"/>
          </a:xfrm>
          <a:custGeom>
            <a:avLst/>
            <a:gdLst>
              <a:gd name="connsiteX0" fmla="*/ 409164 w 5472288"/>
              <a:gd name="connsiteY0" fmla="*/ 0 h 5617021"/>
              <a:gd name="connsiteX1" fmla="*/ 5063125 w 5472288"/>
              <a:gd name="connsiteY1" fmla="*/ 0 h 5617021"/>
              <a:gd name="connsiteX2" fmla="*/ 5472288 w 5472288"/>
              <a:gd name="connsiteY2" fmla="*/ 409163 h 5617021"/>
              <a:gd name="connsiteX3" fmla="*/ 5472288 w 5472288"/>
              <a:gd name="connsiteY3" fmla="*/ 5207858 h 5617021"/>
              <a:gd name="connsiteX4" fmla="*/ 5063125 w 5472288"/>
              <a:gd name="connsiteY4" fmla="*/ 5617021 h 5617021"/>
              <a:gd name="connsiteX5" fmla="*/ 409164 w 5472288"/>
              <a:gd name="connsiteY5" fmla="*/ 5617021 h 5617021"/>
              <a:gd name="connsiteX6" fmla="*/ 0 w 5472288"/>
              <a:gd name="connsiteY6" fmla="*/ 5207858 h 5617021"/>
              <a:gd name="connsiteX7" fmla="*/ 0 w 5472288"/>
              <a:gd name="connsiteY7" fmla="*/ 409163 h 5617021"/>
              <a:gd name="connsiteX8" fmla="*/ 409164 w 5472288"/>
              <a:gd name="connsiteY8" fmla="*/ 0 h 561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8" h="5617021">
                <a:moveTo>
                  <a:pt x="409164" y="0"/>
                </a:moveTo>
                <a:lnTo>
                  <a:pt x="5063125" y="0"/>
                </a:lnTo>
                <a:cubicBezTo>
                  <a:pt x="5289099" y="0"/>
                  <a:pt x="5472288" y="183189"/>
                  <a:pt x="5472288" y="409163"/>
                </a:cubicBezTo>
                <a:lnTo>
                  <a:pt x="5472288" y="5207858"/>
                </a:lnTo>
                <a:cubicBezTo>
                  <a:pt x="5472288" y="5433832"/>
                  <a:pt x="5289099" y="5617021"/>
                  <a:pt x="5063125" y="5617021"/>
                </a:cubicBezTo>
                <a:lnTo>
                  <a:pt x="409164" y="5617021"/>
                </a:lnTo>
                <a:cubicBezTo>
                  <a:pt x="183190" y="5617021"/>
                  <a:pt x="0" y="5433832"/>
                  <a:pt x="0" y="5207858"/>
                </a:cubicBezTo>
                <a:lnTo>
                  <a:pt x="0" y="409163"/>
                </a:lnTo>
                <a:cubicBezTo>
                  <a:pt x="0" y="183189"/>
                  <a:pt x="183190" y="0"/>
                  <a:pt x="40916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C915731-3728-DEFF-77F7-CFA8510018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19519" y="1096963"/>
            <a:ext cx="5472287" cy="5617022"/>
          </a:xfrm>
          <a:custGeom>
            <a:avLst/>
            <a:gdLst>
              <a:gd name="connsiteX0" fmla="*/ 409163 w 5472287"/>
              <a:gd name="connsiteY0" fmla="*/ 0 h 5617022"/>
              <a:gd name="connsiteX1" fmla="*/ 5063125 w 5472287"/>
              <a:gd name="connsiteY1" fmla="*/ 0 h 5617022"/>
              <a:gd name="connsiteX2" fmla="*/ 5472287 w 5472287"/>
              <a:gd name="connsiteY2" fmla="*/ 409163 h 5617022"/>
              <a:gd name="connsiteX3" fmla="*/ 5472287 w 5472287"/>
              <a:gd name="connsiteY3" fmla="*/ 5207858 h 5617022"/>
              <a:gd name="connsiteX4" fmla="*/ 5063125 w 5472287"/>
              <a:gd name="connsiteY4" fmla="*/ 5617022 h 5617022"/>
              <a:gd name="connsiteX5" fmla="*/ 409163 w 5472287"/>
              <a:gd name="connsiteY5" fmla="*/ 5617022 h 5617022"/>
              <a:gd name="connsiteX6" fmla="*/ 0 w 5472287"/>
              <a:gd name="connsiteY6" fmla="*/ 5207858 h 5617022"/>
              <a:gd name="connsiteX7" fmla="*/ 0 w 5472287"/>
              <a:gd name="connsiteY7" fmla="*/ 409163 h 5617022"/>
              <a:gd name="connsiteX8" fmla="*/ 409163 w 5472287"/>
              <a:gd name="connsiteY8" fmla="*/ 0 h 561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7" h="5617022">
                <a:moveTo>
                  <a:pt x="409163" y="0"/>
                </a:moveTo>
                <a:lnTo>
                  <a:pt x="5063125" y="0"/>
                </a:lnTo>
                <a:cubicBezTo>
                  <a:pt x="5289097" y="0"/>
                  <a:pt x="5472287" y="183189"/>
                  <a:pt x="5472287" y="409163"/>
                </a:cubicBezTo>
                <a:lnTo>
                  <a:pt x="5472287" y="5207858"/>
                </a:lnTo>
                <a:cubicBezTo>
                  <a:pt x="5472287" y="5433832"/>
                  <a:pt x="5289097" y="5617022"/>
                  <a:pt x="5063125" y="5617022"/>
                </a:cubicBezTo>
                <a:lnTo>
                  <a:pt x="409163" y="5617022"/>
                </a:lnTo>
                <a:cubicBezTo>
                  <a:pt x="183189" y="5617022"/>
                  <a:pt x="0" y="5433832"/>
                  <a:pt x="0" y="5207858"/>
                </a:cubicBezTo>
                <a:lnTo>
                  <a:pt x="0" y="409163"/>
                </a:lnTo>
                <a:cubicBezTo>
                  <a:pt x="0" y="183189"/>
                  <a:pt x="183189" y="0"/>
                  <a:pt x="40916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3C29B2D-1ED1-19C4-50CB-574377CB6B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879838" y="1096964"/>
            <a:ext cx="5472286" cy="11522075"/>
          </a:xfrm>
          <a:custGeom>
            <a:avLst/>
            <a:gdLst>
              <a:gd name="connsiteX0" fmla="*/ 409162 w 5472286"/>
              <a:gd name="connsiteY0" fmla="*/ 0 h 11522075"/>
              <a:gd name="connsiteX1" fmla="*/ 5063124 w 5472286"/>
              <a:gd name="connsiteY1" fmla="*/ 0 h 11522075"/>
              <a:gd name="connsiteX2" fmla="*/ 5472286 w 5472286"/>
              <a:gd name="connsiteY2" fmla="*/ 409163 h 11522075"/>
              <a:gd name="connsiteX3" fmla="*/ 5472286 w 5472286"/>
              <a:gd name="connsiteY3" fmla="*/ 11112912 h 11522075"/>
              <a:gd name="connsiteX4" fmla="*/ 5063124 w 5472286"/>
              <a:gd name="connsiteY4" fmla="*/ 11522075 h 11522075"/>
              <a:gd name="connsiteX5" fmla="*/ 409162 w 5472286"/>
              <a:gd name="connsiteY5" fmla="*/ 11522075 h 11522075"/>
              <a:gd name="connsiteX6" fmla="*/ 0 w 5472286"/>
              <a:gd name="connsiteY6" fmla="*/ 11112912 h 11522075"/>
              <a:gd name="connsiteX7" fmla="*/ 0 w 5472286"/>
              <a:gd name="connsiteY7" fmla="*/ 409163 h 11522075"/>
              <a:gd name="connsiteX8" fmla="*/ 409162 w 5472286"/>
              <a:gd name="connsiteY8" fmla="*/ 0 h 1152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6" h="11522075">
                <a:moveTo>
                  <a:pt x="409162" y="0"/>
                </a:moveTo>
                <a:lnTo>
                  <a:pt x="5063124" y="0"/>
                </a:lnTo>
                <a:cubicBezTo>
                  <a:pt x="5289098" y="0"/>
                  <a:pt x="5472286" y="183189"/>
                  <a:pt x="5472286" y="409163"/>
                </a:cubicBezTo>
                <a:lnTo>
                  <a:pt x="5472286" y="11112912"/>
                </a:lnTo>
                <a:cubicBezTo>
                  <a:pt x="5472286" y="11338886"/>
                  <a:pt x="5289098" y="11522075"/>
                  <a:pt x="5063124" y="11522075"/>
                </a:cubicBezTo>
                <a:lnTo>
                  <a:pt x="409162" y="11522075"/>
                </a:lnTo>
                <a:cubicBezTo>
                  <a:pt x="183190" y="11522075"/>
                  <a:pt x="0" y="11338886"/>
                  <a:pt x="0" y="11112912"/>
                </a:cubicBezTo>
                <a:lnTo>
                  <a:pt x="0" y="409163"/>
                </a:lnTo>
                <a:cubicBezTo>
                  <a:pt x="0" y="183189"/>
                  <a:pt x="183190" y="0"/>
                  <a:pt x="40916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604B63-7775-9D98-CDFD-4C8E84C53E82}"/>
              </a:ext>
            </a:extLst>
          </p:cNvPr>
          <p:cNvSpPr/>
          <p:nvPr userDrawn="1"/>
        </p:nvSpPr>
        <p:spPr>
          <a:xfrm>
            <a:off x="6784979" y="7006381"/>
            <a:ext cx="10806826" cy="5625073"/>
          </a:xfrm>
          <a:prstGeom prst="roundRect">
            <a:avLst>
              <a:gd name="adj" fmla="val 65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69194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4878C3-29FA-043B-82DE-4A17FC6DA8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13466" y="4625752"/>
            <a:ext cx="5933838" cy="3861164"/>
          </a:xfrm>
          <a:custGeom>
            <a:avLst/>
            <a:gdLst>
              <a:gd name="connsiteX0" fmla="*/ 592728 w 5933838"/>
              <a:gd name="connsiteY0" fmla="*/ 0 h 3861164"/>
              <a:gd name="connsiteX1" fmla="*/ 5341112 w 5933838"/>
              <a:gd name="connsiteY1" fmla="*/ 0 h 3861164"/>
              <a:gd name="connsiteX2" fmla="*/ 5933838 w 5933838"/>
              <a:gd name="connsiteY2" fmla="*/ 592727 h 3861164"/>
              <a:gd name="connsiteX3" fmla="*/ 5933838 w 5933838"/>
              <a:gd name="connsiteY3" fmla="*/ 3268437 h 3861164"/>
              <a:gd name="connsiteX4" fmla="*/ 5341112 w 5933838"/>
              <a:gd name="connsiteY4" fmla="*/ 3861164 h 3861164"/>
              <a:gd name="connsiteX5" fmla="*/ 592728 w 5933838"/>
              <a:gd name="connsiteY5" fmla="*/ 3861164 h 3861164"/>
              <a:gd name="connsiteX6" fmla="*/ 0 w 5933838"/>
              <a:gd name="connsiteY6" fmla="*/ 3268437 h 3861164"/>
              <a:gd name="connsiteX7" fmla="*/ 0 w 5933838"/>
              <a:gd name="connsiteY7" fmla="*/ 592727 h 3861164"/>
              <a:gd name="connsiteX8" fmla="*/ 592728 w 5933838"/>
              <a:gd name="connsiteY8" fmla="*/ 0 h 386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3861164">
                <a:moveTo>
                  <a:pt x="592728" y="0"/>
                </a:moveTo>
                <a:lnTo>
                  <a:pt x="5341112" y="0"/>
                </a:lnTo>
                <a:cubicBezTo>
                  <a:pt x="5668466" y="0"/>
                  <a:pt x="5933838" y="265373"/>
                  <a:pt x="5933838" y="592727"/>
                </a:cubicBezTo>
                <a:lnTo>
                  <a:pt x="5933838" y="3268437"/>
                </a:lnTo>
                <a:cubicBezTo>
                  <a:pt x="5933838" y="3595791"/>
                  <a:pt x="5668466" y="3861164"/>
                  <a:pt x="5341112" y="3861164"/>
                </a:cubicBezTo>
                <a:lnTo>
                  <a:pt x="592728" y="3861164"/>
                </a:lnTo>
                <a:cubicBezTo>
                  <a:pt x="265373" y="3861164"/>
                  <a:pt x="0" y="3595791"/>
                  <a:pt x="0" y="3268437"/>
                </a:cubicBezTo>
                <a:lnTo>
                  <a:pt x="0" y="592727"/>
                </a:lnTo>
                <a:cubicBezTo>
                  <a:pt x="0" y="265373"/>
                  <a:pt x="265373" y="0"/>
                  <a:pt x="59272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026BBAB-0297-9D01-4EC4-9CFD96BF5D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418286" y="4625752"/>
            <a:ext cx="5933838" cy="7993285"/>
          </a:xfrm>
          <a:custGeom>
            <a:avLst/>
            <a:gdLst>
              <a:gd name="connsiteX0" fmla="*/ 758522 w 5933838"/>
              <a:gd name="connsiteY0" fmla="*/ 0 h 7993285"/>
              <a:gd name="connsiteX1" fmla="*/ 5175316 w 5933838"/>
              <a:gd name="connsiteY1" fmla="*/ 0 h 7993285"/>
              <a:gd name="connsiteX2" fmla="*/ 5933838 w 5933838"/>
              <a:gd name="connsiteY2" fmla="*/ 758523 h 7993285"/>
              <a:gd name="connsiteX3" fmla="*/ 5933838 w 5933838"/>
              <a:gd name="connsiteY3" fmla="*/ 7234762 h 7993285"/>
              <a:gd name="connsiteX4" fmla="*/ 5175316 w 5933838"/>
              <a:gd name="connsiteY4" fmla="*/ 7993285 h 7993285"/>
              <a:gd name="connsiteX5" fmla="*/ 758522 w 5933838"/>
              <a:gd name="connsiteY5" fmla="*/ 7993285 h 7993285"/>
              <a:gd name="connsiteX6" fmla="*/ 0 w 5933838"/>
              <a:gd name="connsiteY6" fmla="*/ 7234762 h 7993285"/>
              <a:gd name="connsiteX7" fmla="*/ 0 w 5933838"/>
              <a:gd name="connsiteY7" fmla="*/ 758523 h 7993285"/>
              <a:gd name="connsiteX8" fmla="*/ 758522 w 5933838"/>
              <a:gd name="connsiteY8" fmla="*/ 0 h 7993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7993285">
                <a:moveTo>
                  <a:pt x="758522" y="0"/>
                </a:moveTo>
                <a:lnTo>
                  <a:pt x="5175316" y="0"/>
                </a:lnTo>
                <a:cubicBezTo>
                  <a:pt x="5594238" y="0"/>
                  <a:pt x="5933838" y="339602"/>
                  <a:pt x="5933838" y="758523"/>
                </a:cubicBezTo>
                <a:lnTo>
                  <a:pt x="5933838" y="7234762"/>
                </a:lnTo>
                <a:cubicBezTo>
                  <a:pt x="5933838" y="7653683"/>
                  <a:pt x="5594238" y="7993285"/>
                  <a:pt x="5175316" y="7993285"/>
                </a:cubicBezTo>
                <a:lnTo>
                  <a:pt x="758522" y="7993285"/>
                </a:lnTo>
                <a:cubicBezTo>
                  <a:pt x="339602" y="7993285"/>
                  <a:pt x="0" y="7653683"/>
                  <a:pt x="0" y="7234762"/>
                </a:cubicBezTo>
                <a:lnTo>
                  <a:pt x="0" y="758523"/>
                </a:lnTo>
                <a:cubicBezTo>
                  <a:pt x="0" y="339602"/>
                  <a:pt x="339602" y="0"/>
                  <a:pt x="75852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DC368D4-8DC3-4700-A79A-9C539DABA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213466" y="8757874"/>
            <a:ext cx="5933838" cy="3861164"/>
          </a:xfrm>
          <a:custGeom>
            <a:avLst/>
            <a:gdLst>
              <a:gd name="connsiteX0" fmla="*/ 592728 w 5933838"/>
              <a:gd name="connsiteY0" fmla="*/ 0 h 3861164"/>
              <a:gd name="connsiteX1" fmla="*/ 5341112 w 5933838"/>
              <a:gd name="connsiteY1" fmla="*/ 0 h 3861164"/>
              <a:gd name="connsiteX2" fmla="*/ 5933838 w 5933838"/>
              <a:gd name="connsiteY2" fmla="*/ 592727 h 3861164"/>
              <a:gd name="connsiteX3" fmla="*/ 5933838 w 5933838"/>
              <a:gd name="connsiteY3" fmla="*/ 3268437 h 3861164"/>
              <a:gd name="connsiteX4" fmla="*/ 5341112 w 5933838"/>
              <a:gd name="connsiteY4" fmla="*/ 3861164 h 3861164"/>
              <a:gd name="connsiteX5" fmla="*/ 592728 w 5933838"/>
              <a:gd name="connsiteY5" fmla="*/ 3861164 h 3861164"/>
              <a:gd name="connsiteX6" fmla="*/ 0 w 5933838"/>
              <a:gd name="connsiteY6" fmla="*/ 3268437 h 3861164"/>
              <a:gd name="connsiteX7" fmla="*/ 0 w 5933838"/>
              <a:gd name="connsiteY7" fmla="*/ 592727 h 3861164"/>
              <a:gd name="connsiteX8" fmla="*/ 592728 w 5933838"/>
              <a:gd name="connsiteY8" fmla="*/ 0 h 386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3861164">
                <a:moveTo>
                  <a:pt x="592728" y="0"/>
                </a:moveTo>
                <a:lnTo>
                  <a:pt x="5341112" y="0"/>
                </a:lnTo>
                <a:cubicBezTo>
                  <a:pt x="5668466" y="0"/>
                  <a:pt x="5933838" y="265373"/>
                  <a:pt x="5933838" y="592727"/>
                </a:cubicBezTo>
                <a:lnTo>
                  <a:pt x="5933838" y="3268437"/>
                </a:lnTo>
                <a:cubicBezTo>
                  <a:pt x="5933838" y="3595791"/>
                  <a:pt x="5668466" y="3861164"/>
                  <a:pt x="5341112" y="3861164"/>
                </a:cubicBezTo>
                <a:lnTo>
                  <a:pt x="592728" y="3861164"/>
                </a:lnTo>
                <a:cubicBezTo>
                  <a:pt x="265373" y="3861164"/>
                  <a:pt x="0" y="3595791"/>
                  <a:pt x="0" y="3268437"/>
                </a:cubicBezTo>
                <a:lnTo>
                  <a:pt x="0" y="592727"/>
                </a:lnTo>
                <a:cubicBezTo>
                  <a:pt x="0" y="265373"/>
                  <a:pt x="265373" y="0"/>
                  <a:pt x="59272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3966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2FC9A04-3E7C-86AA-3269-1249446876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2161312" y="5620745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0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0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0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0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3068315-1CAC-ABA5-D094-9516EC7F76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93524" y="6581489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0 w 2775310"/>
              <a:gd name="connsiteY1" fmla="*/ 0 h 5328592"/>
              <a:gd name="connsiteX2" fmla="*/ 2775310 w 2775310"/>
              <a:gd name="connsiteY2" fmla="*/ 306949 h 5328592"/>
              <a:gd name="connsiteX3" fmla="*/ 2775310 w 2775310"/>
              <a:gd name="connsiteY3" fmla="*/ 5021643 h 5328592"/>
              <a:gd name="connsiteX4" fmla="*/ 2468360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49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0" y="0"/>
                </a:lnTo>
                <a:cubicBezTo>
                  <a:pt x="2637884" y="0"/>
                  <a:pt x="2775310" y="137426"/>
                  <a:pt x="2775310" y="306949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0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49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DB522DF-D781-6112-1295-A496A643A1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025734" y="5416998"/>
            <a:ext cx="3063342" cy="5881614"/>
          </a:xfrm>
          <a:custGeom>
            <a:avLst/>
            <a:gdLst>
              <a:gd name="connsiteX0" fmla="*/ 306949 w 2775310"/>
              <a:gd name="connsiteY0" fmla="*/ 0 h 5328592"/>
              <a:gd name="connsiteX1" fmla="*/ 2468362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2 w 2775310"/>
              <a:gd name="connsiteY4" fmla="*/ 5328592 h 5328592"/>
              <a:gd name="connsiteX5" fmla="*/ 306949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49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9" y="0"/>
                </a:moveTo>
                <a:lnTo>
                  <a:pt x="2468362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2" y="5328592"/>
                </a:cubicBezTo>
                <a:lnTo>
                  <a:pt x="306949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4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C486EE-1053-6314-D5B5-92D439797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77178" y="4692057"/>
            <a:ext cx="3878118" cy="7761144"/>
          </a:xfrm>
          <a:custGeom>
            <a:avLst/>
            <a:gdLst>
              <a:gd name="connsiteX0" fmla="*/ 428920 w 3878118"/>
              <a:gd name="connsiteY0" fmla="*/ 0 h 7761144"/>
              <a:gd name="connsiteX1" fmla="*/ 3449198 w 3878118"/>
              <a:gd name="connsiteY1" fmla="*/ 0 h 7761144"/>
              <a:gd name="connsiteX2" fmla="*/ 3878118 w 3878118"/>
              <a:gd name="connsiteY2" fmla="*/ 428920 h 7761144"/>
              <a:gd name="connsiteX3" fmla="*/ 3878118 w 3878118"/>
              <a:gd name="connsiteY3" fmla="*/ 7332224 h 7761144"/>
              <a:gd name="connsiteX4" fmla="*/ 3449198 w 3878118"/>
              <a:gd name="connsiteY4" fmla="*/ 7761144 h 7761144"/>
              <a:gd name="connsiteX5" fmla="*/ 428920 w 3878118"/>
              <a:gd name="connsiteY5" fmla="*/ 7761144 h 7761144"/>
              <a:gd name="connsiteX6" fmla="*/ 0 w 3878118"/>
              <a:gd name="connsiteY6" fmla="*/ 7332224 h 7761144"/>
              <a:gd name="connsiteX7" fmla="*/ 0 w 3878118"/>
              <a:gd name="connsiteY7" fmla="*/ 428920 h 7761144"/>
              <a:gd name="connsiteX8" fmla="*/ 428920 w 3878118"/>
              <a:gd name="connsiteY8" fmla="*/ 0 h 776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8118" h="7761144">
                <a:moveTo>
                  <a:pt x="428920" y="0"/>
                </a:moveTo>
                <a:lnTo>
                  <a:pt x="3449198" y="0"/>
                </a:lnTo>
                <a:cubicBezTo>
                  <a:pt x="3686084" y="0"/>
                  <a:pt x="3878118" y="192034"/>
                  <a:pt x="3878118" y="428920"/>
                </a:cubicBezTo>
                <a:lnTo>
                  <a:pt x="3878118" y="7332224"/>
                </a:lnTo>
                <a:cubicBezTo>
                  <a:pt x="3878118" y="7569110"/>
                  <a:pt x="3686084" y="7761144"/>
                  <a:pt x="3449198" y="7761144"/>
                </a:cubicBezTo>
                <a:lnTo>
                  <a:pt x="428920" y="7761144"/>
                </a:lnTo>
                <a:cubicBezTo>
                  <a:pt x="192034" y="7761144"/>
                  <a:pt x="0" y="7569110"/>
                  <a:pt x="0" y="7332224"/>
                </a:cubicBezTo>
                <a:lnTo>
                  <a:pt x="0" y="428920"/>
                </a:lnTo>
                <a:cubicBezTo>
                  <a:pt x="0" y="192034"/>
                  <a:pt x="192034" y="0"/>
                  <a:pt x="42892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94792A-5A7A-816C-A49E-FFF23C5111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43400" y="5416998"/>
            <a:ext cx="3063342" cy="5881614"/>
          </a:xfrm>
          <a:custGeom>
            <a:avLst/>
            <a:gdLst>
              <a:gd name="connsiteX0" fmla="*/ 306949 w 2775309"/>
              <a:gd name="connsiteY0" fmla="*/ 0 h 5328592"/>
              <a:gd name="connsiteX1" fmla="*/ 2468360 w 2775309"/>
              <a:gd name="connsiteY1" fmla="*/ 0 h 5328592"/>
              <a:gd name="connsiteX2" fmla="*/ 2775309 w 2775309"/>
              <a:gd name="connsiteY2" fmla="*/ 306950 h 5328592"/>
              <a:gd name="connsiteX3" fmla="*/ 2775309 w 2775309"/>
              <a:gd name="connsiteY3" fmla="*/ 5021643 h 5328592"/>
              <a:gd name="connsiteX4" fmla="*/ 2468360 w 2775309"/>
              <a:gd name="connsiteY4" fmla="*/ 5328592 h 5328592"/>
              <a:gd name="connsiteX5" fmla="*/ 306949 w 2775309"/>
              <a:gd name="connsiteY5" fmla="*/ 5328592 h 5328592"/>
              <a:gd name="connsiteX6" fmla="*/ 0 w 2775309"/>
              <a:gd name="connsiteY6" fmla="*/ 5021643 h 5328592"/>
              <a:gd name="connsiteX7" fmla="*/ 0 w 2775309"/>
              <a:gd name="connsiteY7" fmla="*/ 306950 h 5328592"/>
              <a:gd name="connsiteX8" fmla="*/ 306949 w 2775309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09" h="5328592">
                <a:moveTo>
                  <a:pt x="306949" y="0"/>
                </a:moveTo>
                <a:lnTo>
                  <a:pt x="2468360" y="0"/>
                </a:lnTo>
                <a:cubicBezTo>
                  <a:pt x="2637884" y="0"/>
                  <a:pt x="2775309" y="137426"/>
                  <a:pt x="2775309" y="306950"/>
                </a:cubicBezTo>
                <a:lnTo>
                  <a:pt x="2775309" y="5021643"/>
                </a:lnTo>
                <a:cubicBezTo>
                  <a:pt x="2775309" y="5191166"/>
                  <a:pt x="2637884" y="5328592"/>
                  <a:pt x="2468360" y="5328592"/>
                </a:cubicBezTo>
                <a:lnTo>
                  <a:pt x="306949" y="5328592"/>
                </a:lnTo>
                <a:cubicBezTo>
                  <a:pt x="137425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5" y="0"/>
                  <a:pt x="30694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ADD219-6079-57B5-8A00-23E0413B53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75609" y="6581489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1 w 2775310"/>
              <a:gd name="connsiteY1" fmla="*/ 0 h 5328592"/>
              <a:gd name="connsiteX2" fmla="*/ 2775310 w 2775310"/>
              <a:gd name="connsiteY2" fmla="*/ 306949 h 5328592"/>
              <a:gd name="connsiteX3" fmla="*/ 2775310 w 2775310"/>
              <a:gd name="connsiteY3" fmla="*/ 5021643 h 5328592"/>
              <a:gd name="connsiteX4" fmla="*/ 2468361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49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1" y="0"/>
                </a:lnTo>
                <a:cubicBezTo>
                  <a:pt x="2637884" y="0"/>
                  <a:pt x="2775310" y="137426"/>
                  <a:pt x="2775310" y="306949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1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49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3DEDA72-4538-779B-5E8F-5DF929163D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92182" y="5620745"/>
            <a:ext cx="3063342" cy="5881614"/>
          </a:xfrm>
          <a:custGeom>
            <a:avLst/>
            <a:gdLst>
              <a:gd name="connsiteX0" fmla="*/ 306950 w 2775310"/>
              <a:gd name="connsiteY0" fmla="*/ 0 h 5328592"/>
              <a:gd name="connsiteX1" fmla="*/ 2468362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2 w 2775310"/>
              <a:gd name="connsiteY4" fmla="*/ 5328592 h 5328592"/>
              <a:gd name="connsiteX5" fmla="*/ 306950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50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50" y="0"/>
                </a:moveTo>
                <a:lnTo>
                  <a:pt x="2468362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2" y="5328592"/>
                </a:cubicBezTo>
                <a:lnTo>
                  <a:pt x="306950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5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1817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E6F36ED-95AD-7200-C5E0-AF721004F7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628708" y="2841370"/>
            <a:ext cx="6721544" cy="6608918"/>
          </a:xfrm>
          <a:custGeom>
            <a:avLst/>
            <a:gdLst>
              <a:gd name="connsiteX0" fmla="*/ 639808 w 6721544"/>
              <a:gd name="connsiteY0" fmla="*/ 0 h 6608918"/>
              <a:gd name="connsiteX1" fmla="*/ 6081736 w 6721544"/>
              <a:gd name="connsiteY1" fmla="*/ 0 h 6608918"/>
              <a:gd name="connsiteX2" fmla="*/ 6721544 w 6721544"/>
              <a:gd name="connsiteY2" fmla="*/ 639809 h 6608918"/>
              <a:gd name="connsiteX3" fmla="*/ 6721544 w 6721544"/>
              <a:gd name="connsiteY3" fmla="*/ 5969109 h 6608918"/>
              <a:gd name="connsiteX4" fmla="*/ 6081736 w 6721544"/>
              <a:gd name="connsiteY4" fmla="*/ 6608918 h 6608918"/>
              <a:gd name="connsiteX5" fmla="*/ 639808 w 6721544"/>
              <a:gd name="connsiteY5" fmla="*/ 6608918 h 6608918"/>
              <a:gd name="connsiteX6" fmla="*/ 0 w 6721544"/>
              <a:gd name="connsiteY6" fmla="*/ 5969109 h 6608918"/>
              <a:gd name="connsiteX7" fmla="*/ 0 w 6721544"/>
              <a:gd name="connsiteY7" fmla="*/ 639809 h 6608918"/>
              <a:gd name="connsiteX8" fmla="*/ 639808 w 6721544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4" h="6608918">
                <a:moveTo>
                  <a:pt x="639808" y="0"/>
                </a:moveTo>
                <a:lnTo>
                  <a:pt x="6081736" y="0"/>
                </a:lnTo>
                <a:cubicBezTo>
                  <a:pt x="6435092" y="0"/>
                  <a:pt x="6721544" y="286452"/>
                  <a:pt x="6721544" y="639809"/>
                </a:cubicBezTo>
                <a:lnTo>
                  <a:pt x="6721544" y="5969109"/>
                </a:lnTo>
                <a:cubicBezTo>
                  <a:pt x="6721544" y="6322466"/>
                  <a:pt x="6435092" y="6608918"/>
                  <a:pt x="6081736" y="6608918"/>
                </a:cubicBezTo>
                <a:lnTo>
                  <a:pt x="639808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A4E69A7-E7AF-32CB-9147-ED8E8CAC3E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4667" y="2841370"/>
            <a:ext cx="6721545" cy="6608918"/>
          </a:xfrm>
          <a:custGeom>
            <a:avLst/>
            <a:gdLst>
              <a:gd name="connsiteX0" fmla="*/ 639809 w 6721545"/>
              <a:gd name="connsiteY0" fmla="*/ 0 h 6608918"/>
              <a:gd name="connsiteX1" fmla="*/ 6081736 w 6721545"/>
              <a:gd name="connsiteY1" fmla="*/ 0 h 6608918"/>
              <a:gd name="connsiteX2" fmla="*/ 6721545 w 6721545"/>
              <a:gd name="connsiteY2" fmla="*/ 639809 h 6608918"/>
              <a:gd name="connsiteX3" fmla="*/ 6721545 w 6721545"/>
              <a:gd name="connsiteY3" fmla="*/ 5969109 h 6608918"/>
              <a:gd name="connsiteX4" fmla="*/ 6081736 w 6721545"/>
              <a:gd name="connsiteY4" fmla="*/ 6608918 h 6608918"/>
              <a:gd name="connsiteX5" fmla="*/ 639809 w 6721545"/>
              <a:gd name="connsiteY5" fmla="*/ 6608918 h 6608918"/>
              <a:gd name="connsiteX6" fmla="*/ 0 w 6721545"/>
              <a:gd name="connsiteY6" fmla="*/ 5969109 h 6608918"/>
              <a:gd name="connsiteX7" fmla="*/ 0 w 6721545"/>
              <a:gd name="connsiteY7" fmla="*/ 639809 h 6608918"/>
              <a:gd name="connsiteX8" fmla="*/ 639809 w 6721545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5" h="6608918">
                <a:moveTo>
                  <a:pt x="639809" y="0"/>
                </a:moveTo>
                <a:lnTo>
                  <a:pt x="6081736" y="0"/>
                </a:lnTo>
                <a:cubicBezTo>
                  <a:pt x="6435092" y="0"/>
                  <a:pt x="6721545" y="286452"/>
                  <a:pt x="6721545" y="639809"/>
                </a:cubicBezTo>
                <a:lnTo>
                  <a:pt x="6721545" y="5969109"/>
                </a:lnTo>
                <a:cubicBezTo>
                  <a:pt x="6721545" y="6322466"/>
                  <a:pt x="6435092" y="6608918"/>
                  <a:pt x="6081736" y="6608918"/>
                </a:cubicBezTo>
                <a:lnTo>
                  <a:pt x="639809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C31DCD-B6DD-DB12-9705-79BC159CF3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29640" y="2841370"/>
            <a:ext cx="6721545" cy="6608918"/>
          </a:xfrm>
          <a:custGeom>
            <a:avLst/>
            <a:gdLst>
              <a:gd name="connsiteX0" fmla="*/ 639809 w 6721545"/>
              <a:gd name="connsiteY0" fmla="*/ 0 h 6608918"/>
              <a:gd name="connsiteX1" fmla="*/ 6081736 w 6721545"/>
              <a:gd name="connsiteY1" fmla="*/ 0 h 6608918"/>
              <a:gd name="connsiteX2" fmla="*/ 6721545 w 6721545"/>
              <a:gd name="connsiteY2" fmla="*/ 639809 h 6608918"/>
              <a:gd name="connsiteX3" fmla="*/ 6721545 w 6721545"/>
              <a:gd name="connsiteY3" fmla="*/ 5969109 h 6608918"/>
              <a:gd name="connsiteX4" fmla="*/ 6081736 w 6721545"/>
              <a:gd name="connsiteY4" fmla="*/ 6608918 h 6608918"/>
              <a:gd name="connsiteX5" fmla="*/ 639809 w 6721545"/>
              <a:gd name="connsiteY5" fmla="*/ 6608918 h 6608918"/>
              <a:gd name="connsiteX6" fmla="*/ 0 w 6721545"/>
              <a:gd name="connsiteY6" fmla="*/ 5969109 h 6608918"/>
              <a:gd name="connsiteX7" fmla="*/ 0 w 6721545"/>
              <a:gd name="connsiteY7" fmla="*/ 639809 h 6608918"/>
              <a:gd name="connsiteX8" fmla="*/ 639809 w 6721545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5" h="6608918">
                <a:moveTo>
                  <a:pt x="639809" y="0"/>
                </a:moveTo>
                <a:lnTo>
                  <a:pt x="6081736" y="0"/>
                </a:lnTo>
                <a:cubicBezTo>
                  <a:pt x="6435092" y="0"/>
                  <a:pt x="6721545" y="286452"/>
                  <a:pt x="6721545" y="639809"/>
                </a:cubicBezTo>
                <a:lnTo>
                  <a:pt x="6721545" y="5969109"/>
                </a:lnTo>
                <a:cubicBezTo>
                  <a:pt x="6721545" y="6322466"/>
                  <a:pt x="6435092" y="6608918"/>
                  <a:pt x="6081736" y="6608918"/>
                </a:cubicBezTo>
                <a:lnTo>
                  <a:pt x="639809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45118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8C6678-C054-AB74-F6B8-BA386797A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96964"/>
            <a:ext cx="11254309" cy="11545295"/>
          </a:xfrm>
          <a:custGeom>
            <a:avLst/>
            <a:gdLst>
              <a:gd name="connsiteX0" fmla="*/ 0 w 11254309"/>
              <a:gd name="connsiteY0" fmla="*/ 0 h 11545295"/>
              <a:gd name="connsiteX1" fmla="*/ 10269842 w 11254309"/>
              <a:gd name="connsiteY1" fmla="*/ 0 h 11545295"/>
              <a:gd name="connsiteX2" fmla="*/ 11254309 w 11254309"/>
              <a:gd name="connsiteY2" fmla="*/ 984467 h 11545295"/>
              <a:gd name="connsiteX3" fmla="*/ 11254309 w 11254309"/>
              <a:gd name="connsiteY3" fmla="*/ 10560828 h 11545295"/>
              <a:gd name="connsiteX4" fmla="*/ 10269842 w 11254309"/>
              <a:gd name="connsiteY4" fmla="*/ 11545295 h 11545295"/>
              <a:gd name="connsiteX5" fmla="*/ 0 w 11254309"/>
              <a:gd name="connsiteY5" fmla="*/ 11545295 h 1154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54309" h="11545295">
                <a:moveTo>
                  <a:pt x="0" y="0"/>
                </a:moveTo>
                <a:lnTo>
                  <a:pt x="10269842" y="0"/>
                </a:lnTo>
                <a:cubicBezTo>
                  <a:pt x="10813548" y="0"/>
                  <a:pt x="11254309" y="440761"/>
                  <a:pt x="11254309" y="984467"/>
                </a:cubicBezTo>
                <a:lnTo>
                  <a:pt x="11254309" y="10560828"/>
                </a:lnTo>
                <a:cubicBezTo>
                  <a:pt x="11254309" y="11104534"/>
                  <a:pt x="10813548" y="11545295"/>
                  <a:pt x="10269842" y="11545295"/>
                </a:cubicBezTo>
                <a:lnTo>
                  <a:pt x="0" y="11545295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71C925-1A34-EBAE-12E1-F2BAD7A94C38}"/>
              </a:ext>
            </a:extLst>
          </p:cNvPr>
          <p:cNvSpPr/>
          <p:nvPr userDrawn="1"/>
        </p:nvSpPr>
        <p:spPr>
          <a:xfrm>
            <a:off x="12170643" y="6126438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CD913A-2549-E033-A2DE-5A9D31B9EC1F}"/>
              </a:ext>
            </a:extLst>
          </p:cNvPr>
          <p:cNvSpPr/>
          <p:nvPr userDrawn="1"/>
        </p:nvSpPr>
        <p:spPr>
          <a:xfrm>
            <a:off x="18100562" y="6126438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581AB6-15B1-F96E-DC0D-8713ADBBEAEC}"/>
              </a:ext>
            </a:extLst>
          </p:cNvPr>
          <p:cNvSpPr/>
          <p:nvPr userDrawn="1"/>
        </p:nvSpPr>
        <p:spPr>
          <a:xfrm>
            <a:off x="12170643" y="8911340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C045D1-F006-DF58-B843-0C898475C47B}"/>
              </a:ext>
            </a:extLst>
          </p:cNvPr>
          <p:cNvSpPr/>
          <p:nvPr userDrawn="1"/>
        </p:nvSpPr>
        <p:spPr>
          <a:xfrm>
            <a:off x="18100562" y="8911340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745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980ED3F-48AE-DCA2-6B60-CE356ACFF1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1096964"/>
            <a:ext cx="22321836" cy="5545013"/>
          </a:xfrm>
          <a:custGeom>
            <a:avLst/>
            <a:gdLst>
              <a:gd name="connsiteX0" fmla="*/ 638730 w 22321836"/>
              <a:gd name="connsiteY0" fmla="*/ 0 h 5545013"/>
              <a:gd name="connsiteX1" fmla="*/ 21683108 w 22321836"/>
              <a:gd name="connsiteY1" fmla="*/ 0 h 5545013"/>
              <a:gd name="connsiteX2" fmla="*/ 22321836 w 22321836"/>
              <a:gd name="connsiteY2" fmla="*/ 638730 h 5545013"/>
              <a:gd name="connsiteX3" fmla="*/ 22321836 w 22321836"/>
              <a:gd name="connsiteY3" fmla="*/ 4906283 h 5545013"/>
              <a:gd name="connsiteX4" fmla="*/ 21683108 w 22321836"/>
              <a:gd name="connsiteY4" fmla="*/ 5545013 h 5545013"/>
              <a:gd name="connsiteX5" fmla="*/ 638730 w 22321836"/>
              <a:gd name="connsiteY5" fmla="*/ 5545013 h 5545013"/>
              <a:gd name="connsiteX6" fmla="*/ 0 w 22321836"/>
              <a:gd name="connsiteY6" fmla="*/ 4906283 h 5545013"/>
              <a:gd name="connsiteX7" fmla="*/ 0 w 22321836"/>
              <a:gd name="connsiteY7" fmla="*/ 638730 h 5545013"/>
              <a:gd name="connsiteX8" fmla="*/ 638730 w 22321836"/>
              <a:gd name="connsiteY8" fmla="*/ 0 h 5545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1836" h="5545013">
                <a:moveTo>
                  <a:pt x="638730" y="0"/>
                </a:moveTo>
                <a:lnTo>
                  <a:pt x="21683108" y="0"/>
                </a:lnTo>
                <a:cubicBezTo>
                  <a:pt x="22035868" y="0"/>
                  <a:pt x="22321836" y="285969"/>
                  <a:pt x="22321836" y="638730"/>
                </a:cubicBezTo>
                <a:lnTo>
                  <a:pt x="22321836" y="4906283"/>
                </a:lnTo>
                <a:cubicBezTo>
                  <a:pt x="22321836" y="5259044"/>
                  <a:pt x="22035868" y="5545013"/>
                  <a:pt x="21683108" y="5545013"/>
                </a:cubicBezTo>
                <a:lnTo>
                  <a:pt x="638730" y="5545013"/>
                </a:lnTo>
                <a:cubicBezTo>
                  <a:pt x="285969" y="5545013"/>
                  <a:pt x="0" y="5259044"/>
                  <a:pt x="0" y="4906283"/>
                </a:cubicBezTo>
                <a:lnTo>
                  <a:pt x="0" y="638730"/>
                </a:lnTo>
                <a:cubicBezTo>
                  <a:pt x="0" y="285969"/>
                  <a:pt x="285969" y="0"/>
                  <a:pt x="63873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8551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99EDF11-F2A0-3130-9E81-65407DCCF4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86582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449770-ECAB-2E86-FCCF-296AC3138D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8658200"/>
            <a:ext cx="24382413" cy="5057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39211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3E89ECC-3026-149C-27C7-58DF9A6FE1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100983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723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890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82" r:id="rId2"/>
    <p:sldLayoutId id="2147483662" r:id="rId3"/>
    <p:sldLayoutId id="2147483663" r:id="rId4"/>
    <p:sldLayoutId id="2147483688" r:id="rId5"/>
    <p:sldLayoutId id="2147483664" r:id="rId6"/>
    <p:sldLayoutId id="2147483668" r:id="rId7"/>
    <p:sldLayoutId id="2147483665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7" r:id="rId16"/>
    <p:sldLayoutId id="2147483676" r:id="rId17"/>
    <p:sldLayoutId id="2147483678" r:id="rId18"/>
    <p:sldLayoutId id="2147483679" r:id="rId19"/>
    <p:sldLayoutId id="2147483680" r:id="rId20"/>
    <p:sldLayoutId id="2147483681" r:id="rId21"/>
    <p:sldLayoutId id="2147483684" r:id="rId22"/>
    <p:sldLayoutId id="2147483685" r:id="rId23"/>
    <p:sldLayoutId id="2147483687" r:id="rId24"/>
    <p:sldLayoutId id="2147483686" r:id="rId25"/>
    <p:sldLayoutId id="2147483666" r:id="rId26"/>
    <p:sldLayoutId id="2147483667" r:id="rId2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170DD38-E9C3-D315-4E4F-FEE67F936025}"/>
              </a:ext>
            </a:extLst>
          </p:cNvPr>
          <p:cNvSpPr txBox="1"/>
          <p:nvPr/>
        </p:nvSpPr>
        <p:spPr>
          <a:xfrm>
            <a:off x="11887199" y="4157260"/>
            <a:ext cx="11456832" cy="30469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SV" altLang="es-SV" sz="9600" dirty="0">
                <a:latin typeface="Arial" panose="020B0604020202020204" pitchFamily="34" charset="0"/>
              </a:rPr>
              <a:t>¿Medida, Columna o Tabla Calculada?</a:t>
            </a:r>
            <a:endParaRPr lang="id-ID" sz="11500" b="1" dirty="0">
              <a:latin typeface="Avenir Next LT Pro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500D8B-D499-5E34-5254-B65391837836}"/>
              </a:ext>
            </a:extLst>
          </p:cNvPr>
          <p:cNvSpPr/>
          <p:nvPr/>
        </p:nvSpPr>
        <p:spPr>
          <a:xfrm>
            <a:off x="1038382" y="2321497"/>
            <a:ext cx="3404913" cy="7416823"/>
          </a:xfrm>
          <a:prstGeom prst="roundRect">
            <a:avLst>
              <a:gd name="adj" fmla="val 23139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94A2C3-A20F-A5DA-3DD1-A74B3B53720B}"/>
              </a:ext>
            </a:extLst>
          </p:cNvPr>
          <p:cNvSpPr txBox="1"/>
          <p:nvPr/>
        </p:nvSpPr>
        <p:spPr>
          <a:xfrm>
            <a:off x="11880882" y="11445337"/>
            <a:ext cx="1145316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rgbClr val="00FFF2"/>
                </a:solidFill>
                <a:latin typeface="Avenir Next LT Pro"/>
                <a:ea typeface="Inter Tight Light" pitchFamily="2" charset="0"/>
                <a:cs typeface="Inter Tight Light" pitchFamily="2" charset="0"/>
              </a:rPr>
              <a:t>INNOVATING TODAY FOR  A SMARTER TOMORROW</a:t>
            </a:r>
            <a:endParaRPr lang="id-ID" sz="2400" dirty="0">
              <a:solidFill>
                <a:srgbClr val="00FFF2"/>
              </a:solidFill>
              <a:latin typeface="Avenir Next LT Pro"/>
              <a:ea typeface="Inter Tight Light" pitchFamily="2" charset="0"/>
              <a:cs typeface="Inter Tight Light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C6BD77-AA1F-DB29-28F1-167585FAFA3F}"/>
              </a:ext>
            </a:extLst>
          </p:cNvPr>
          <p:cNvSpPr/>
          <p:nvPr/>
        </p:nvSpPr>
        <p:spPr>
          <a:xfrm>
            <a:off x="5761914" y="11207334"/>
            <a:ext cx="3404913" cy="7416823"/>
          </a:xfrm>
          <a:prstGeom prst="roundRect">
            <a:avLst>
              <a:gd name="adj" fmla="val 23139"/>
            </a:avLst>
          </a:prstGeom>
          <a:noFill/>
          <a:ln w="28575">
            <a:solidFill>
              <a:srgbClr val="00FFF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6B353F-15F1-BA6F-0504-E29ECC5D3A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9F45D392-7F28-9407-9A19-CFED59C3C0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11" name="Graphic 5">
            <a:extLst>
              <a:ext uri="{FF2B5EF4-FFF2-40B4-BE49-F238E27FC236}">
                <a16:creationId xmlns:a16="http://schemas.microsoft.com/office/drawing/2014/main" id="{72174874-2D56-A996-7746-ED114C41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779" y="2050586"/>
            <a:ext cx="2628290" cy="53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34">
            <a:extLst>
              <a:ext uri="{FF2B5EF4-FFF2-40B4-BE49-F238E27FC236}">
                <a16:creationId xmlns:a16="http://schemas.microsoft.com/office/drawing/2014/main" id="{0564BC61-FD19-CC18-9212-C222D6EBD1B9}"/>
              </a:ext>
            </a:extLst>
          </p:cNvPr>
          <p:cNvCxnSpPr>
            <a:cxnSpLocks/>
          </p:cNvCxnSpPr>
          <p:nvPr/>
        </p:nvCxnSpPr>
        <p:spPr>
          <a:xfrm>
            <a:off x="1960653" y="2173426"/>
            <a:ext cx="0" cy="2087909"/>
          </a:xfrm>
          <a:prstGeom prst="line">
            <a:avLst/>
          </a:prstGeom>
          <a:ln w="57150">
            <a:solidFill>
              <a:srgbClr val="00FF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9423589-56E3-7462-161F-A961683FC87C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A1B09B57-41A2-D4E1-5F6D-0553440F199D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Graphic 5">
              <a:extLst>
                <a:ext uri="{FF2B5EF4-FFF2-40B4-BE49-F238E27FC236}">
                  <a16:creationId xmlns:a16="http://schemas.microsoft.com/office/drawing/2014/main" id="{988DA149-1B1E-1CCA-B3A1-0B1A3C1E0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609D3DB-1B03-BD94-B4E8-708ED3FEF67B}"/>
              </a:ext>
            </a:extLst>
          </p:cNvPr>
          <p:cNvSpPr txBox="1"/>
          <p:nvPr/>
        </p:nvSpPr>
        <p:spPr>
          <a:xfrm>
            <a:off x="2038078" y="2537520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Guía Rápida: </a:t>
            </a:r>
            <a:b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¿Medida, Columna o Tabla Calculada?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B001F19-67C2-D24A-2CB5-8683B25BD0CF}"/>
              </a:ext>
            </a:extLst>
          </p:cNvPr>
          <p:cNvSpPr txBox="1"/>
          <p:nvPr/>
        </p:nvSpPr>
        <p:spPr>
          <a:xfrm>
            <a:off x="1678037" y="4553744"/>
            <a:ext cx="21962437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4000" dirty="0"/>
              <a:t>🧮 </a:t>
            </a:r>
            <a:r>
              <a:rPr lang="es-MX" sz="4000" b="1" dirty="0"/>
              <a:t>Medida</a:t>
            </a:r>
            <a:endParaRPr lang="es-MX" sz="4000" dirty="0"/>
          </a:p>
          <a:p>
            <a:pPr>
              <a:buNone/>
            </a:pPr>
            <a:r>
              <a:rPr lang="es-MX" sz="4000" i="1" dirty="0"/>
              <a:t>"El chef de </a:t>
            </a:r>
            <a:r>
              <a:rPr lang="es-MX" sz="4000" i="1" dirty="0" err="1"/>
              <a:t>Power</a:t>
            </a:r>
            <a:r>
              <a:rPr lang="es-MX" sz="4000" i="1" dirty="0"/>
              <a:t> BI: no cocina hasta que alguien pide el plato."</a:t>
            </a:r>
            <a:br>
              <a:rPr lang="es-MX" sz="4000" dirty="0"/>
            </a:br>
            <a:r>
              <a:rPr lang="es-MX" sz="4000" dirty="0"/>
              <a:t>Es un cálculo dinámico que se ejecuta solo cuando lo </a:t>
            </a:r>
            <a:r>
              <a:rPr lang="es-MX" sz="4000" dirty="0" err="1"/>
              <a:t>necesitás</a:t>
            </a:r>
            <a:r>
              <a:rPr lang="es-MX" sz="4000" dirty="0"/>
              <a:t>. Ideal para totales, </a:t>
            </a:r>
            <a:r>
              <a:rPr lang="es-MX" sz="4000" dirty="0" err="1"/>
              <a:t>KPIs</a:t>
            </a:r>
            <a:r>
              <a:rPr lang="es-MX" sz="4000" dirty="0"/>
              <a:t>, porcentajes, y análisis contextuales. No ocupa espacio, pero tiene buena sazón.</a:t>
            </a:r>
          </a:p>
          <a:p>
            <a:pPr>
              <a:buNone/>
            </a:pPr>
            <a:endParaRPr lang="es-MX" sz="4000" dirty="0"/>
          </a:p>
          <a:p>
            <a:pPr>
              <a:buNone/>
            </a:pPr>
            <a:r>
              <a:rPr lang="es-MX" sz="4000" dirty="0"/>
              <a:t>📊 </a:t>
            </a:r>
            <a:r>
              <a:rPr lang="es-MX" sz="4000" b="1" dirty="0"/>
              <a:t>Columna Calculada</a:t>
            </a:r>
            <a:endParaRPr lang="es-MX" sz="4000" dirty="0"/>
          </a:p>
          <a:p>
            <a:pPr>
              <a:buNone/>
            </a:pPr>
            <a:r>
              <a:rPr lang="es-MX" sz="4000" i="1" dirty="0"/>
              <a:t>"Una etiqueta que vive pegada a cada fila."</a:t>
            </a:r>
            <a:br>
              <a:rPr lang="es-MX" sz="4000" dirty="0"/>
            </a:br>
            <a:r>
              <a:rPr lang="es-MX" sz="4000" dirty="0"/>
              <a:t>Se calcula al cargar el modelo y se guarda como parte del </a:t>
            </a:r>
            <a:r>
              <a:rPr lang="es-MX" sz="4000" dirty="0" err="1"/>
              <a:t>dataset</a:t>
            </a:r>
            <a:r>
              <a:rPr lang="es-MX" sz="4000" dirty="0"/>
              <a:t>. Perfecta para clasificar, filtrar y conectar datos... aunque un poco glotona con la memoria.</a:t>
            </a:r>
          </a:p>
          <a:p>
            <a:pPr>
              <a:buNone/>
            </a:pPr>
            <a:endParaRPr lang="es-MX" sz="4000" dirty="0"/>
          </a:p>
          <a:p>
            <a:pPr>
              <a:buNone/>
            </a:pPr>
            <a:r>
              <a:rPr lang="es-MX" sz="4000" dirty="0"/>
              <a:t>🧱 </a:t>
            </a:r>
            <a:r>
              <a:rPr lang="es-MX" sz="4000" b="1" dirty="0"/>
              <a:t>Tabla Calculada</a:t>
            </a:r>
            <a:endParaRPr lang="es-MX" sz="4000" dirty="0"/>
          </a:p>
          <a:p>
            <a:r>
              <a:rPr lang="es-MX" sz="4000" i="1" dirty="0"/>
              <a:t>"El taller interno donde construís tus propias piezas."</a:t>
            </a:r>
            <a:br>
              <a:rPr lang="es-MX" sz="4000" dirty="0"/>
            </a:br>
            <a:r>
              <a:rPr lang="es-MX" sz="4000" dirty="0"/>
              <a:t>Es una tabla derivada por DAX que vive en el modelo, útil cuando </a:t>
            </a:r>
            <a:r>
              <a:rPr lang="es-MX" sz="4000" dirty="0" err="1"/>
              <a:t>necesitás</a:t>
            </a:r>
            <a:r>
              <a:rPr lang="es-MX" sz="4000" dirty="0"/>
              <a:t> dimensiones o estructuras que no vienen desde la fuente de datos original.</a:t>
            </a:r>
          </a:p>
        </p:txBody>
      </p:sp>
    </p:spTree>
    <p:extLst>
      <p:ext uri="{BB962C8B-B14F-4D97-AF65-F5344CB8AC3E}">
        <p14:creationId xmlns:p14="http://schemas.microsoft.com/office/powerpoint/2010/main" val="14656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94EE1-E829-C761-3E95-88D37918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34">
            <a:extLst>
              <a:ext uri="{FF2B5EF4-FFF2-40B4-BE49-F238E27FC236}">
                <a16:creationId xmlns:a16="http://schemas.microsoft.com/office/drawing/2014/main" id="{160142B3-AA94-648B-E9F0-D8FB00016B0F}"/>
              </a:ext>
            </a:extLst>
          </p:cNvPr>
          <p:cNvCxnSpPr>
            <a:cxnSpLocks/>
          </p:cNvCxnSpPr>
          <p:nvPr/>
        </p:nvCxnSpPr>
        <p:spPr>
          <a:xfrm>
            <a:off x="1960653" y="2173426"/>
            <a:ext cx="0" cy="2087909"/>
          </a:xfrm>
          <a:prstGeom prst="line">
            <a:avLst/>
          </a:prstGeom>
          <a:ln w="57150">
            <a:solidFill>
              <a:srgbClr val="00FF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70487847-6FF0-99AD-E8D3-F32A03EF4611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963BE465-C333-778E-1C9E-F5DB675E8488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Graphic 5">
              <a:extLst>
                <a:ext uri="{FF2B5EF4-FFF2-40B4-BE49-F238E27FC236}">
                  <a16:creationId xmlns:a16="http://schemas.microsoft.com/office/drawing/2014/main" id="{04D37059-D750-B1B6-84B3-DD37BB90C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02EE44FE-E853-882E-FEF7-75446299C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078" y="5129808"/>
            <a:ext cx="19589779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🧭 Recomendaciones Prácticas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SV" altLang="es-SV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s-SV" altLang="es-SV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Medidas</a:t>
            </a: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ideales para mantener modelos eficientes, con cálculos dinámicos que responden al contexto (</a:t>
            </a:r>
            <a:r>
              <a:rPr kumimoji="0" lang="es-SV" altLang="es-SV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slicers</a:t>
            </a: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filtros, etc.).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SV" altLang="es-SV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⚖️ </a:t>
            </a:r>
            <a:r>
              <a:rPr kumimoji="0" lang="es-SV" altLang="es-SV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Columnas calculadas</a:t>
            </a: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útiles cuando </a:t>
            </a:r>
            <a:r>
              <a:rPr kumimoji="0" lang="es-SV" altLang="es-SV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necesitás</a:t>
            </a: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categorizar datos para filtros o establecer relaciones basadas en esos valores.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🧱 </a:t>
            </a:r>
            <a:r>
              <a:rPr kumimoji="0" lang="es-SV" altLang="es-SV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Tablas calculadas</a:t>
            </a: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valiosas cuando no </a:t>
            </a:r>
            <a:r>
              <a:rPr kumimoji="0" lang="es-SV" altLang="es-SV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tenés</a:t>
            </a: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dimensión desde la fuente o </a:t>
            </a:r>
            <a:r>
              <a:rPr kumimoji="0" lang="es-SV" altLang="es-SV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querés</a:t>
            </a:r>
            <a:r>
              <a:rPr kumimoji="0" lang="es-SV" altLang="es-SV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crear una vista alternativa del modelo.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4927935-17C3-A8BD-B7AD-192EAF42320B}"/>
              </a:ext>
            </a:extLst>
          </p:cNvPr>
          <p:cNvSpPr txBox="1"/>
          <p:nvPr/>
        </p:nvSpPr>
        <p:spPr>
          <a:xfrm>
            <a:off x="2038078" y="2537520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Guía Rápida: </a:t>
            </a:r>
            <a:b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¿Medida, Columna o Tabla Calculada?</a:t>
            </a:r>
          </a:p>
        </p:txBody>
      </p:sp>
    </p:spTree>
    <p:extLst>
      <p:ext uri="{BB962C8B-B14F-4D97-AF65-F5344CB8AC3E}">
        <p14:creationId xmlns:p14="http://schemas.microsoft.com/office/powerpoint/2010/main" val="312386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352A-9C6D-F72A-CDAD-F5E12D9A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34">
            <a:extLst>
              <a:ext uri="{FF2B5EF4-FFF2-40B4-BE49-F238E27FC236}">
                <a16:creationId xmlns:a16="http://schemas.microsoft.com/office/drawing/2014/main" id="{CB18A75D-2537-2A1C-E6A3-20DCE930F419}"/>
              </a:ext>
            </a:extLst>
          </p:cNvPr>
          <p:cNvCxnSpPr>
            <a:cxnSpLocks/>
          </p:cNvCxnSpPr>
          <p:nvPr/>
        </p:nvCxnSpPr>
        <p:spPr>
          <a:xfrm>
            <a:off x="1960653" y="2173426"/>
            <a:ext cx="0" cy="2087909"/>
          </a:xfrm>
          <a:prstGeom prst="line">
            <a:avLst/>
          </a:prstGeom>
          <a:ln w="57150">
            <a:solidFill>
              <a:srgbClr val="00FF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75E96BB-E82D-E081-4A13-4F0899C17F6C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F066D0E5-31A0-9DE9-B424-7A3EA54D8746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Graphic 5">
              <a:extLst>
                <a:ext uri="{FF2B5EF4-FFF2-40B4-BE49-F238E27FC236}">
                  <a16:creationId xmlns:a16="http://schemas.microsoft.com/office/drawing/2014/main" id="{EC01E15C-B611-6517-FC61-BC7528798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</p:grp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AF8D1A3-931B-4A00-4326-1764020B0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26445"/>
              </p:ext>
            </p:extLst>
          </p:nvPr>
        </p:nvGraphicFramePr>
        <p:xfrm>
          <a:off x="1928710" y="4459771"/>
          <a:ext cx="20271608" cy="8716160"/>
        </p:xfrm>
        <a:graphic>
          <a:graphicData uri="http://schemas.openxmlformats.org/drawingml/2006/table">
            <a:tbl>
              <a:tblPr firstRow="1" firstCol="1" bandRow="1">
                <a:tableStyleId>{D03447BB-5D67-496B-8E87-E561075AD55C}</a:tableStyleId>
              </a:tblPr>
              <a:tblGrid>
                <a:gridCol w="5067902">
                  <a:extLst>
                    <a:ext uri="{9D8B030D-6E8A-4147-A177-3AD203B41FA5}">
                      <a16:colId xmlns:a16="http://schemas.microsoft.com/office/drawing/2014/main" val="907047892"/>
                    </a:ext>
                  </a:extLst>
                </a:gridCol>
                <a:gridCol w="5067902">
                  <a:extLst>
                    <a:ext uri="{9D8B030D-6E8A-4147-A177-3AD203B41FA5}">
                      <a16:colId xmlns:a16="http://schemas.microsoft.com/office/drawing/2014/main" val="898479868"/>
                    </a:ext>
                  </a:extLst>
                </a:gridCol>
                <a:gridCol w="5067902">
                  <a:extLst>
                    <a:ext uri="{9D8B030D-6E8A-4147-A177-3AD203B41FA5}">
                      <a16:colId xmlns:a16="http://schemas.microsoft.com/office/drawing/2014/main" val="2076370694"/>
                    </a:ext>
                  </a:extLst>
                </a:gridCol>
                <a:gridCol w="5067902">
                  <a:extLst>
                    <a:ext uri="{9D8B030D-6E8A-4147-A177-3AD203B41FA5}">
                      <a16:colId xmlns:a16="http://schemas.microsoft.com/office/drawing/2014/main" val="286273106"/>
                    </a:ext>
                  </a:extLst>
                </a:gridCol>
              </a:tblGrid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/>
                        <a:t>Característica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/>
                        <a:t>Medida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/>
                        <a:t>Columna Calculada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 dirty="0"/>
                        <a:t>Tabla Calculada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153944499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/>
                        <a:t>Se guarda físicamente</a:t>
                      </a:r>
                      <a:endParaRPr lang="es-SV" sz="33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dirty="0"/>
                        <a:t>❌ No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/>
                        <a:t>✅ Sí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dirty="0"/>
                        <a:t>✅ Sí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762523169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 dirty="0"/>
                        <a:t>Aumenta tamaño archivo</a:t>
                      </a:r>
                      <a:endParaRPr lang="es-SV" sz="330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/>
                        <a:t>🔽 No mucho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/>
                        <a:t>🔼 Sí (según filas y cardinalidad)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/>
                        <a:t>🔼 Sí (según número de filas/columnas)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52314071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 dirty="0"/>
                        <a:t>Evaluación</a:t>
                      </a:r>
                      <a:endParaRPr lang="es-SV" sz="330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3300" dirty="0"/>
                        <a:t>Al momento del cálculo (runtime)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/>
                        <a:t>Al cargar o actualizar modelo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/>
                        <a:t>Al cargar o actualizar modelo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487446461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 dirty="0"/>
                        <a:t>Uso típico</a:t>
                      </a:r>
                      <a:endParaRPr lang="es-SV" sz="330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/>
                        <a:t>KPIs, totales dinámicos, porcentajes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/>
                        <a:t>Clasificación o segmentación por fila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dirty="0"/>
                        <a:t>Dimensiones, relaciones, estructuras auxiliares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853233715"/>
                  </a:ext>
                </a:extLst>
              </a:tr>
              <a:tr h="2091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/>
                        <a:t>Beneficio principal</a:t>
                      </a:r>
                      <a:endParaRPr lang="es-SV" sz="33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 b="1"/>
                        <a:t>Ligereza y flexibilidad para análisis dinámicos</a:t>
                      </a:r>
                      <a:endParaRPr lang="es-MX" sz="33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/>
                        <a:t>Permite segmentar, filtrar o categorizar datos fila por fila</a:t>
                      </a:r>
                      <a:endParaRPr lang="es-SV" sz="33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 b="1"/>
                        <a:t>Facilita construir estructuras derivadas sin depender de la fuente original</a:t>
                      </a:r>
                      <a:endParaRPr lang="es-MX" sz="330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56290611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/>
                        <a:t>Impacto en rendimiento</a:t>
                      </a:r>
                      <a:endParaRPr lang="es-SV" sz="33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/>
                        <a:t>Bajo a medio (según complejidad)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/>
                        <a:t>Medio a alto (por almacenamiento)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/>
                        <a:t>Medio a alto (por almacenamiento)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0598158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b="1"/>
                        <a:t>Ejemplo de DAX</a:t>
                      </a:r>
                      <a:endParaRPr lang="es-SV" sz="33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/>
                        <a:t>SUM(Ventas[Total])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3300"/>
                        <a:t>IF(Ventas[Monto] &gt; 1000, "Alto", "Bajo")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SV" sz="3300" dirty="0"/>
                        <a:t>CALENDAR(DATE(2020,1,1), DATE(2025,12,31))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2904861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31650933-6645-3E03-F852-E0EAE845BCAA}"/>
              </a:ext>
            </a:extLst>
          </p:cNvPr>
          <p:cNvSpPr txBox="1"/>
          <p:nvPr/>
        </p:nvSpPr>
        <p:spPr>
          <a:xfrm>
            <a:off x="2038078" y="2537520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Guía Rápida: </a:t>
            </a:r>
            <a:b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SV" altLang="es-SV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¿Medida, Columna o Tabla Calculada?</a:t>
            </a:r>
          </a:p>
        </p:txBody>
      </p:sp>
    </p:spTree>
    <p:extLst>
      <p:ext uri="{BB962C8B-B14F-4D97-AF65-F5344CB8AC3E}">
        <p14:creationId xmlns:p14="http://schemas.microsoft.com/office/powerpoint/2010/main" val="132190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ch.">
      <a:dk1>
        <a:srgbClr val="0A0A0A"/>
      </a:dk1>
      <a:lt1>
        <a:srgbClr val="FDFDFB"/>
      </a:lt1>
      <a:dk2>
        <a:srgbClr val="0A0A0A"/>
      </a:dk2>
      <a:lt2>
        <a:srgbClr val="FDFDFB"/>
      </a:lt2>
      <a:accent1>
        <a:srgbClr val="8236FB"/>
      </a:accent1>
      <a:accent2>
        <a:srgbClr val="D6FF01"/>
      </a:accent2>
      <a:accent3>
        <a:srgbClr val="100843"/>
      </a:accent3>
      <a:accent4>
        <a:srgbClr val="0A0A0A"/>
      </a:accent4>
      <a:accent5>
        <a:srgbClr val="808080"/>
      </a:accent5>
      <a:accent6>
        <a:srgbClr val="FFFFFF"/>
      </a:accent6>
      <a:hlink>
        <a:srgbClr val="D6FF01"/>
      </a:hlink>
      <a:folHlink>
        <a:srgbClr val="8236FB"/>
      </a:folHlink>
    </a:clrScheme>
    <a:fontScheme name="Inter Tight">
      <a:majorFont>
        <a:latin typeface="Inter Tight"/>
        <a:ea typeface=""/>
        <a:cs typeface=""/>
      </a:majorFont>
      <a:minorFont>
        <a:latin typeface="Inter T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1972</TotalTime>
  <Words>419</Words>
  <Application>Microsoft Office PowerPoint</Application>
  <PresentationFormat>Personalizado</PresentationFormat>
  <Paragraphs>52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Avenir Next LT Pro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nurilfikriyah</dc:creator>
  <cp:lastModifiedBy>Carlos Dubon</cp:lastModifiedBy>
  <cp:revision>458</cp:revision>
  <dcterms:created xsi:type="dcterms:W3CDTF">2024-07-15T07:11:27Z</dcterms:created>
  <dcterms:modified xsi:type="dcterms:W3CDTF">2025-06-25T23:27:56Z</dcterms:modified>
</cp:coreProperties>
</file>