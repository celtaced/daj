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302" r:id="rId2"/>
    <p:sldId id="312" r:id="rId3"/>
    <p:sldId id="306" r:id="rId4"/>
    <p:sldId id="307" r:id="rId5"/>
    <p:sldId id="308" r:id="rId6"/>
    <p:sldId id="309" r:id="rId7"/>
    <p:sldId id="310" r:id="rId8"/>
    <p:sldId id="311" r:id="rId9"/>
    <p:sldId id="313" r:id="rId10"/>
    <p:sldId id="314" r:id="rId11"/>
    <p:sldId id="315" r:id="rId12"/>
    <p:sldId id="316" r:id="rId13"/>
    <p:sldId id="317" r:id="rId14"/>
    <p:sldId id="318" r:id="rId15"/>
    <p:sldId id="319" r:id="rId16"/>
    <p:sldId id="320" r:id="rId17"/>
    <p:sldId id="321" r:id="rId18"/>
    <p:sldId id="293" r:id="rId19"/>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49" userDrawn="1">
          <p15:clr>
            <a:srgbClr val="A4A3A4"/>
          </p15:clr>
        </p15:guide>
        <p15:guide id="2" pos="14710" userDrawn="1">
          <p15:clr>
            <a:srgbClr val="A4A3A4"/>
          </p15:clr>
        </p15:guide>
        <p15:guide id="3" pos="649" userDrawn="1">
          <p15:clr>
            <a:srgbClr val="A4A3A4"/>
          </p15:clr>
        </p15:guide>
        <p15:guide id="4" orient="horz" pos="69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9FF"/>
    <a:srgbClr val="00FFF2"/>
    <a:srgbClr val="FDFDFB"/>
    <a:srgbClr val="8236FB"/>
    <a:srgbClr val="000000"/>
    <a:srgbClr val="D6FF01"/>
    <a:srgbClr val="120B3E"/>
    <a:srgbClr val="808080"/>
    <a:srgbClr val="0A0A0A"/>
    <a:srgbClr val="1008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2F3263-3338-6CCF-D060-B79DC5D31A4F}" v="2" dt="2024-11-07T19:38:47.135"/>
    <p1510:client id="{C866367D-8DA2-C4B3-5028-68BCD2973789}" v="1138" dt="2024-11-06T23:16:15.62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25" autoAdjust="0"/>
    <p:restoredTop sz="94660"/>
  </p:normalViewPr>
  <p:slideViewPr>
    <p:cSldViewPr showGuides="1">
      <p:cViewPr varScale="1">
        <p:scale>
          <a:sx n="40" d="100"/>
          <a:sy n="40" d="100"/>
        </p:scale>
        <p:origin x="72" y="750"/>
      </p:cViewPr>
      <p:guideLst>
        <p:guide orient="horz" pos="7949"/>
        <p:guide pos="14710"/>
        <p:guide pos="649"/>
        <p:guide orient="horz" pos="691"/>
      </p:guideLst>
    </p:cSldViewPr>
  </p:slideViewPr>
  <p:notesTextViewPr>
    <p:cViewPr>
      <p:scale>
        <a:sx n="1" d="1"/>
        <a:sy n="1" d="1"/>
      </p:scale>
      <p:origin x="0" y="0"/>
    </p:cViewPr>
  </p:notesTextViewPr>
  <p:sorterViewPr>
    <p:cViewPr>
      <p:scale>
        <a:sx n="33" d="100"/>
        <a:sy n="33" d="100"/>
      </p:scale>
      <p:origin x="0" y="0"/>
    </p:cViewPr>
  </p:sorterViewPr>
  <p:notesViewPr>
    <p:cSldViewPr showGuides="1">
      <p:cViewPr varScale="1">
        <p:scale>
          <a:sx n="42" d="100"/>
          <a:sy n="42" d="100"/>
        </p:scale>
        <p:origin x="2820"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25.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2F4309-115B-4587-B364-4D5507D9E40D}"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s-SV"/>
        </a:p>
      </dgm:t>
    </dgm:pt>
    <dgm:pt modelId="{42A8E5E9-D21D-495C-8791-7F3DFE91D031}">
      <dgm:prSet phldrT="[Texto]"/>
      <dgm:spPr/>
      <dgm:t>
        <a:bodyPr/>
        <a:lstStyle/>
        <a:p>
          <a:r>
            <a:rPr lang="es-SV" dirty="0"/>
            <a:t>Boyce-Codd Normal </a:t>
          </a:r>
          <a:r>
            <a:rPr lang="es-SV" dirty="0" err="1"/>
            <a:t>Form</a:t>
          </a:r>
          <a:r>
            <a:rPr lang="es-SV" dirty="0"/>
            <a:t> (BCNF)</a:t>
          </a:r>
        </a:p>
      </dgm:t>
    </dgm:pt>
    <dgm:pt modelId="{0ECD529A-3F09-46CB-8F5E-E7F60CB3E5D8}" type="parTrans" cxnId="{83B7047B-7F44-4D99-9DE0-EA3743EE5C47}">
      <dgm:prSet/>
      <dgm:spPr/>
      <dgm:t>
        <a:bodyPr/>
        <a:lstStyle/>
        <a:p>
          <a:endParaRPr lang="es-SV"/>
        </a:p>
      </dgm:t>
    </dgm:pt>
    <dgm:pt modelId="{B2C02BED-BD4B-4682-A761-2961A1D15E02}" type="sibTrans" cxnId="{83B7047B-7F44-4D99-9DE0-EA3743EE5C47}">
      <dgm:prSet/>
      <dgm:spPr/>
      <dgm:t>
        <a:bodyPr/>
        <a:lstStyle/>
        <a:p>
          <a:endParaRPr lang="es-SV"/>
        </a:p>
      </dgm:t>
    </dgm:pt>
    <dgm:pt modelId="{5593FC7A-41B5-4F2D-95A5-4FEC5B1DAD37}">
      <dgm:prSet phldrT="[Texto]"/>
      <dgm:spPr/>
      <dgm:t>
        <a:bodyPr/>
        <a:lstStyle/>
        <a:p>
          <a:r>
            <a:rPr lang="es-MX" dirty="0"/>
            <a:t>Es una versión mejorada de 3NF, que elimina dependencias funcionales no triviales en claves candidatas.</a:t>
          </a:r>
          <a:endParaRPr lang="es-SV" dirty="0"/>
        </a:p>
      </dgm:t>
    </dgm:pt>
    <dgm:pt modelId="{1A86143A-5539-42C6-81DF-53B27F6F7FBA}" type="parTrans" cxnId="{341539AC-A5DD-4AEC-AD1C-B57558E21FDD}">
      <dgm:prSet/>
      <dgm:spPr/>
      <dgm:t>
        <a:bodyPr/>
        <a:lstStyle/>
        <a:p>
          <a:endParaRPr lang="es-SV"/>
        </a:p>
      </dgm:t>
    </dgm:pt>
    <dgm:pt modelId="{F401D0B3-8923-4254-859F-15B23C206B8D}" type="sibTrans" cxnId="{341539AC-A5DD-4AEC-AD1C-B57558E21FDD}">
      <dgm:prSet/>
      <dgm:spPr/>
      <dgm:t>
        <a:bodyPr/>
        <a:lstStyle/>
        <a:p>
          <a:endParaRPr lang="es-SV"/>
        </a:p>
      </dgm:t>
    </dgm:pt>
    <dgm:pt modelId="{CB251F68-5599-4BB5-82CC-F70DB836EBA9}">
      <dgm:prSet phldrT="[Texto]"/>
      <dgm:spPr/>
      <dgm:t>
        <a:bodyPr/>
        <a:lstStyle/>
        <a:p>
          <a:r>
            <a:rPr lang="es-SV" dirty="0"/>
            <a:t>Sexta Forma Normal (6NF)</a:t>
          </a:r>
        </a:p>
      </dgm:t>
    </dgm:pt>
    <dgm:pt modelId="{22ABD97A-4517-43A7-997D-71343AD2D93D}" type="parTrans" cxnId="{8A675871-A5E5-49E2-AD64-1D679745D351}">
      <dgm:prSet/>
      <dgm:spPr/>
      <dgm:t>
        <a:bodyPr/>
        <a:lstStyle/>
        <a:p>
          <a:endParaRPr lang="es-SV"/>
        </a:p>
      </dgm:t>
    </dgm:pt>
    <dgm:pt modelId="{5B5A11E0-9ECA-478C-8910-255F67F6082C}" type="sibTrans" cxnId="{8A675871-A5E5-49E2-AD64-1D679745D351}">
      <dgm:prSet/>
      <dgm:spPr/>
      <dgm:t>
        <a:bodyPr/>
        <a:lstStyle/>
        <a:p>
          <a:endParaRPr lang="es-SV"/>
        </a:p>
      </dgm:t>
    </dgm:pt>
    <dgm:pt modelId="{4A371BCC-6CD5-428E-B44F-F74E619C9FA9}">
      <dgm:prSet phldrT="[Texto]"/>
      <dgm:spPr/>
      <dgm:t>
        <a:bodyPr/>
        <a:lstStyle/>
        <a:p>
          <a:r>
            <a:rPr lang="es-MX"/>
            <a:t>Se aplica cuando una tabla tiene más de una clave candidata y algunas dependencias no cumplen con 3NF.</a:t>
          </a:r>
          <a:endParaRPr lang="es-SV" dirty="0"/>
        </a:p>
      </dgm:t>
    </dgm:pt>
    <dgm:pt modelId="{B1E393EC-CAB6-4C51-A2A2-579604363BFA}" type="parTrans" cxnId="{68D83FB1-44EF-44D5-A0EA-59E02463A518}">
      <dgm:prSet/>
      <dgm:spPr/>
      <dgm:t>
        <a:bodyPr/>
        <a:lstStyle/>
        <a:p>
          <a:endParaRPr lang="es-SV"/>
        </a:p>
      </dgm:t>
    </dgm:pt>
    <dgm:pt modelId="{68EF32ED-BAE3-4A31-AC52-54163525F8BF}" type="sibTrans" cxnId="{68D83FB1-44EF-44D5-A0EA-59E02463A518}">
      <dgm:prSet/>
      <dgm:spPr/>
      <dgm:t>
        <a:bodyPr/>
        <a:lstStyle/>
        <a:p>
          <a:endParaRPr lang="es-SV"/>
        </a:p>
      </dgm:t>
    </dgm:pt>
    <dgm:pt modelId="{DEF91A8D-818A-4D8B-947A-4F3ED821E7A7}">
      <dgm:prSet phldrT="[Texto]"/>
      <dgm:spPr/>
      <dgm:t>
        <a:bodyPr/>
        <a:lstStyle/>
        <a:p>
          <a:r>
            <a:rPr lang="es-MX"/>
            <a:t>Mejora la integridad de los datos en bases de datos altamente estructuradas.</a:t>
          </a:r>
          <a:endParaRPr lang="es-SV" dirty="0"/>
        </a:p>
      </dgm:t>
    </dgm:pt>
    <dgm:pt modelId="{24148493-8419-4030-AADC-DEB3CBA3008F}" type="parTrans" cxnId="{0D971C67-E176-4C0F-9D14-9A7CC6B5C5DE}">
      <dgm:prSet/>
      <dgm:spPr/>
      <dgm:t>
        <a:bodyPr/>
        <a:lstStyle/>
        <a:p>
          <a:endParaRPr lang="es-SV"/>
        </a:p>
      </dgm:t>
    </dgm:pt>
    <dgm:pt modelId="{8A2254B9-0F23-4DDD-AD4B-EB521DBF804A}" type="sibTrans" cxnId="{0D971C67-E176-4C0F-9D14-9A7CC6B5C5DE}">
      <dgm:prSet/>
      <dgm:spPr/>
      <dgm:t>
        <a:bodyPr/>
        <a:lstStyle/>
        <a:p>
          <a:endParaRPr lang="es-SV"/>
        </a:p>
      </dgm:t>
    </dgm:pt>
    <dgm:pt modelId="{3D52CE0C-8983-4E20-9550-457A14E99126}">
      <dgm:prSet phldrT="[Texto]"/>
      <dgm:spPr/>
      <dgm:t>
        <a:bodyPr/>
        <a:lstStyle/>
        <a:p>
          <a:r>
            <a:rPr lang="es-SV"/>
            <a:t>Cuarta Forma Normal (4NF)</a:t>
          </a:r>
          <a:endParaRPr lang="es-SV" dirty="0"/>
        </a:p>
      </dgm:t>
    </dgm:pt>
    <dgm:pt modelId="{43068CB0-F3A6-41E5-A674-44090F0505F4}" type="parTrans" cxnId="{F95B7713-93F9-47CA-9957-EC3ABDF9344F}">
      <dgm:prSet/>
      <dgm:spPr/>
      <dgm:t>
        <a:bodyPr/>
        <a:lstStyle/>
        <a:p>
          <a:endParaRPr lang="es-SV"/>
        </a:p>
      </dgm:t>
    </dgm:pt>
    <dgm:pt modelId="{2B65CABC-7719-4D53-B095-8993DEE64C49}" type="sibTrans" cxnId="{F95B7713-93F9-47CA-9957-EC3ABDF9344F}">
      <dgm:prSet/>
      <dgm:spPr/>
      <dgm:t>
        <a:bodyPr/>
        <a:lstStyle/>
        <a:p>
          <a:endParaRPr lang="es-SV"/>
        </a:p>
      </dgm:t>
    </dgm:pt>
    <dgm:pt modelId="{EFE6774C-2F06-4E16-8835-B7198D7832DB}">
      <dgm:prSet phldrT="[Texto]"/>
      <dgm:spPr/>
      <dgm:t>
        <a:bodyPr/>
        <a:lstStyle/>
        <a:p>
          <a:r>
            <a:rPr lang="es-SV"/>
            <a:t>Se enfoca en eliminar dependencias multivaluadas, asegurando que cada atributo dependa únicamente de la clave primaria.</a:t>
          </a:r>
          <a:endParaRPr lang="es-SV" dirty="0"/>
        </a:p>
      </dgm:t>
    </dgm:pt>
    <dgm:pt modelId="{02F6326A-1472-44B4-91EA-4453758FC9E1}" type="parTrans" cxnId="{CE7EA1D2-AFA9-4681-AECD-984C4578D609}">
      <dgm:prSet/>
      <dgm:spPr/>
      <dgm:t>
        <a:bodyPr/>
        <a:lstStyle/>
        <a:p>
          <a:endParaRPr lang="es-SV"/>
        </a:p>
      </dgm:t>
    </dgm:pt>
    <dgm:pt modelId="{E70DD870-2D99-4F27-B903-296D5EAA9A9D}" type="sibTrans" cxnId="{CE7EA1D2-AFA9-4681-AECD-984C4578D609}">
      <dgm:prSet/>
      <dgm:spPr/>
      <dgm:t>
        <a:bodyPr/>
        <a:lstStyle/>
        <a:p>
          <a:endParaRPr lang="es-SV"/>
        </a:p>
      </dgm:t>
    </dgm:pt>
    <dgm:pt modelId="{54512719-23EE-4E11-860A-917C44DCADE5}">
      <dgm:prSet/>
      <dgm:spPr/>
      <dgm:t>
        <a:bodyPr/>
        <a:lstStyle/>
        <a:p>
          <a:r>
            <a:rPr lang="es-MX"/>
            <a:t>Es útil en bases de datos donde un solo registro puede estar relacionado con múltiples valores independientes.</a:t>
          </a:r>
          <a:endParaRPr lang="es-SV" dirty="0"/>
        </a:p>
      </dgm:t>
    </dgm:pt>
    <dgm:pt modelId="{EDD7BA3B-F075-4EB4-A9F4-2A6EEFABC9E0}" type="parTrans" cxnId="{011B5C18-7703-4442-96DF-959F012EC0C6}">
      <dgm:prSet/>
      <dgm:spPr/>
      <dgm:t>
        <a:bodyPr/>
        <a:lstStyle/>
        <a:p>
          <a:endParaRPr lang="es-SV"/>
        </a:p>
      </dgm:t>
    </dgm:pt>
    <dgm:pt modelId="{B642A961-80E0-4AA4-912F-DA278647F5AA}" type="sibTrans" cxnId="{011B5C18-7703-4442-96DF-959F012EC0C6}">
      <dgm:prSet/>
      <dgm:spPr/>
      <dgm:t>
        <a:bodyPr/>
        <a:lstStyle/>
        <a:p>
          <a:endParaRPr lang="es-SV"/>
        </a:p>
      </dgm:t>
    </dgm:pt>
    <dgm:pt modelId="{7624F17C-AF9F-4F98-AB9A-04BE2527AC1D}">
      <dgm:prSet/>
      <dgm:spPr/>
      <dgm:t>
        <a:bodyPr/>
        <a:lstStyle/>
        <a:p>
          <a:r>
            <a:rPr lang="es-MX"/>
            <a:t>Se aplica en sistemas que manejan datos complejos, como bases de datos de productos con múltiples características.</a:t>
          </a:r>
          <a:endParaRPr lang="es-SV" dirty="0"/>
        </a:p>
      </dgm:t>
    </dgm:pt>
    <dgm:pt modelId="{3E732852-CACD-487D-8EF5-2BDCEFBF6F8A}" type="parTrans" cxnId="{4F4DEE8F-245C-40DB-B3C0-2F3739B198FE}">
      <dgm:prSet/>
      <dgm:spPr/>
      <dgm:t>
        <a:bodyPr/>
        <a:lstStyle/>
        <a:p>
          <a:endParaRPr lang="es-SV"/>
        </a:p>
      </dgm:t>
    </dgm:pt>
    <dgm:pt modelId="{70CAAEB3-EC3B-458D-BAEC-CE7C9F205DCD}" type="sibTrans" cxnId="{4F4DEE8F-245C-40DB-B3C0-2F3739B198FE}">
      <dgm:prSet/>
      <dgm:spPr/>
      <dgm:t>
        <a:bodyPr/>
        <a:lstStyle/>
        <a:p>
          <a:endParaRPr lang="es-SV"/>
        </a:p>
      </dgm:t>
    </dgm:pt>
    <dgm:pt modelId="{052EE197-1577-4030-A56E-27B07E21A31C}">
      <dgm:prSet/>
      <dgm:spPr/>
      <dgm:t>
        <a:bodyPr/>
        <a:lstStyle/>
        <a:p>
          <a:r>
            <a:rPr lang="es-SV"/>
            <a:t>Quinta Forma Normal (5NF)</a:t>
          </a:r>
          <a:endParaRPr lang="es-SV" dirty="0"/>
        </a:p>
      </dgm:t>
    </dgm:pt>
    <dgm:pt modelId="{60031929-01A0-48B1-B6B1-522593C028F4}" type="parTrans" cxnId="{693CA63D-649D-4B13-9EEE-4E8D860B30DB}">
      <dgm:prSet/>
      <dgm:spPr/>
      <dgm:t>
        <a:bodyPr/>
        <a:lstStyle/>
        <a:p>
          <a:endParaRPr lang="es-SV"/>
        </a:p>
      </dgm:t>
    </dgm:pt>
    <dgm:pt modelId="{772CA138-1276-4E2A-BB31-959DC4069EC7}" type="sibTrans" cxnId="{693CA63D-649D-4B13-9EEE-4E8D860B30DB}">
      <dgm:prSet/>
      <dgm:spPr/>
      <dgm:t>
        <a:bodyPr/>
        <a:lstStyle/>
        <a:p>
          <a:endParaRPr lang="es-SV"/>
        </a:p>
      </dgm:t>
    </dgm:pt>
    <dgm:pt modelId="{130A2C98-4496-4129-8E5C-FDEE9D4FE691}">
      <dgm:prSet/>
      <dgm:spPr/>
      <dgm:t>
        <a:bodyPr/>
        <a:lstStyle/>
        <a:p>
          <a:r>
            <a:rPr lang="es-MX"/>
            <a:t>También conocida como Forma Normal de Proyección-Unión, se enfoca en eliminar dependencias de unión.</a:t>
          </a:r>
          <a:endParaRPr lang="es-SV" dirty="0"/>
        </a:p>
      </dgm:t>
    </dgm:pt>
    <dgm:pt modelId="{F5844D40-3E20-46D9-AF93-ED7C4E7D3C76}" type="parTrans" cxnId="{C02A2DB4-616A-4C54-BA58-1E30B50B1CED}">
      <dgm:prSet/>
      <dgm:spPr/>
      <dgm:t>
        <a:bodyPr/>
        <a:lstStyle/>
        <a:p>
          <a:endParaRPr lang="es-SV"/>
        </a:p>
      </dgm:t>
    </dgm:pt>
    <dgm:pt modelId="{CED1F9E0-6BE7-4AB0-929E-52D0CE1CA6DD}" type="sibTrans" cxnId="{C02A2DB4-616A-4C54-BA58-1E30B50B1CED}">
      <dgm:prSet/>
      <dgm:spPr/>
      <dgm:t>
        <a:bodyPr/>
        <a:lstStyle/>
        <a:p>
          <a:endParaRPr lang="es-SV"/>
        </a:p>
      </dgm:t>
    </dgm:pt>
    <dgm:pt modelId="{BC05CF23-04D7-45F0-AF76-FA9FAEDDD2A5}">
      <dgm:prSet/>
      <dgm:spPr/>
      <dgm:t>
        <a:bodyPr/>
        <a:lstStyle/>
        <a:p>
          <a:r>
            <a:rPr lang="es-MX"/>
            <a:t>Se aplica cuando una tabla puede dividirse en múltiples subconjuntos sin pérdida de información.</a:t>
          </a:r>
          <a:endParaRPr lang="es-SV" dirty="0"/>
        </a:p>
      </dgm:t>
    </dgm:pt>
    <dgm:pt modelId="{79214C44-1050-452A-9290-289970A2B0C4}" type="parTrans" cxnId="{5D6FCB1D-30F5-42BA-B585-1C286A89EAC2}">
      <dgm:prSet/>
      <dgm:spPr/>
      <dgm:t>
        <a:bodyPr/>
        <a:lstStyle/>
        <a:p>
          <a:endParaRPr lang="es-SV"/>
        </a:p>
      </dgm:t>
    </dgm:pt>
    <dgm:pt modelId="{89D6EBED-E627-4CC6-AC3A-029B1183ADF2}" type="sibTrans" cxnId="{5D6FCB1D-30F5-42BA-B585-1C286A89EAC2}">
      <dgm:prSet/>
      <dgm:spPr/>
      <dgm:t>
        <a:bodyPr/>
        <a:lstStyle/>
        <a:p>
          <a:endParaRPr lang="es-SV"/>
        </a:p>
      </dgm:t>
    </dgm:pt>
    <dgm:pt modelId="{D66F8DC2-1911-4FAE-AD1D-DA9A52F87573}">
      <dgm:prSet/>
      <dgm:spPr/>
      <dgm:t>
        <a:bodyPr/>
        <a:lstStyle/>
        <a:p>
          <a:r>
            <a:rPr lang="es-MX"/>
            <a:t>Es útil en bases de datos que requieren una estructura altamente modular y flexible.</a:t>
          </a:r>
          <a:endParaRPr lang="es-SV" dirty="0"/>
        </a:p>
      </dgm:t>
    </dgm:pt>
    <dgm:pt modelId="{6B5E884C-84B5-4FCA-A8B3-44E8668C4D4F}" type="parTrans" cxnId="{0FB05D55-F1EA-4458-B5CE-B69913CE3CA7}">
      <dgm:prSet/>
      <dgm:spPr/>
      <dgm:t>
        <a:bodyPr/>
        <a:lstStyle/>
        <a:p>
          <a:endParaRPr lang="es-SV"/>
        </a:p>
      </dgm:t>
    </dgm:pt>
    <dgm:pt modelId="{863D0700-4F00-4896-8C1B-8DDFDB09468E}" type="sibTrans" cxnId="{0FB05D55-F1EA-4458-B5CE-B69913CE3CA7}">
      <dgm:prSet/>
      <dgm:spPr/>
      <dgm:t>
        <a:bodyPr/>
        <a:lstStyle/>
        <a:p>
          <a:endParaRPr lang="es-SV"/>
        </a:p>
      </dgm:t>
    </dgm:pt>
    <dgm:pt modelId="{3E05AD77-4ACA-4578-9937-2876BBE60CFD}">
      <dgm:prSet phldrT="[Texto]"/>
      <dgm:spPr/>
      <dgm:t>
        <a:bodyPr/>
        <a:lstStyle/>
        <a:p>
          <a:r>
            <a:rPr lang="es-MX"/>
            <a:t>Se utiliza en bases de datos temporalmente estructuradas, donde los datos cambian con el tiempo.</a:t>
          </a:r>
          <a:endParaRPr lang="es-SV" dirty="0"/>
        </a:p>
      </dgm:t>
    </dgm:pt>
    <dgm:pt modelId="{250CB902-B4A8-405F-AF17-AEB0F4FF3387}" type="parTrans" cxnId="{5617A418-A212-48D9-B2EE-FFA414EDABBE}">
      <dgm:prSet/>
      <dgm:spPr/>
      <dgm:t>
        <a:bodyPr/>
        <a:lstStyle/>
        <a:p>
          <a:endParaRPr lang="es-SV"/>
        </a:p>
      </dgm:t>
    </dgm:pt>
    <dgm:pt modelId="{6323FE31-8985-4530-A2B2-55866323456F}" type="sibTrans" cxnId="{5617A418-A212-48D9-B2EE-FFA414EDABBE}">
      <dgm:prSet/>
      <dgm:spPr/>
      <dgm:t>
        <a:bodyPr/>
        <a:lstStyle/>
        <a:p>
          <a:endParaRPr lang="es-SV"/>
        </a:p>
      </dgm:t>
    </dgm:pt>
    <dgm:pt modelId="{81825D55-AEF4-4129-AE42-F131C69A83BF}">
      <dgm:prSet/>
      <dgm:spPr/>
      <dgm:t>
        <a:bodyPr/>
        <a:lstStyle/>
        <a:p>
          <a:r>
            <a:rPr lang="es-MX"/>
            <a:t>Optimiza la gestión de datos históricos y versiones de registros en sistemas avanzados.</a:t>
          </a:r>
          <a:endParaRPr lang="es-SV" dirty="0"/>
        </a:p>
      </dgm:t>
    </dgm:pt>
    <dgm:pt modelId="{57FEB93E-5C76-4A0B-8A1A-9287CBEAD057}" type="parTrans" cxnId="{D71FF3B7-C199-4B16-94A0-C31E83F4452D}">
      <dgm:prSet/>
      <dgm:spPr/>
      <dgm:t>
        <a:bodyPr/>
        <a:lstStyle/>
        <a:p>
          <a:endParaRPr lang="es-SV"/>
        </a:p>
      </dgm:t>
    </dgm:pt>
    <dgm:pt modelId="{2F855F02-4D0B-4DB1-8BF2-5FDE5862EFE0}" type="sibTrans" cxnId="{D71FF3B7-C199-4B16-94A0-C31E83F4452D}">
      <dgm:prSet/>
      <dgm:spPr/>
      <dgm:t>
        <a:bodyPr/>
        <a:lstStyle/>
        <a:p>
          <a:endParaRPr lang="es-SV"/>
        </a:p>
      </dgm:t>
    </dgm:pt>
    <dgm:pt modelId="{A9E8FEB8-173A-4C8C-B6E9-7FFD348E6619}">
      <dgm:prSet/>
      <dgm:spPr/>
      <dgm:t>
        <a:bodyPr/>
        <a:lstStyle/>
        <a:p>
          <a:r>
            <a:rPr lang="es-MX"/>
            <a:t>Es relevante en entornos de Big Data y análisis de datos en tiempo real.</a:t>
          </a:r>
          <a:endParaRPr lang="es-SV" dirty="0"/>
        </a:p>
      </dgm:t>
    </dgm:pt>
    <dgm:pt modelId="{33B4AF71-CC15-4D06-AE73-5513C06751D2}" type="parTrans" cxnId="{9F6FCA7E-64C8-430F-BD5A-288E9601AE7F}">
      <dgm:prSet/>
      <dgm:spPr/>
      <dgm:t>
        <a:bodyPr/>
        <a:lstStyle/>
        <a:p>
          <a:endParaRPr lang="es-SV"/>
        </a:p>
      </dgm:t>
    </dgm:pt>
    <dgm:pt modelId="{3DA2BBF7-A09B-47C7-9BF1-4987C92BA2A7}" type="sibTrans" cxnId="{9F6FCA7E-64C8-430F-BD5A-288E9601AE7F}">
      <dgm:prSet/>
      <dgm:spPr/>
      <dgm:t>
        <a:bodyPr/>
        <a:lstStyle/>
        <a:p>
          <a:endParaRPr lang="es-SV"/>
        </a:p>
      </dgm:t>
    </dgm:pt>
    <dgm:pt modelId="{0ED1D7EB-78C1-47DF-A013-93B99CE7CC94}" type="pres">
      <dgm:prSet presAssocID="{0C2F4309-115B-4587-B364-4D5507D9E40D}" presName="linearFlow" presStyleCnt="0">
        <dgm:presLayoutVars>
          <dgm:dir/>
          <dgm:animLvl val="lvl"/>
          <dgm:resizeHandles/>
        </dgm:presLayoutVars>
      </dgm:prSet>
      <dgm:spPr/>
    </dgm:pt>
    <dgm:pt modelId="{97589191-3440-46CC-BB5A-5B93F20FE07F}" type="pres">
      <dgm:prSet presAssocID="{42A8E5E9-D21D-495C-8791-7F3DFE91D031}" presName="compositeNode" presStyleCnt="0">
        <dgm:presLayoutVars>
          <dgm:bulletEnabled val="1"/>
        </dgm:presLayoutVars>
      </dgm:prSet>
      <dgm:spPr/>
    </dgm:pt>
    <dgm:pt modelId="{C8A30E1C-0772-4DB9-9BEC-7E484AB9A19A}" type="pres">
      <dgm:prSet presAssocID="{42A8E5E9-D21D-495C-8791-7F3DFE91D031}" presName="image"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021B2977-7417-4984-99A5-B0C9F3CFE61E}" type="pres">
      <dgm:prSet presAssocID="{42A8E5E9-D21D-495C-8791-7F3DFE91D031}" presName="childNode" presStyleLbl="node1" presStyleIdx="0" presStyleCnt="4">
        <dgm:presLayoutVars>
          <dgm:bulletEnabled val="1"/>
        </dgm:presLayoutVars>
      </dgm:prSet>
      <dgm:spPr/>
    </dgm:pt>
    <dgm:pt modelId="{2B719F19-0C14-486D-8AE3-45769E149265}" type="pres">
      <dgm:prSet presAssocID="{42A8E5E9-D21D-495C-8791-7F3DFE91D031}" presName="parentNode" presStyleLbl="revTx" presStyleIdx="0" presStyleCnt="4">
        <dgm:presLayoutVars>
          <dgm:chMax val="0"/>
          <dgm:bulletEnabled val="1"/>
        </dgm:presLayoutVars>
      </dgm:prSet>
      <dgm:spPr/>
    </dgm:pt>
    <dgm:pt modelId="{FF8F83CF-F2C3-4078-A9EA-605436C1D039}" type="pres">
      <dgm:prSet presAssocID="{B2C02BED-BD4B-4682-A761-2961A1D15E02}" presName="sibTrans" presStyleCnt="0"/>
      <dgm:spPr/>
    </dgm:pt>
    <dgm:pt modelId="{F33E3885-B4EB-4EBB-9F1A-E16125CEAC32}" type="pres">
      <dgm:prSet presAssocID="{3D52CE0C-8983-4E20-9550-457A14E99126}" presName="compositeNode" presStyleCnt="0">
        <dgm:presLayoutVars>
          <dgm:bulletEnabled val="1"/>
        </dgm:presLayoutVars>
      </dgm:prSet>
      <dgm:spPr/>
    </dgm:pt>
    <dgm:pt modelId="{667CB329-25B0-4B1E-AFA8-D5284E4DA38A}" type="pres">
      <dgm:prSet presAssocID="{3D52CE0C-8983-4E20-9550-457A14E99126}" presName="image" presStyleLbl="fgImgPlace1" presStyleIdx="1"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DFAD1FED-7E81-4F99-B3E6-B6166C52D411}" type="pres">
      <dgm:prSet presAssocID="{3D52CE0C-8983-4E20-9550-457A14E99126}" presName="childNode" presStyleLbl="node1" presStyleIdx="1" presStyleCnt="4">
        <dgm:presLayoutVars>
          <dgm:bulletEnabled val="1"/>
        </dgm:presLayoutVars>
      </dgm:prSet>
      <dgm:spPr/>
    </dgm:pt>
    <dgm:pt modelId="{B441ED5C-6262-4245-8B54-73B6DA7965A0}" type="pres">
      <dgm:prSet presAssocID="{3D52CE0C-8983-4E20-9550-457A14E99126}" presName="parentNode" presStyleLbl="revTx" presStyleIdx="1" presStyleCnt="4">
        <dgm:presLayoutVars>
          <dgm:chMax val="0"/>
          <dgm:bulletEnabled val="1"/>
        </dgm:presLayoutVars>
      </dgm:prSet>
      <dgm:spPr/>
    </dgm:pt>
    <dgm:pt modelId="{CBE1A65F-40CE-4CA4-8729-CEFFBCA2B0A0}" type="pres">
      <dgm:prSet presAssocID="{2B65CABC-7719-4D53-B095-8993DEE64C49}" presName="sibTrans" presStyleCnt="0"/>
      <dgm:spPr/>
    </dgm:pt>
    <dgm:pt modelId="{5E419089-9A55-4E9A-8A08-C6EBCDB0CA78}" type="pres">
      <dgm:prSet presAssocID="{052EE197-1577-4030-A56E-27B07E21A31C}" presName="compositeNode" presStyleCnt="0">
        <dgm:presLayoutVars>
          <dgm:bulletEnabled val="1"/>
        </dgm:presLayoutVars>
      </dgm:prSet>
      <dgm:spPr/>
    </dgm:pt>
    <dgm:pt modelId="{5AD0858B-AD18-425A-B7CB-7CAC079FBE81}" type="pres">
      <dgm:prSet presAssocID="{052EE197-1577-4030-A56E-27B07E21A31C}" presName="image" presStyleLbl="fgImgPlace1" presStyleIdx="2"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D7800F40-28C2-43FF-9CE9-747779CD9AC7}" type="pres">
      <dgm:prSet presAssocID="{052EE197-1577-4030-A56E-27B07E21A31C}" presName="childNode" presStyleLbl="node1" presStyleIdx="2" presStyleCnt="4">
        <dgm:presLayoutVars>
          <dgm:bulletEnabled val="1"/>
        </dgm:presLayoutVars>
      </dgm:prSet>
      <dgm:spPr/>
    </dgm:pt>
    <dgm:pt modelId="{2123D41B-90DF-4A40-9EBE-4367B9CF40B4}" type="pres">
      <dgm:prSet presAssocID="{052EE197-1577-4030-A56E-27B07E21A31C}" presName="parentNode" presStyleLbl="revTx" presStyleIdx="2" presStyleCnt="4">
        <dgm:presLayoutVars>
          <dgm:chMax val="0"/>
          <dgm:bulletEnabled val="1"/>
        </dgm:presLayoutVars>
      </dgm:prSet>
      <dgm:spPr/>
    </dgm:pt>
    <dgm:pt modelId="{6BD565DE-5135-4BFC-A25F-353CF4DE94D8}" type="pres">
      <dgm:prSet presAssocID="{772CA138-1276-4E2A-BB31-959DC4069EC7}" presName="sibTrans" presStyleCnt="0"/>
      <dgm:spPr/>
    </dgm:pt>
    <dgm:pt modelId="{4012EEA9-C585-4673-AFF6-BAF1B5DCCBA4}" type="pres">
      <dgm:prSet presAssocID="{CB251F68-5599-4BB5-82CC-F70DB836EBA9}" presName="compositeNode" presStyleCnt="0">
        <dgm:presLayoutVars>
          <dgm:bulletEnabled val="1"/>
        </dgm:presLayoutVars>
      </dgm:prSet>
      <dgm:spPr/>
    </dgm:pt>
    <dgm:pt modelId="{FBF8DBA1-68F2-41C4-BDB7-EB60C484227C}" type="pres">
      <dgm:prSet presAssocID="{CB251F68-5599-4BB5-82CC-F70DB836EBA9}" presName="image" presStyleLbl="fgImgPlace1" presStyleIdx="3"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06C55C6B-47DB-4CB1-85B9-A4F8320ACA10}" type="pres">
      <dgm:prSet presAssocID="{CB251F68-5599-4BB5-82CC-F70DB836EBA9}" presName="childNode" presStyleLbl="node1" presStyleIdx="3" presStyleCnt="4">
        <dgm:presLayoutVars>
          <dgm:bulletEnabled val="1"/>
        </dgm:presLayoutVars>
      </dgm:prSet>
      <dgm:spPr/>
    </dgm:pt>
    <dgm:pt modelId="{0FCC5F24-112E-4109-A0BF-05E666669E60}" type="pres">
      <dgm:prSet presAssocID="{CB251F68-5599-4BB5-82CC-F70DB836EBA9}" presName="parentNode" presStyleLbl="revTx" presStyleIdx="3" presStyleCnt="4">
        <dgm:presLayoutVars>
          <dgm:chMax val="0"/>
          <dgm:bulletEnabled val="1"/>
        </dgm:presLayoutVars>
      </dgm:prSet>
      <dgm:spPr/>
    </dgm:pt>
  </dgm:ptLst>
  <dgm:cxnLst>
    <dgm:cxn modelId="{D241540C-5E6F-4A86-BEF2-0920ED011BA8}" type="presOf" srcId="{D66F8DC2-1911-4FAE-AD1D-DA9A52F87573}" destId="{D7800F40-28C2-43FF-9CE9-747779CD9AC7}" srcOrd="0" destOrd="2" presId="urn:microsoft.com/office/officeart/2005/8/layout/hList2"/>
    <dgm:cxn modelId="{F95B7713-93F9-47CA-9957-EC3ABDF9344F}" srcId="{0C2F4309-115B-4587-B364-4D5507D9E40D}" destId="{3D52CE0C-8983-4E20-9550-457A14E99126}" srcOrd="1" destOrd="0" parTransId="{43068CB0-F3A6-41E5-A674-44090F0505F4}" sibTransId="{2B65CABC-7719-4D53-B095-8993DEE64C49}"/>
    <dgm:cxn modelId="{FD4A7914-4A4D-436F-B14B-7C59217E5A85}" type="presOf" srcId="{5593FC7A-41B5-4F2D-95A5-4FEC5B1DAD37}" destId="{021B2977-7417-4984-99A5-B0C9F3CFE61E}" srcOrd="0" destOrd="0" presId="urn:microsoft.com/office/officeart/2005/8/layout/hList2"/>
    <dgm:cxn modelId="{011B5C18-7703-4442-96DF-959F012EC0C6}" srcId="{3D52CE0C-8983-4E20-9550-457A14E99126}" destId="{54512719-23EE-4E11-860A-917C44DCADE5}" srcOrd="1" destOrd="0" parTransId="{EDD7BA3B-F075-4EB4-A9F4-2A6EEFABC9E0}" sibTransId="{B642A961-80E0-4AA4-912F-DA278647F5AA}"/>
    <dgm:cxn modelId="{5617A418-A212-48D9-B2EE-FFA414EDABBE}" srcId="{CB251F68-5599-4BB5-82CC-F70DB836EBA9}" destId="{3E05AD77-4ACA-4578-9937-2876BBE60CFD}" srcOrd="0" destOrd="0" parTransId="{250CB902-B4A8-405F-AF17-AEB0F4FF3387}" sibTransId="{6323FE31-8985-4530-A2B2-55866323456F}"/>
    <dgm:cxn modelId="{5D6FCB1D-30F5-42BA-B585-1C286A89EAC2}" srcId="{052EE197-1577-4030-A56E-27B07E21A31C}" destId="{BC05CF23-04D7-45F0-AF76-FA9FAEDDD2A5}" srcOrd="1" destOrd="0" parTransId="{79214C44-1050-452A-9290-289970A2B0C4}" sibTransId="{89D6EBED-E627-4CC6-AC3A-029B1183ADF2}"/>
    <dgm:cxn modelId="{4527A329-83E7-4DE3-8F26-DBA667A0B408}" type="presOf" srcId="{42A8E5E9-D21D-495C-8791-7F3DFE91D031}" destId="{2B719F19-0C14-486D-8AE3-45769E149265}" srcOrd="0" destOrd="0" presId="urn:microsoft.com/office/officeart/2005/8/layout/hList2"/>
    <dgm:cxn modelId="{95E36938-96E2-4809-9707-697B8140B85C}" type="presOf" srcId="{54512719-23EE-4E11-860A-917C44DCADE5}" destId="{DFAD1FED-7E81-4F99-B3E6-B6166C52D411}" srcOrd="0" destOrd="1" presId="urn:microsoft.com/office/officeart/2005/8/layout/hList2"/>
    <dgm:cxn modelId="{D5A9683A-0C1F-4B27-A39A-4B74B0DD74C3}" type="presOf" srcId="{BC05CF23-04D7-45F0-AF76-FA9FAEDDD2A5}" destId="{D7800F40-28C2-43FF-9CE9-747779CD9AC7}" srcOrd="0" destOrd="1" presId="urn:microsoft.com/office/officeart/2005/8/layout/hList2"/>
    <dgm:cxn modelId="{693CA63D-649D-4B13-9EEE-4E8D860B30DB}" srcId="{0C2F4309-115B-4587-B364-4D5507D9E40D}" destId="{052EE197-1577-4030-A56E-27B07E21A31C}" srcOrd="2" destOrd="0" parTransId="{60031929-01A0-48B1-B6B1-522593C028F4}" sibTransId="{772CA138-1276-4E2A-BB31-959DC4069EC7}"/>
    <dgm:cxn modelId="{0D971C67-E176-4C0F-9D14-9A7CC6B5C5DE}" srcId="{42A8E5E9-D21D-495C-8791-7F3DFE91D031}" destId="{DEF91A8D-818A-4D8B-947A-4F3ED821E7A7}" srcOrd="2" destOrd="0" parTransId="{24148493-8419-4030-AADC-DEB3CBA3008F}" sibTransId="{8A2254B9-0F23-4DDD-AD4B-EB521DBF804A}"/>
    <dgm:cxn modelId="{D0CEFD6C-3B8C-4CE0-9511-98DFCF5FD909}" type="presOf" srcId="{4A371BCC-6CD5-428E-B44F-F74E619C9FA9}" destId="{021B2977-7417-4984-99A5-B0C9F3CFE61E}" srcOrd="0" destOrd="1" presId="urn:microsoft.com/office/officeart/2005/8/layout/hList2"/>
    <dgm:cxn modelId="{8A675871-A5E5-49E2-AD64-1D679745D351}" srcId="{0C2F4309-115B-4587-B364-4D5507D9E40D}" destId="{CB251F68-5599-4BB5-82CC-F70DB836EBA9}" srcOrd="3" destOrd="0" parTransId="{22ABD97A-4517-43A7-997D-71343AD2D93D}" sibTransId="{5B5A11E0-9ECA-478C-8910-255F67F6082C}"/>
    <dgm:cxn modelId="{D9B7AE71-2757-40C5-BB34-481BC3A016BB}" type="presOf" srcId="{3D52CE0C-8983-4E20-9550-457A14E99126}" destId="{B441ED5C-6262-4245-8B54-73B6DA7965A0}" srcOrd="0" destOrd="0" presId="urn:microsoft.com/office/officeart/2005/8/layout/hList2"/>
    <dgm:cxn modelId="{0FB05D55-F1EA-4458-B5CE-B69913CE3CA7}" srcId="{052EE197-1577-4030-A56E-27B07E21A31C}" destId="{D66F8DC2-1911-4FAE-AD1D-DA9A52F87573}" srcOrd="2" destOrd="0" parTransId="{6B5E884C-84B5-4FCA-A8B3-44E8668C4D4F}" sibTransId="{863D0700-4F00-4896-8C1B-8DDFDB09468E}"/>
    <dgm:cxn modelId="{83B7047B-7F44-4D99-9DE0-EA3743EE5C47}" srcId="{0C2F4309-115B-4587-B364-4D5507D9E40D}" destId="{42A8E5E9-D21D-495C-8791-7F3DFE91D031}" srcOrd="0" destOrd="0" parTransId="{0ECD529A-3F09-46CB-8F5E-E7F60CB3E5D8}" sibTransId="{B2C02BED-BD4B-4682-A761-2961A1D15E02}"/>
    <dgm:cxn modelId="{9F6FCA7E-64C8-430F-BD5A-288E9601AE7F}" srcId="{CB251F68-5599-4BB5-82CC-F70DB836EBA9}" destId="{A9E8FEB8-173A-4C8C-B6E9-7FFD348E6619}" srcOrd="2" destOrd="0" parTransId="{33B4AF71-CC15-4D06-AE73-5513C06751D2}" sibTransId="{3DA2BBF7-A09B-47C7-9BF1-4987C92BA2A7}"/>
    <dgm:cxn modelId="{4F4DEE8F-245C-40DB-B3C0-2F3739B198FE}" srcId="{3D52CE0C-8983-4E20-9550-457A14E99126}" destId="{7624F17C-AF9F-4F98-AB9A-04BE2527AC1D}" srcOrd="2" destOrd="0" parTransId="{3E732852-CACD-487D-8EF5-2BDCEFBF6F8A}" sibTransId="{70CAAEB3-EC3B-458D-BAEC-CE7C9F205DCD}"/>
    <dgm:cxn modelId="{334C1E93-2AF6-430A-B558-F0B5484FCA75}" type="presOf" srcId="{052EE197-1577-4030-A56E-27B07E21A31C}" destId="{2123D41B-90DF-4A40-9EBE-4367B9CF40B4}" srcOrd="0" destOrd="0" presId="urn:microsoft.com/office/officeart/2005/8/layout/hList2"/>
    <dgm:cxn modelId="{341539AC-A5DD-4AEC-AD1C-B57558E21FDD}" srcId="{42A8E5E9-D21D-495C-8791-7F3DFE91D031}" destId="{5593FC7A-41B5-4F2D-95A5-4FEC5B1DAD37}" srcOrd="0" destOrd="0" parTransId="{1A86143A-5539-42C6-81DF-53B27F6F7FBA}" sibTransId="{F401D0B3-8923-4254-859F-15B23C206B8D}"/>
    <dgm:cxn modelId="{68D83FB1-44EF-44D5-A0EA-59E02463A518}" srcId="{42A8E5E9-D21D-495C-8791-7F3DFE91D031}" destId="{4A371BCC-6CD5-428E-B44F-F74E619C9FA9}" srcOrd="1" destOrd="0" parTransId="{B1E393EC-CAB6-4C51-A2A2-579604363BFA}" sibTransId="{68EF32ED-BAE3-4A31-AC52-54163525F8BF}"/>
    <dgm:cxn modelId="{C02A2DB4-616A-4C54-BA58-1E30B50B1CED}" srcId="{052EE197-1577-4030-A56E-27B07E21A31C}" destId="{130A2C98-4496-4129-8E5C-FDEE9D4FE691}" srcOrd="0" destOrd="0" parTransId="{F5844D40-3E20-46D9-AF93-ED7C4E7D3C76}" sibTransId="{CED1F9E0-6BE7-4AB0-929E-52D0CE1CA6DD}"/>
    <dgm:cxn modelId="{D71FF3B7-C199-4B16-94A0-C31E83F4452D}" srcId="{CB251F68-5599-4BB5-82CC-F70DB836EBA9}" destId="{81825D55-AEF4-4129-AE42-F131C69A83BF}" srcOrd="1" destOrd="0" parTransId="{57FEB93E-5C76-4A0B-8A1A-9287CBEAD057}" sibTransId="{2F855F02-4D0B-4DB1-8BF2-5FDE5862EFE0}"/>
    <dgm:cxn modelId="{6AC117BC-4BCC-48F1-9F5F-60AECC720B92}" type="presOf" srcId="{CB251F68-5599-4BB5-82CC-F70DB836EBA9}" destId="{0FCC5F24-112E-4109-A0BF-05E666669E60}" srcOrd="0" destOrd="0" presId="urn:microsoft.com/office/officeart/2005/8/layout/hList2"/>
    <dgm:cxn modelId="{541952BC-481C-42D0-83FC-7386DB0AC030}" type="presOf" srcId="{3E05AD77-4ACA-4578-9937-2876BBE60CFD}" destId="{06C55C6B-47DB-4CB1-85B9-A4F8320ACA10}" srcOrd="0" destOrd="0" presId="urn:microsoft.com/office/officeart/2005/8/layout/hList2"/>
    <dgm:cxn modelId="{8E2493BC-142B-4B38-857C-5354EC14074E}" type="presOf" srcId="{130A2C98-4496-4129-8E5C-FDEE9D4FE691}" destId="{D7800F40-28C2-43FF-9CE9-747779CD9AC7}" srcOrd="0" destOrd="0" presId="urn:microsoft.com/office/officeart/2005/8/layout/hList2"/>
    <dgm:cxn modelId="{F217C1CB-AEB2-4007-95FA-6CEF61BB6216}" type="presOf" srcId="{A9E8FEB8-173A-4C8C-B6E9-7FFD348E6619}" destId="{06C55C6B-47DB-4CB1-85B9-A4F8320ACA10}" srcOrd="0" destOrd="2" presId="urn:microsoft.com/office/officeart/2005/8/layout/hList2"/>
    <dgm:cxn modelId="{B9B10ECD-1B14-4A31-8187-4BE7A2762EB1}" type="presOf" srcId="{81825D55-AEF4-4129-AE42-F131C69A83BF}" destId="{06C55C6B-47DB-4CB1-85B9-A4F8320ACA10}" srcOrd="0" destOrd="1" presId="urn:microsoft.com/office/officeart/2005/8/layout/hList2"/>
    <dgm:cxn modelId="{CE7EA1D2-AFA9-4681-AECD-984C4578D609}" srcId="{3D52CE0C-8983-4E20-9550-457A14E99126}" destId="{EFE6774C-2F06-4E16-8835-B7198D7832DB}" srcOrd="0" destOrd="0" parTransId="{02F6326A-1472-44B4-91EA-4453758FC9E1}" sibTransId="{E70DD870-2D99-4F27-B903-296D5EAA9A9D}"/>
    <dgm:cxn modelId="{206D4DEC-33AA-4F1F-9320-AF863C8D95D8}" type="presOf" srcId="{0C2F4309-115B-4587-B364-4D5507D9E40D}" destId="{0ED1D7EB-78C1-47DF-A013-93B99CE7CC94}" srcOrd="0" destOrd="0" presId="urn:microsoft.com/office/officeart/2005/8/layout/hList2"/>
    <dgm:cxn modelId="{9A52B1EE-BBE9-4A9C-91EE-445585CCD1AA}" type="presOf" srcId="{7624F17C-AF9F-4F98-AB9A-04BE2527AC1D}" destId="{DFAD1FED-7E81-4F99-B3E6-B6166C52D411}" srcOrd="0" destOrd="2" presId="urn:microsoft.com/office/officeart/2005/8/layout/hList2"/>
    <dgm:cxn modelId="{71A67CF0-A8E3-44B3-A9F0-AAE69CC847B0}" type="presOf" srcId="{DEF91A8D-818A-4D8B-947A-4F3ED821E7A7}" destId="{021B2977-7417-4984-99A5-B0C9F3CFE61E}" srcOrd="0" destOrd="2" presId="urn:microsoft.com/office/officeart/2005/8/layout/hList2"/>
    <dgm:cxn modelId="{26F3D0FD-4EA1-4025-9B95-453155779C8B}" type="presOf" srcId="{EFE6774C-2F06-4E16-8835-B7198D7832DB}" destId="{DFAD1FED-7E81-4F99-B3E6-B6166C52D411}" srcOrd="0" destOrd="0" presId="urn:microsoft.com/office/officeart/2005/8/layout/hList2"/>
    <dgm:cxn modelId="{2C6D9CF9-A17B-4D0C-ABFE-C11A15DC621F}" type="presParOf" srcId="{0ED1D7EB-78C1-47DF-A013-93B99CE7CC94}" destId="{97589191-3440-46CC-BB5A-5B93F20FE07F}" srcOrd="0" destOrd="0" presId="urn:microsoft.com/office/officeart/2005/8/layout/hList2"/>
    <dgm:cxn modelId="{5180AA90-4A5B-44FE-A7A9-FE9BE196E577}" type="presParOf" srcId="{97589191-3440-46CC-BB5A-5B93F20FE07F}" destId="{C8A30E1C-0772-4DB9-9BEC-7E484AB9A19A}" srcOrd="0" destOrd="0" presId="urn:microsoft.com/office/officeart/2005/8/layout/hList2"/>
    <dgm:cxn modelId="{E8A04025-9E0C-4253-8458-860761070010}" type="presParOf" srcId="{97589191-3440-46CC-BB5A-5B93F20FE07F}" destId="{021B2977-7417-4984-99A5-B0C9F3CFE61E}" srcOrd="1" destOrd="0" presId="urn:microsoft.com/office/officeart/2005/8/layout/hList2"/>
    <dgm:cxn modelId="{AE17CAF6-8273-4CCF-9D1D-F40CA0CE50DC}" type="presParOf" srcId="{97589191-3440-46CC-BB5A-5B93F20FE07F}" destId="{2B719F19-0C14-486D-8AE3-45769E149265}" srcOrd="2" destOrd="0" presId="urn:microsoft.com/office/officeart/2005/8/layout/hList2"/>
    <dgm:cxn modelId="{FE5383BF-3B1E-45B6-AA43-AA97E5D2ED01}" type="presParOf" srcId="{0ED1D7EB-78C1-47DF-A013-93B99CE7CC94}" destId="{FF8F83CF-F2C3-4078-A9EA-605436C1D039}" srcOrd="1" destOrd="0" presId="urn:microsoft.com/office/officeart/2005/8/layout/hList2"/>
    <dgm:cxn modelId="{4D402FA3-224E-423E-91D6-9E0F8AE69480}" type="presParOf" srcId="{0ED1D7EB-78C1-47DF-A013-93B99CE7CC94}" destId="{F33E3885-B4EB-4EBB-9F1A-E16125CEAC32}" srcOrd="2" destOrd="0" presId="urn:microsoft.com/office/officeart/2005/8/layout/hList2"/>
    <dgm:cxn modelId="{30D55ADC-588D-4F5F-97B5-659477A9D7E8}" type="presParOf" srcId="{F33E3885-B4EB-4EBB-9F1A-E16125CEAC32}" destId="{667CB329-25B0-4B1E-AFA8-D5284E4DA38A}" srcOrd="0" destOrd="0" presId="urn:microsoft.com/office/officeart/2005/8/layout/hList2"/>
    <dgm:cxn modelId="{1C1DCA36-FDF6-40BA-A2F3-880FB72713F4}" type="presParOf" srcId="{F33E3885-B4EB-4EBB-9F1A-E16125CEAC32}" destId="{DFAD1FED-7E81-4F99-B3E6-B6166C52D411}" srcOrd="1" destOrd="0" presId="urn:microsoft.com/office/officeart/2005/8/layout/hList2"/>
    <dgm:cxn modelId="{C2CDB252-6F31-4E59-8FD1-1E05AAC92ED1}" type="presParOf" srcId="{F33E3885-B4EB-4EBB-9F1A-E16125CEAC32}" destId="{B441ED5C-6262-4245-8B54-73B6DA7965A0}" srcOrd="2" destOrd="0" presId="urn:microsoft.com/office/officeart/2005/8/layout/hList2"/>
    <dgm:cxn modelId="{0A788265-B56D-4133-BCF5-AD14B2B25DEB}" type="presParOf" srcId="{0ED1D7EB-78C1-47DF-A013-93B99CE7CC94}" destId="{CBE1A65F-40CE-4CA4-8729-CEFFBCA2B0A0}" srcOrd="3" destOrd="0" presId="urn:microsoft.com/office/officeart/2005/8/layout/hList2"/>
    <dgm:cxn modelId="{2C8894B6-A21D-44C4-B840-768215BC3D37}" type="presParOf" srcId="{0ED1D7EB-78C1-47DF-A013-93B99CE7CC94}" destId="{5E419089-9A55-4E9A-8A08-C6EBCDB0CA78}" srcOrd="4" destOrd="0" presId="urn:microsoft.com/office/officeart/2005/8/layout/hList2"/>
    <dgm:cxn modelId="{BB3A8691-0B29-4A03-8A49-663BB80DF412}" type="presParOf" srcId="{5E419089-9A55-4E9A-8A08-C6EBCDB0CA78}" destId="{5AD0858B-AD18-425A-B7CB-7CAC079FBE81}" srcOrd="0" destOrd="0" presId="urn:microsoft.com/office/officeart/2005/8/layout/hList2"/>
    <dgm:cxn modelId="{0D9256AF-E188-4C90-8BC0-01DF77870050}" type="presParOf" srcId="{5E419089-9A55-4E9A-8A08-C6EBCDB0CA78}" destId="{D7800F40-28C2-43FF-9CE9-747779CD9AC7}" srcOrd="1" destOrd="0" presId="urn:microsoft.com/office/officeart/2005/8/layout/hList2"/>
    <dgm:cxn modelId="{42DA2003-7724-4792-BCC0-3E975F4A7872}" type="presParOf" srcId="{5E419089-9A55-4E9A-8A08-C6EBCDB0CA78}" destId="{2123D41B-90DF-4A40-9EBE-4367B9CF40B4}" srcOrd="2" destOrd="0" presId="urn:microsoft.com/office/officeart/2005/8/layout/hList2"/>
    <dgm:cxn modelId="{E7035031-5BC1-42E7-9ED1-9AE6F685A6FE}" type="presParOf" srcId="{0ED1D7EB-78C1-47DF-A013-93B99CE7CC94}" destId="{6BD565DE-5135-4BFC-A25F-353CF4DE94D8}" srcOrd="5" destOrd="0" presId="urn:microsoft.com/office/officeart/2005/8/layout/hList2"/>
    <dgm:cxn modelId="{E0541EF4-187E-4137-BD8E-605ED7CAEE37}" type="presParOf" srcId="{0ED1D7EB-78C1-47DF-A013-93B99CE7CC94}" destId="{4012EEA9-C585-4673-AFF6-BAF1B5DCCBA4}" srcOrd="6" destOrd="0" presId="urn:microsoft.com/office/officeart/2005/8/layout/hList2"/>
    <dgm:cxn modelId="{CA77DF39-B36C-48F4-96AD-09F81A26CFEC}" type="presParOf" srcId="{4012EEA9-C585-4673-AFF6-BAF1B5DCCBA4}" destId="{FBF8DBA1-68F2-41C4-BDB7-EB60C484227C}" srcOrd="0" destOrd="0" presId="urn:microsoft.com/office/officeart/2005/8/layout/hList2"/>
    <dgm:cxn modelId="{553E9BF7-2753-4668-A9AF-0926EA43AA28}" type="presParOf" srcId="{4012EEA9-C585-4673-AFF6-BAF1B5DCCBA4}" destId="{06C55C6B-47DB-4CB1-85B9-A4F8320ACA10}" srcOrd="1" destOrd="0" presId="urn:microsoft.com/office/officeart/2005/8/layout/hList2"/>
    <dgm:cxn modelId="{247FCF4F-1CCB-4234-8449-29F156626AFD}" type="presParOf" srcId="{4012EEA9-C585-4673-AFF6-BAF1B5DCCBA4}" destId="{0FCC5F24-112E-4109-A0BF-05E666669E60}" srcOrd="2" destOrd="0" presId="urn:microsoft.com/office/officeart/2005/8/layout/h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719F19-0C14-486D-8AE3-45769E149265}">
      <dsp:nvSpPr>
        <dsp:cNvPr id="0" name=""/>
        <dsp:cNvSpPr/>
      </dsp:nvSpPr>
      <dsp:spPr>
        <a:xfrm rot="16200000">
          <a:off x="-2365531" y="3782114"/>
          <a:ext cx="5714737" cy="742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54960" bIns="0" numCol="1" spcCol="1270" anchor="t" anchorCtr="0">
          <a:noAutofit/>
        </a:bodyPr>
        <a:lstStyle/>
        <a:p>
          <a:pPr marL="0" lvl="0" indent="0" algn="r" defTabSz="1289050">
            <a:lnSpc>
              <a:spcPct val="90000"/>
            </a:lnSpc>
            <a:spcBef>
              <a:spcPct val="0"/>
            </a:spcBef>
            <a:spcAft>
              <a:spcPct val="35000"/>
            </a:spcAft>
            <a:buNone/>
          </a:pPr>
          <a:r>
            <a:rPr lang="es-SV" sz="2900" kern="1200" dirty="0"/>
            <a:t>Boyce-Codd Normal </a:t>
          </a:r>
          <a:r>
            <a:rPr lang="es-SV" sz="2900" kern="1200" dirty="0" err="1"/>
            <a:t>Form</a:t>
          </a:r>
          <a:r>
            <a:rPr lang="es-SV" sz="2900" kern="1200" dirty="0"/>
            <a:t> (BCNF)</a:t>
          </a:r>
        </a:p>
      </dsp:txBody>
      <dsp:txXfrm>
        <a:off x="-2365531" y="3782114"/>
        <a:ext cx="5714737" cy="742632"/>
      </dsp:txXfrm>
    </dsp:sp>
    <dsp:sp modelId="{021B2977-7417-4984-99A5-B0C9F3CFE61E}">
      <dsp:nvSpPr>
        <dsp:cNvPr id="0" name=""/>
        <dsp:cNvSpPr/>
      </dsp:nvSpPr>
      <dsp:spPr>
        <a:xfrm>
          <a:off x="863152" y="1296061"/>
          <a:ext cx="3699095" cy="57147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654960" rIns="192024" bIns="192024" numCol="1" spcCol="1270" anchor="t" anchorCtr="0">
          <a:noAutofit/>
        </a:bodyPr>
        <a:lstStyle/>
        <a:p>
          <a:pPr marL="228600" lvl="1" indent="-228600" algn="l" defTabSz="933450">
            <a:lnSpc>
              <a:spcPct val="90000"/>
            </a:lnSpc>
            <a:spcBef>
              <a:spcPct val="0"/>
            </a:spcBef>
            <a:spcAft>
              <a:spcPct val="15000"/>
            </a:spcAft>
            <a:buChar char="•"/>
          </a:pPr>
          <a:r>
            <a:rPr lang="es-MX" sz="2100" kern="1200" dirty="0"/>
            <a:t>Es una versión mejorada de 3NF, que elimina dependencias funcionales no triviales en claves candidatas.</a:t>
          </a:r>
          <a:endParaRPr lang="es-SV" sz="2100" kern="1200" dirty="0"/>
        </a:p>
        <a:p>
          <a:pPr marL="228600" lvl="1" indent="-228600" algn="l" defTabSz="933450">
            <a:lnSpc>
              <a:spcPct val="90000"/>
            </a:lnSpc>
            <a:spcBef>
              <a:spcPct val="0"/>
            </a:spcBef>
            <a:spcAft>
              <a:spcPct val="15000"/>
            </a:spcAft>
            <a:buChar char="•"/>
          </a:pPr>
          <a:r>
            <a:rPr lang="es-MX" sz="2100" kern="1200"/>
            <a:t>Se aplica cuando una tabla tiene más de una clave candidata y algunas dependencias no cumplen con 3NF.</a:t>
          </a:r>
          <a:endParaRPr lang="es-SV" sz="2100" kern="1200" dirty="0"/>
        </a:p>
        <a:p>
          <a:pPr marL="228600" lvl="1" indent="-228600" algn="l" defTabSz="933450">
            <a:lnSpc>
              <a:spcPct val="90000"/>
            </a:lnSpc>
            <a:spcBef>
              <a:spcPct val="0"/>
            </a:spcBef>
            <a:spcAft>
              <a:spcPct val="15000"/>
            </a:spcAft>
            <a:buChar char="•"/>
          </a:pPr>
          <a:r>
            <a:rPr lang="es-MX" sz="2100" kern="1200"/>
            <a:t>Mejora la integridad de los datos en bases de datos altamente estructuradas.</a:t>
          </a:r>
          <a:endParaRPr lang="es-SV" sz="2100" kern="1200" dirty="0"/>
        </a:p>
      </dsp:txBody>
      <dsp:txXfrm>
        <a:off x="863152" y="1296061"/>
        <a:ext cx="3699095" cy="5714737"/>
      </dsp:txXfrm>
    </dsp:sp>
    <dsp:sp modelId="{C8A30E1C-0772-4DB9-9BEC-7E484AB9A19A}">
      <dsp:nvSpPr>
        <dsp:cNvPr id="0" name=""/>
        <dsp:cNvSpPr/>
      </dsp:nvSpPr>
      <dsp:spPr>
        <a:xfrm>
          <a:off x="120520" y="315787"/>
          <a:ext cx="1485264" cy="148526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41ED5C-6262-4245-8B54-73B6DA7965A0}">
      <dsp:nvSpPr>
        <dsp:cNvPr id="0" name=""/>
        <dsp:cNvSpPr/>
      </dsp:nvSpPr>
      <dsp:spPr>
        <a:xfrm rot="16200000">
          <a:off x="3067985" y="3782114"/>
          <a:ext cx="5714737" cy="742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54960" bIns="0" numCol="1" spcCol="1270" anchor="t" anchorCtr="0">
          <a:noAutofit/>
        </a:bodyPr>
        <a:lstStyle/>
        <a:p>
          <a:pPr marL="0" lvl="0" indent="0" algn="r" defTabSz="1289050">
            <a:lnSpc>
              <a:spcPct val="90000"/>
            </a:lnSpc>
            <a:spcBef>
              <a:spcPct val="0"/>
            </a:spcBef>
            <a:spcAft>
              <a:spcPct val="35000"/>
            </a:spcAft>
            <a:buNone/>
          </a:pPr>
          <a:r>
            <a:rPr lang="es-SV" sz="2900" kern="1200"/>
            <a:t>Cuarta Forma Normal (4NF)</a:t>
          </a:r>
          <a:endParaRPr lang="es-SV" sz="2900" kern="1200" dirty="0"/>
        </a:p>
      </dsp:txBody>
      <dsp:txXfrm>
        <a:off x="3067985" y="3782114"/>
        <a:ext cx="5714737" cy="742632"/>
      </dsp:txXfrm>
    </dsp:sp>
    <dsp:sp modelId="{DFAD1FED-7E81-4F99-B3E6-B6166C52D411}">
      <dsp:nvSpPr>
        <dsp:cNvPr id="0" name=""/>
        <dsp:cNvSpPr/>
      </dsp:nvSpPr>
      <dsp:spPr>
        <a:xfrm>
          <a:off x="6296669" y="1296061"/>
          <a:ext cx="3699095" cy="57147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654960" rIns="192024" bIns="192024" numCol="1" spcCol="1270" anchor="t" anchorCtr="0">
          <a:noAutofit/>
        </a:bodyPr>
        <a:lstStyle/>
        <a:p>
          <a:pPr marL="228600" lvl="1" indent="-228600" algn="l" defTabSz="933450">
            <a:lnSpc>
              <a:spcPct val="90000"/>
            </a:lnSpc>
            <a:spcBef>
              <a:spcPct val="0"/>
            </a:spcBef>
            <a:spcAft>
              <a:spcPct val="15000"/>
            </a:spcAft>
            <a:buChar char="•"/>
          </a:pPr>
          <a:r>
            <a:rPr lang="es-SV" sz="2100" kern="1200"/>
            <a:t>Se enfoca en eliminar dependencias multivaluadas, asegurando que cada atributo dependa únicamente de la clave primaria.</a:t>
          </a:r>
          <a:endParaRPr lang="es-SV" sz="2100" kern="1200" dirty="0"/>
        </a:p>
        <a:p>
          <a:pPr marL="228600" lvl="1" indent="-228600" algn="l" defTabSz="933450">
            <a:lnSpc>
              <a:spcPct val="90000"/>
            </a:lnSpc>
            <a:spcBef>
              <a:spcPct val="0"/>
            </a:spcBef>
            <a:spcAft>
              <a:spcPct val="15000"/>
            </a:spcAft>
            <a:buChar char="•"/>
          </a:pPr>
          <a:r>
            <a:rPr lang="es-MX" sz="2100" kern="1200"/>
            <a:t>Es útil en bases de datos donde un solo registro puede estar relacionado con múltiples valores independientes.</a:t>
          </a:r>
          <a:endParaRPr lang="es-SV" sz="2100" kern="1200" dirty="0"/>
        </a:p>
        <a:p>
          <a:pPr marL="228600" lvl="1" indent="-228600" algn="l" defTabSz="933450">
            <a:lnSpc>
              <a:spcPct val="90000"/>
            </a:lnSpc>
            <a:spcBef>
              <a:spcPct val="0"/>
            </a:spcBef>
            <a:spcAft>
              <a:spcPct val="15000"/>
            </a:spcAft>
            <a:buChar char="•"/>
          </a:pPr>
          <a:r>
            <a:rPr lang="es-MX" sz="2100" kern="1200"/>
            <a:t>Se aplica en sistemas que manejan datos complejos, como bases de datos de productos con múltiples características.</a:t>
          </a:r>
          <a:endParaRPr lang="es-SV" sz="2100" kern="1200" dirty="0"/>
        </a:p>
      </dsp:txBody>
      <dsp:txXfrm>
        <a:off x="6296669" y="1296061"/>
        <a:ext cx="3699095" cy="5714737"/>
      </dsp:txXfrm>
    </dsp:sp>
    <dsp:sp modelId="{667CB329-25B0-4B1E-AFA8-D5284E4DA38A}">
      <dsp:nvSpPr>
        <dsp:cNvPr id="0" name=""/>
        <dsp:cNvSpPr/>
      </dsp:nvSpPr>
      <dsp:spPr>
        <a:xfrm>
          <a:off x="5554037" y="315787"/>
          <a:ext cx="1485264" cy="148526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23D41B-90DF-4A40-9EBE-4367B9CF40B4}">
      <dsp:nvSpPr>
        <dsp:cNvPr id="0" name=""/>
        <dsp:cNvSpPr/>
      </dsp:nvSpPr>
      <dsp:spPr>
        <a:xfrm rot="16200000">
          <a:off x="8501501" y="3782114"/>
          <a:ext cx="5714737" cy="742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54960" bIns="0" numCol="1" spcCol="1270" anchor="t" anchorCtr="0">
          <a:noAutofit/>
        </a:bodyPr>
        <a:lstStyle/>
        <a:p>
          <a:pPr marL="0" lvl="0" indent="0" algn="r" defTabSz="1289050">
            <a:lnSpc>
              <a:spcPct val="90000"/>
            </a:lnSpc>
            <a:spcBef>
              <a:spcPct val="0"/>
            </a:spcBef>
            <a:spcAft>
              <a:spcPct val="35000"/>
            </a:spcAft>
            <a:buNone/>
          </a:pPr>
          <a:r>
            <a:rPr lang="es-SV" sz="2900" kern="1200"/>
            <a:t>Quinta Forma Normal (5NF)</a:t>
          </a:r>
          <a:endParaRPr lang="es-SV" sz="2900" kern="1200" dirty="0"/>
        </a:p>
      </dsp:txBody>
      <dsp:txXfrm>
        <a:off x="8501501" y="3782114"/>
        <a:ext cx="5714737" cy="742632"/>
      </dsp:txXfrm>
    </dsp:sp>
    <dsp:sp modelId="{D7800F40-28C2-43FF-9CE9-747779CD9AC7}">
      <dsp:nvSpPr>
        <dsp:cNvPr id="0" name=""/>
        <dsp:cNvSpPr/>
      </dsp:nvSpPr>
      <dsp:spPr>
        <a:xfrm>
          <a:off x="11730186" y="1296061"/>
          <a:ext cx="3699095" cy="57147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654960" rIns="192024" bIns="192024" numCol="1" spcCol="1270" anchor="t" anchorCtr="0">
          <a:noAutofit/>
        </a:bodyPr>
        <a:lstStyle/>
        <a:p>
          <a:pPr marL="228600" lvl="1" indent="-228600" algn="l" defTabSz="933450">
            <a:lnSpc>
              <a:spcPct val="90000"/>
            </a:lnSpc>
            <a:spcBef>
              <a:spcPct val="0"/>
            </a:spcBef>
            <a:spcAft>
              <a:spcPct val="15000"/>
            </a:spcAft>
            <a:buChar char="•"/>
          </a:pPr>
          <a:r>
            <a:rPr lang="es-MX" sz="2100" kern="1200"/>
            <a:t>También conocida como Forma Normal de Proyección-Unión, se enfoca en eliminar dependencias de unión.</a:t>
          </a:r>
          <a:endParaRPr lang="es-SV" sz="2100" kern="1200" dirty="0"/>
        </a:p>
        <a:p>
          <a:pPr marL="228600" lvl="1" indent="-228600" algn="l" defTabSz="933450">
            <a:lnSpc>
              <a:spcPct val="90000"/>
            </a:lnSpc>
            <a:spcBef>
              <a:spcPct val="0"/>
            </a:spcBef>
            <a:spcAft>
              <a:spcPct val="15000"/>
            </a:spcAft>
            <a:buChar char="•"/>
          </a:pPr>
          <a:r>
            <a:rPr lang="es-MX" sz="2100" kern="1200"/>
            <a:t>Se aplica cuando una tabla puede dividirse en múltiples subconjuntos sin pérdida de información.</a:t>
          </a:r>
          <a:endParaRPr lang="es-SV" sz="2100" kern="1200" dirty="0"/>
        </a:p>
        <a:p>
          <a:pPr marL="228600" lvl="1" indent="-228600" algn="l" defTabSz="933450">
            <a:lnSpc>
              <a:spcPct val="90000"/>
            </a:lnSpc>
            <a:spcBef>
              <a:spcPct val="0"/>
            </a:spcBef>
            <a:spcAft>
              <a:spcPct val="15000"/>
            </a:spcAft>
            <a:buChar char="•"/>
          </a:pPr>
          <a:r>
            <a:rPr lang="es-MX" sz="2100" kern="1200"/>
            <a:t>Es útil en bases de datos que requieren una estructura altamente modular y flexible.</a:t>
          </a:r>
          <a:endParaRPr lang="es-SV" sz="2100" kern="1200" dirty="0"/>
        </a:p>
      </dsp:txBody>
      <dsp:txXfrm>
        <a:off x="11730186" y="1296061"/>
        <a:ext cx="3699095" cy="5714737"/>
      </dsp:txXfrm>
    </dsp:sp>
    <dsp:sp modelId="{5AD0858B-AD18-425A-B7CB-7CAC079FBE81}">
      <dsp:nvSpPr>
        <dsp:cNvPr id="0" name=""/>
        <dsp:cNvSpPr/>
      </dsp:nvSpPr>
      <dsp:spPr>
        <a:xfrm>
          <a:off x="10987554" y="315787"/>
          <a:ext cx="1485264" cy="148526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FCC5F24-112E-4109-A0BF-05E666669E60}">
      <dsp:nvSpPr>
        <dsp:cNvPr id="0" name=""/>
        <dsp:cNvSpPr/>
      </dsp:nvSpPr>
      <dsp:spPr>
        <a:xfrm rot="16200000">
          <a:off x="13935018" y="3782114"/>
          <a:ext cx="5714737" cy="7426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654960" bIns="0" numCol="1" spcCol="1270" anchor="t" anchorCtr="0">
          <a:noAutofit/>
        </a:bodyPr>
        <a:lstStyle/>
        <a:p>
          <a:pPr marL="0" lvl="0" indent="0" algn="r" defTabSz="1289050">
            <a:lnSpc>
              <a:spcPct val="90000"/>
            </a:lnSpc>
            <a:spcBef>
              <a:spcPct val="0"/>
            </a:spcBef>
            <a:spcAft>
              <a:spcPct val="35000"/>
            </a:spcAft>
            <a:buNone/>
          </a:pPr>
          <a:r>
            <a:rPr lang="es-SV" sz="2900" kern="1200" dirty="0"/>
            <a:t>Sexta Forma Normal (6NF)</a:t>
          </a:r>
        </a:p>
      </dsp:txBody>
      <dsp:txXfrm>
        <a:off x="13935018" y="3782114"/>
        <a:ext cx="5714737" cy="742632"/>
      </dsp:txXfrm>
    </dsp:sp>
    <dsp:sp modelId="{06C55C6B-47DB-4CB1-85B9-A4F8320ACA10}">
      <dsp:nvSpPr>
        <dsp:cNvPr id="0" name=""/>
        <dsp:cNvSpPr/>
      </dsp:nvSpPr>
      <dsp:spPr>
        <a:xfrm>
          <a:off x="17163703" y="1296061"/>
          <a:ext cx="3699095" cy="57147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654960" rIns="192024" bIns="192024" numCol="1" spcCol="1270" anchor="t" anchorCtr="0">
          <a:noAutofit/>
        </a:bodyPr>
        <a:lstStyle/>
        <a:p>
          <a:pPr marL="228600" lvl="1" indent="-228600" algn="l" defTabSz="933450">
            <a:lnSpc>
              <a:spcPct val="90000"/>
            </a:lnSpc>
            <a:spcBef>
              <a:spcPct val="0"/>
            </a:spcBef>
            <a:spcAft>
              <a:spcPct val="15000"/>
            </a:spcAft>
            <a:buChar char="•"/>
          </a:pPr>
          <a:r>
            <a:rPr lang="es-MX" sz="2100" kern="1200"/>
            <a:t>Se utiliza en bases de datos temporalmente estructuradas, donde los datos cambian con el tiempo.</a:t>
          </a:r>
          <a:endParaRPr lang="es-SV" sz="2100" kern="1200" dirty="0"/>
        </a:p>
        <a:p>
          <a:pPr marL="228600" lvl="1" indent="-228600" algn="l" defTabSz="933450">
            <a:lnSpc>
              <a:spcPct val="90000"/>
            </a:lnSpc>
            <a:spcBef>
              <a:spcPct val="0"/>
            </a:spcBef>
            <a:spcAft>
              <a:spcPct val="15000"/>
            </a:spcAft>
            <a:buChar char="•"/>
          </a:pPr>
          <a:r>
            <a:rPr lang="es-MX" sz="2100" kern="1200"/>
            <a:t>Optimiza la gestión de datos históricos y versiones de registros en sistemas avanzados.</a:t>
          </a:r>
          <a:endParaRPr lang="es-SV" sz="2100" kern="1200" dirty="0"/>
        </a:p>
        <a:p>
          <a:pPr marL="228600" lvl="1" indent="-228600" algn="l" defTabSz="933450">
            <a:lnSpc>
              <a:spcPct val="90000"/>
            </a:lnSpc>
            <a:spcBef>
              <a:spcPct val="0"/>
            </a:spcBef>
            <a:spcAft>
              <a:spcPct val="15000"/>
            </a:spcAft>
            <a:buChar char="•"/>
          </a:pPr>
          <a:r>
            <a:rPr lang="es-MX" sz="2100" kern="1200"/>
            <a:t>Es relevante en entornos de Big Data y análisis de datos en tiempo real.</a:t>
          </a:r>
          <a:endParaRPr lang="es-SV" sz="2100" kern="1200" dirty="0"/>
        </a:p>
      </dsp:txBody>
      <dsp:txXfrm>
        <a:off x="17163703" y="1296061"/>
        <a:ext cx="3699095" cy="5714737"/>
      </dsp:txXfrm>
    </dsp:sp>
    <dsp:sp modelId="{FBF8DBA1-68F2-41C4-BDB7-EB60C484227C}">
      <dsp:nvSpPr>
        <dsp:cNvPr id="0" name=""/>
        <dsp:cNvSpPr/>
      </dsp:nvSpPr>
      <dsp:spPr>
        <a:xfrm>
          <a:off x="16421071" y="315787"/>
          <a:ext cx="1485264" cy="1485264"/>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5AEF8B-688E-77B2-80BD-042885EB4C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460C6967-87DB-4CF4-BA80-5D0DAE54E9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8469ED-EEBC-4D60-BA32-743F41922377}" type="datetimeFigureOut">
              <a:rPr lang="id-ID" smtClean="0"/>
              <a:t>06/05/2025</a:t>
            </a:fld>
            <a:endParaRPr lang="id-ID"/>
          </a:p>
        </p:txBody>
      </p:sp>
      <p:sp>
        <p:nvSpPr>
          <p:cNvPr id="4" name="Footer Placeholder 3">
            <a:extLst>
              <a:ext uri="{FF2B5EF4-FFF2-40B4-BE49-F238E27FC236}">
                <a16:creationId xmlns:a16="http://schemas.microsoft.com/office/drawing/2014/main" id="{12554224-784F-9FC6-CDA3-FC85BA3A22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58AACAC9-C5FE-E1CF-E88D-0FDD895618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FAFAC06-9002-490F-9330-06802D423289}" type="slidenum">
              <a:rPr lang="id-ID" smtClean="0"/>
              <a:t>‹Nº›</a:t>
            </a:fld>
            <a:endParaRPr lang="id-ID"/>
          </a:p>
        </p:txBody>
      </p:sp>
    </p:spTree>
    <p:extLst>
      <p:ext uri="{BB962C8B-B14F-4D97-AF65-F5344CB8AC3E}">
        <p14:creationId xmlns:p14="http://schemas.microsoft.com/office/powerpoint/2010/main" val="426673787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70535D-C05D-43E7-AB16-B529AB57D48E}" type="datetimeFigureOut">
              <a:rPr lang="es-SV" smtClean="0"/>
              <a:t>6/5/2025</a:t>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73D5F-9E7E-4E36-8C13-3C898D19C8B2}" type="slidenum">
              <a:rPr lang="es-SV" smtClean="0"/>
              <a:t>‹Nº›</a:t>
            </a:fld>
            <a:endParaRPr lang="es-SV"/>
          </a:p>
        </p:txBody>
      </p:sp>
    </p:spTree>
    <p:extLst>
      <p:ext uri="{BB962C8B-B14F-4D97-AF65-F5344CB8AC3E}">
        <p14:creationId xmlns:p14="http://schemas.microsoft.com/office/powerpoint/2010/main" val="740338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7f9262ee2f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7f9262ee2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048317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7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A0C37681-94C8-326C-94A3-6197FB2E2D3A}"/>
              </a:ext>
            </a:extLst>
          </p:cNvPr>
          <p:cNvSpPr>
            <a:spLocks noGrp="1"/>
          </p:cNvSpPr>
          <p:nvPr>
            <p:ph type="pic" sz="quarter" idx="10"/>
          </p:nvPr>
        </p:nvSpPr>
        <p:spPr>
          <a:xfrm>
            <a:off x="12190413" y="0"/>
            <a:ext cx="12191999" cy="13716000"/>
          </a:xfrm>
          <a:prstGeom prst="rect">
            <a:avLst/>
          </a:prstGeom>
          <a:pattFill prst="pct5">
            <a:fgClr>
              <a:schemeClr val="tx1"/>
            </a:fgClr>
            <a:bgClr>
              <a:schemeClr val="bg1"/>
            </a:bgClr>
          </a:pattFill>
        </p:spPr>
        <p:txBody>
          <a:bodyPr/>
          <a:lstStyle>
            <a:lvl1pPr>
              <a:defRPr sz="3200"/>
            </a:lvl1pPr>
          </a:lstStyle>
          <a:p>
            <a:endParaRPr lang="id-ID"/>
          </a:p>
        </p:txBody>
      </p:sp>
      <p:sp>
        <p:nvSpPr>
          <p:cNvPr id="5" name="Freeform: Shape 4">
            <a:extLst>
              <a:ext uri="{FF2B5EF4-FFF2-40B4-BE49-F238E27FC236}">
                <a16:creationId xmlns:a16="http://schemas.microsoft.com/office/drawing/2014/main" id="{DD41DF03-C653-6E56-1503-8B119803F687}"/>
              </a:ext>
            </a:extLst>
          </p:cNvPr>
          <p:cNvSpPr/>
          <p:nvPr userDrawn="1"/>
        </p:nvSpPr>
        <p:spPr>
          <a:xfrm>
            <a:off x="-1" y="1329428"/>
            <a:ext cx="12063186" cy="12386573"/>
          </a:xfrm>
          <a:custGeom>
            <a:avLst/>
            <a:gdLst>
              <a:gd name="connsiteX0" fmla="*/ 3607679 w 11782880"/>
              <a:gd name="connsiteY0" fmla="*/ 0 h 12098753"/>
              <a:gd name="connsiteX1" fmla="*/ 11782880 w 11782880"/>
              <a:gd name="connsiteY1" fmla="*/ 8175202 h 12098753"/>
              <a:gd name="connsiteX2" fmla="*/ 10796177 w 11782880"/>
              <a:gd name="connsiteY2" fmla="*/ 12071989 h 12098753"/>
              <a:gd name="connsiteX3" fmla="*/ 10780788 w 11782880"/>
              <a:gd name="connsiteY3" fmla="*/ 12098753 h 12098753"/>
              <a:gd name="connsiteX4" fmla="*/ 8952423 w 11782880"/>
              <a:gd name="connsiteY4" fmla="*/ 12098753 h 12098753"/>
              <a:gd name="connsiteX5" fmla="*/ 9106129 w 11782880"/>
              <a:gd name="connsiteY5" fmla="*/ 11882605 h 12098753"/>
              <a:gd name="connsiteX6" fmla="*/ 10238584 w 11782880"/>
              <a:gd name="connsiteY6" fmla="*/ 8175202 h 12098753"/>
              <a:gd name="connsiteX7" fmla="*/ 3607679 w 11782880"/>
              <a:gd name="connsiteY7" fmla="*/ 1544296 h 12098753"/>
              <a:gd name="connsiteX8" fmla="*/ 169312 w 11782880"/>
              <a:gd name="connsiteY8" fmla="*/ 2504275 h 12098753"/>
              <a:gd name="connsiteX9" fmla="*/ 0 w 11782880"/>
              <a:gd name="connsiteY9" fmla="*/ 2612819 h 12098753"/>
              <a:gd name="connsiteX10" fmla="*/ 0 w 11782880"/>
              <a:gd name="connsiteY10" fmla="*/ 838631 h 12098753"/>
              <a:gd name="connsiteX11" fmla="*/ 63390 w 11782880"/>
              <a:gd name="connsiteY11" fmla="*/ 806164 h 12098753"/>
              <a:gd name="connsiteX12" fmla="*/ 3607679 w 11782880"/>
              <a:gd name="connsiteY12" fmla="*/ 0 h 1209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82880" h="12098753">
                <a:moveTo>
                  <a:pt x="3607679" y="0"/>
                </a:moveTo>
                <a:cubicBezTo>
                  <a:pt x="8122717" y="0"/>
                  <a:pt x="11782880" y="3660163"/>
                  <a:pt x="11782880" y="8175202"/>
                </a:cubicBezTo>
                <a:cubicBezTo>
                  <a:pt x="11782880" y="9586152"/>
                  <a:pt x="11425442" y="10913618"/>
                  <a:pt x="10796177" y="12071989"/>
                </a:cubicBezTo>
                <a:lnTo>
                  <a:pt x="10780788" y="12098753"/>
                </a:lnTo>
                <a:lnTo>
                  <a:pt x="8952423" y="12098753"/>
                </a:lnTo>
                <a:lnTo>
                  <a:pt x="9106129" y="11882605"/>
                </a:lnTo>
                <a:cubicBezTo>
                  <a:pt x="9821102" y="10824305"/>
                  <a:pt x="10238584" y="9548508"/>
                  <a:pt x="10238584" y="8175202"/>
                </a:cubicBezTo>
                <a:cubicBezTo>
                  <a:pt x="10238584" y="4513054"/>
                  <a:pt x="7269826" y="1544296"/>
                  <a:pt x="3607679" y="1544296"/>
                </a:cubicBezTo>
                <a:cubicBezTo>
                  <a:pt x="2348815" y="1544296"/>
                  <a:pt x="1171885" y="1895097"/>
                  <a:pt x="169312" y="2504275"/>
                </a:cubicBezTo>
                <a:lnTo>
                  <a:pt x="0" y="2612819"/>
                </a:lnTo>
                <a:lnTo>
                  <a:pt x="0" y="838631"/>
                </a:lnTo>
                <a:lnTo>
                  <a:pt x="63390" y="806164"/>
                </a:lnTo>
                <a:cubicBezTo>
                  <a:pt x="1135591" y="289525"/>
                  <a:pt x="2337824" y="0"/>
                  <a:pt x="3607679" y="0"/>
                </a:cubicBezTo>
                <a:close/>
              </a:path>
            </a:pathLst>
          </a:custGeom>
          <a:gradFill flip="none" rotWithShape="1">
            <a:gsLst>
              <a:gs pos="100000">
                <a:srgbClr val="8236FB">
                  <a:alpha val="88000"/>
                </a:srgbClr>
              </a:gs>
              <a:gs pos="52000">
                <a:srgbClr val="000000">
                  <a:alpha val="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416897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9BBD3E5-89D3-9BEF-32B2-C89352AACE1A}"/>
              </a:ext>
            </a:extLst>
          </p:cNvPr>
          <p:cNvSpPr>
            <a:spLocks noGrp="1"/>
          </p:cNvSpPr>
          <p:nvPr>
            <p:ph type="pic" sz="quarter" idx="10"/>
          </p:nvPr>
        </p:nvSpPr>
        <p:spPr>
          <a:xfrm>
            <a:off x="-1" y="0"/>
            <a:ext cx="24382413" cy="13716000"/>
          </a:xfrm>
          <a:prstGeom prst="rect">
            <a:avLst/>
          </a:prstGeom>
          <a:pattFill prst="pct5">
            <a:fgClr>
              <a:schemeClr val="tx1"/>
            </a:fgClr>
            <a:bgClr>
              <a:schemeClr val="bg1"/>
            </a:bgClr>
          </a:pattFill>
        </p:spPr>
        <p:txBody>
          <a:bodyPr/>
          <a:lstStyle>
            <a:lvl1pPr>
              <a:defRPr sz="3200"/>
            </a:lvl1pPr>
          </a:lstStyle>
          <a:p>
            <a:endParaRPr lang="id-ID"/>
          </a:p>
        </p:txBody>
      </p:sp>
    </p:spTree>
    <p:extLst>
      <p:ext uri="{BB962C8B-B14F-4D97-AF65-F5344CB8AC3E}">
        <p14:creationId xmlns:p14="http://schemas.microsoft.com/office/powerpoint/2010/main" val="417069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ABFC04D-E3CE-941F-AC9F-9D6A2E8A528A}"/>
              </a:ext>
            </a:extLst>
          </p:cNvPr>
          <p:cNvSpPr>
            <a:spLocks noGrp="1"/>
          </p:cNvSpPr>
          <p:nvPr>
            <p:ph type="pic" sz="quarter" idx="10"/>
          </p:nvPr>
        </p:nvSpPr>
        <p:spPr>
          <a:xfrm>
            <a:off x="1035287" y="-2719064"/>
            <a:ext cx="8514518" cy="8514518"/>
          </a:xfrm>
          <a:custGeom>
            <a:avLst/>
            <a:gdLst>
              <a:gd name="connsiteX0" fmla="*/ 817511 w 7740733"/>
              <a:gd name="connsiteY0" fmla="*/ 0 h 7740734"/>
              <a:gd name="connsiteX1" fmla="*/ 3096820 w 7740733"/>
              <a:gd name="connsiteY1" fmla="*/ 0 h 7740734"/>
              <a:gd name="connsiteX2" fmla="*/ 3869050 w 7740733"/>
              <a:gd name="connsiteY2" fmla="*/ 772230 h 7740734"/>
              <a:gd name="connsiteX3" fmla="*/ 3869050 w 7740733"/>
              <a:gd name="connsiteY3" fmla="*/ 773108 h 7740734"/>
              <a:gd name="connsiteX4" fmla="*/ 3869050 w 7740733"/>
              <a:gd name="connsiteY4" fmla="*/ 2802144 h 7740734"/>
              <a:gd name="connsiteX5" fmla="*/ 4640404 w 7740733"/>
              <a:gd name="connsiteY5" fmla="*/ 3575252 h 7740734"/>
              <a:gd name="connsiteX6" fmla="*/ 4642160 w 7740733"/>
              <a:gd name="connsiteY6" fmla="*/ 3575252 h 7740734"/>
              <a:gd name="connsiteX7" fmla="*/ 6967627 w 7740733"/>
              <a:gd name="connsiteY7" fmla="*/ 3575252 h 7740734"/>
              <a:gd name="connsiteX8" fmla="*/ 7740733 w 7740733"/>
              <a:gd name="connsiteY8" fmla="*/ 4346605 h 7740734"/>
              <a:gd name="connsiteX9" fmla="*/ 7740733 w 7740733"/>
              <a:gd name="connsiteY9" fmla="*/ 4348360 h 7740734"/>
              <a:gd name="connsiteX10" fmla="*/ 7740733 w 7740733"/>
              <a:gd name="connsiteY10" fmla="*/ 6923223 h 7740734"/>
              <a:gd name="connsiteX11" fmla="*/ 6923223 w 7740733"/>
              <a:gd name="connsiteY11" fmla="*/ 7740734 h 7740734"/>
              <a:gd name="connsiteX12" fmla="*/ 4643037 w 7740733"/>
              <a:gd name="connsiteY12" fmla="*/ 7740734 h 7740734"/>
              <a:gd name="connsiteX13" fmla="*/ 3869929 w 7740733"/>
              <a:gd name="connsiteY13" fmla="*/ 6969381 h 7740734"/>
              <a:gd name="connsiteX14" fmla="*/ 3869929 w 7740733"/>
              <a:gd name="connsiteY14" fmla="*/ 6967626 h 7740734"/>
              <a:gd name="connsiteX15" fmla="*/ 3869929 w 7740733"/>
              <a:gd name="connsiteY15" fmla="*/ 4838375 h 7740734"/>
              <a:gd name="connsiteX16" fmla="*/ 3097697 w 7740733"/>
              <a:gd name="connsiteY16" fmla="*/ 4066145 h 7740734"/>
              <a:gd name="connsiteX17" fmla="*/ 772230 w 7740733"/>
              <a:gd name="connsiteY17" fmla="*/ 4066145 h 7740734"/>
              <a:gd name="connsiteX18" fmla="*/ 0 w 7740733"/>
              <a:gd name="connsiteY18" fmla="*/ 3293914 h 7740734"/>
              <a:gd name="connsiteX19" fmla="*/ 0 w 7740733"/>
              <a:gd name="connsiteY19" fmla="*/ 3293037 h 7740734"/>
              <a:gd name="connsiteX20" fmla="*/ 0 w 7740733"/>
              <a:gd name="connsiteY20" fmla="*/ 817511 h 7740734"/>
              <a:gd name="connsiteX21" fmla="*/ 817511 w 7740733"/>
              <a:gd name="connsiteY21" fmla="*/ 0 h 774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740733" h="7740734">
                <a:moveTo>
                  <a:pt x="817511" y="0"/>
                </a:moveTo>
                <a:lnTo>
                  <a:pt x="3096820" y="0"/>
                </a:lnTo>
                <a:cubicBezTo>
                  <a:pt x="3523320" y="0"/>
                  <a:pt x="3869050" y="345738"/>
                  <a:pt x="3869050" y="772230"/>
                </a:cubicBezTo>
                <a:cubicBezTo>
                  <a:pt x="3869050" y="772522"/>
                  <a:pt x="3869050" y="772815"/>
                  <a:pt x="3869050" y="773108"/>
                </a:cubicBezTo>
                <a:lnTo>
                  <a:pt x="3869050" y="2802144"/>
                </a:lnTo>
                <a:cubicBezTo>
                  <a:pt x="3868560" y="3228643"/>
                  <a:pt x="4213904" y="3574760"/>
                  <a:pt x="4640404" y="3575252"/>
                </a:cubicBezTo>
                <a:cubicBezTo>
                  <a:pt x="4640983" y="3575252"/>
                  <a:pt x="4641579" y="3575252"/>
                  <a:pt x="4642160" y="3575252"/>
                </a:cubicBezTo>
                <a:lnTo>
                  <a:pt x="6967627" y="3575252"/>
                </a:lnTo>
                <a:cubicBezTo>
                  <a:pt x="7394125" y="3574760"/>
                  <a:pt x="7740243" y="3920105"/>
                  <a:pt x="7740733" y="4346605"/>
                </a:cubicBezTo>
                <a:cubicBezTo>
                  <a:pt x="7740733" y="4347184"/>
                  <a:pt x="7740733" y="4347781"/>
                  <a:pt x="7740733" y="4348360"/>
                </a:cubicBezTo>
                <a:lnTo>
                  <a:pt x="7740733" y="6923223"/>
                </a:lnTo>
                <a:cubicBezTo>
                  <a:pt x="7739383" y="7374170"/>
                  <a:pt x="7374170" y="7739383"/>
                  <a:pt x="6923223" y="7740734"/>
                </a:cubicBezTo>
                <a:lnTo>
                  <a:pt x="4643037" y="7740734"/>
                </a:lnTo>
                <a:cubicBezTo>
                  <a:pt x="4216538" y="7741226"/>
                  <a:pt x="3870419" y="7395881"/>
                  <a:pt x="3869929" y="6969381"/>
                </a:cubicBezTo>
                <a:cubicBezTo>
                  <a:pt x="3869929" y="6968801"/>
                  <a:pt x="3869929" y="6968206"/>
                  <a:pt x="3869929" y="6967626"/>
                </a:cubicBezTo>
                <a:lnTo>
                  <a:pt x="3869929" y="4838375"/>
                </a:lnTo>
                <a:cubicBezTo>
                  <a:pt x="3869929" y="4411876"/>
                  <a:pt x="3524198" y="4066145"/>
                  <a:pt x="3097697" y="4066145"/>
                </a:cubicBezTo>
                <a:lnTo>
                  <a:pt x="772230" y="4066145"/>
                </a:lnTo>
                <a:cubicBezTo>
                  <a:pt x="345740" y="4066145"/>
                  <a:pt x="0" y="3720413"/>
                  <a:pt x="0" y="3293914"/>
                </a:cubicBezTo>
                <a:cubicBezTo>
                  <a:pt x="0" y="3293616"/>
                  <a:pt x="0" y="3293335"/>
                  <a:pt x="0" y="3293037"/>
                </a:cubicBezTo>
                <a:lnTo>
                  <a:pt x="0" y="817511"/>
                </a:lnTo>
                <a:cubicBezTo>
                  <a:pt x="1349" y="366572"/>
                  <a:pt x="366572" y="1349"/>
                  <a:pt x="817511"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8" name="Picture Placeholder 7">
            <a:extLst>
              <a:ext uri="{FF2B5EF4-FFF2-40B4-BE49-F238E27FC236}">
                <a16:creationId xmlns:a16="http://schemas.microsoft.com/office/drawing/2014/main" id="{2BF7D7A2-DE3A-5637-8B52-AED9B97F2D8E}"/>
              </a:ext>
            </a:extLst>
          </p:cNvPr>
          <p:cNvSpPr>
            <a:spLocks noGrp="1"/>
          </p:cNvSpPr>
          <p:nvPr>
            <p:ph type="pic" sz="quarter" idx="11"/>
          </p:nvPr>
        </p:nvSpPr>
        <p:spPr>
          <a:xfrm>
            <a:off x="1034364" y="6236745"/>
            <a:ext cx="8515484" cy="8515484"/>
          </a:xfrm>
          <a:custGeom>
            <a:avLst/>
            <a:gdLst>
              <a:gd name="connsiteX0" fmla="*/ 4641283 w 7741612"/>
              <a:gd name="connsiteY0" fmla="*/ 0 h 7741612"/>
              <a:gd name="connsiteX1" fmla="*/ 4643039 w 7741612"/>
              <a:gd name="connsiteY1" fmla="*/ 0 h 7741612"/>
              <a:gd name="connsiteX2" fmla="*/ 6924102 w 7741612"/>
              <a:gd name="connsiteY2" fmla="*/ 0 h 7741612"/>
              <a:gd name="connsiteX3" fmla="*/ 7741612 w 7741612"/>
              <a:gd name="connsiteY3" fmla="*/ 817511 h 7741612"/>
              <a:gd name="connsiteX4" fmla="*/ 7741612 w 7741612"/>
              <a:gd name="connsiteY4" fmla="*/ 3296196 h 7741612"/>
              <a:gd name="connsiteX5" fmla="*/ 6970261 w 7741612"/>
              <a:gd name="connsiteY5" fmla="*/ 4069303 h 7741612"/>
              <a:gd name="connsiteX6" fmla="*/ 6968506 w 7741612"/>
              <a:gd name="connsiteY6" fmla="*/ 4069303 h 7741612"/>
              <a:gd name="connsiteX7" fmla="*/ 4643916 w 7741612"/>
              <a:gd name="connsiteY7" fmla="*/ 4069303 h 7741612"/>
              <a:gd name="connsiteX8" fmla="*/ 3870808 w 7741612"/>
              <a:gd name="connsiteY8" fmla="*/ 4840657 h 7741612"/>
              <a:gd name="connsiteX9" fmla="*/ 3870808 w 7741612"/>
              <a:gd name="connsiteY9" fmla="*/ 4841534 h 7741612"/>
              <a:gd name="connsiteX10" fmla="*/ 3870808 w 7741612"/>
              <a:gd name="connsiteY10" fmla="*/ 6968503 h 7741612"/>
              <a:gd name="connsiteX11" fmla="*/ 3099455 w 7741612"/>
              <a:gd name="connsiteY11" fmla="*/ 7741612 h 7741612"/>
              <a:gd name="connsiteX12" fmla="*/ 3098576 w 7741612"/>
              <a:gd name="connsiteY12" fmla="*/ 7741612 h 7741612"/>
              <a:gd name="connsiteX13" fmla="*/ 817513 w 7741612"/>
              <a:gd name="connsiteY13" fmla="*/ 7741612 h 7741612"/>
              <a:gd name="connsiteX14" fmla="*/ 1 w 7741612"/>
              <a:gd name="connsiteY14" fmla="*/ 6923924 h 7741612"/>
              <a:gd name="connsiteX15" fmla="*/ 1 w 7741612"/>
              <a:gd name="connsiteY15" fmla="*/ 4449276 h 7741612"/>
              <a:gd name="connsiteX16" fmla="*/ 771355 w 7741612"/>
              <a:gd name="connsiteY16" fmla="*/ 3676168 h 7741612"/>
              <a:gd name="connsiteX17" fmla="*/ 772232 w 7741612"/>
              <a:gd name="connsiteY17" fmla="*/ 3676168 h 7741612"/>
              <a:gd name="connsiteX18" fmla="*/ 3097699 w 7741612"/>
              <a:gd name="connsiteY18" fmla="*/ 3676168 h 7741612"/>
              <a:gd name="connsiteX19" fmla="*/ 3869929 w 7741612"/>
              <a:gd name="connsiteY19" fmla="*/ 2903938 h 7741612"/>
              <a:gd name="connsiteX20" fmla="*/ 3869929 w 7741612"/>
              <a:gd name="connsiteY20" fmla="*/ 773108 h 7741612"/>
              <a:gd name="connsiteX21" fmla="*/ 4641283 w 7741612"/>
              <a:gd name="connsiteY21" fmla="*/ 0 h 774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741612" h="7741612">
                <a:moveTo>
                  <a:pt x="4641283" y="0"/>
                </a:moveTo>
                <a:cubicBezTo>
                  <a:pt x="4641862" y="0"/>
                  <a:pt x="4642458" y="0"/>
                  <a:pt x="4643039" y="0"/>
                </a:cubicBezTo>
                <a:lnTo>
                  <a:pt x="6924102" y="0"/>
                </a:lnTo>
                <a:cubicBezTo>
                  <a:pt x="7375049" y="1351"/>
                  <a:pt x="7740262" y="366564"/>
                  <a:pt x="7741612" y="817511"/>
                </a:cubicBezTo>
                <a:lnTo>
                  <a:pt x="7741612" y="3296196"/>
                </a:lnTo>
                <a:cubicBezTo>
                  <a:pt x="7742104" y="3722695"/>
                  <a:pt x="7396759" y="4068813"/>
                  <a:pt x="6970261" y="4069303"/>
                </a:cubicBezTo>
                <a:cubicBezTo>
                  <a:pt x="6969681" y="4069303"/>
                  <a:pt x="6969085" y="4069303"/>
                  <a:pt x="6968506" y="4069303"/>
                </a:cubicBezTo>
                <a:lnTo>
                  <a:pt x="4643916" y="4069303"/>
                </a:lnTo>
                <a:cubicBezTo>
                  <a:pt x="4217417" y="4068813"/>
                  <a:pt x="3871298" y="4414158"/>
                  <a:pt x="3870808" y="4840657"/>
                </a:cubicBezTo>
                <a:cubicBezTo>
                  <a:pt x="3870808" y="4840956"/>
                  <a:pt x="3870808" y="4841236"/>
                  <a:pt x="3870808" y="4841534"/>
                </a:cubicBezTo>
                <a:lnTo>
                  <a:pt x="3870808" y="6968503"/>
                </a:lnTo>
                <a:cubicBezTo>
                  <a:pt x="3871298" y="7395003"/>
                  <a:pt x="3525954" y="7741120"/>
                  <a:pt x="3099455" y="7741612"/>
                </a:cubicBezTo>
                <a:cubicBezTo>
                  <a:pt x="3099156" y="7741612"/>
                  <a:pt x="3098875" y="7741612"/>
                  <a:pt x="3098576" y="7741612"/>
                </a:cubicBezTo>
                <a:lnTo>
                  <a:pt x="817513" y="7741612"/>
                </a:lnTo>
                <a:cubicBezTo>
                  <a:pt x="366506" y="7740260"/>
                  <a:pt x="1254" y="7374925"/>
                  <a:pt x="1" y="6923924"/>
                </a:cubicBezTo>
                <a:lnTo>
                  <a:pt x="1" y="4449276"/>
                </a:lnTo>
                <a:cubicBezTo>
                  <a:pt x="-483" y="4022776"/>
                  <a:pt x="344864" y="3676660"/>
                  <a:pt x="771355" y="3676168"/>
                </a:cubicBezTo>
                <a:cubicBezTo>
                  <a:pt x="771653" y="3676168"/>
                  <a:pt x="771933" y="3676168"/>
                  <a:pt x="772232" y="3676168"/>
                </a:cubicBezTo>
                <a:lnTo>
                  <a:pt x="3097699" y="3676168"/>
                </a:lnTo>
                <a:cubicBezTo>
                  <a:pt x="3524199" y="3676168"/>
                  <a:pt x="3869929" y="3330437"/>
                  <a:pt x="3869929" y="2903938"/>
                </a:cubicBezTo>
                <a:lnTo>
                  <a:pt x="3869929" y="773108"/>
                </a:lnTo>
                <a:cubicBezTo>
                  <a:pt x="3869439" y="346626"/>
                  <a:pt x="4214783" y="491"/>
                  <a:pt x="4641283"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3" name="Freeform: Shape 2">
            <a:extLst>
              <a:ext uri="{FF2B5EF4-FFF2-40B4-BE49-F238E27FC236}">
                <a16:creationId xmlns:a16="http://schemas.microsoft.com/office/drawing/2014/main" id="{CDAF7CE1-4007-D4D1-794C-54AC12C9CDFD}"/>
              </a:ext>
            </a:extLst>
          </p:cNvPr>
          <p:cNvSpPr/>
          <p:nvPr userDrawn="1"/>
        </p:nvSpPr>
        <p:spPr>
          <a:xfrm rot="10800000" flipH="1">
            <a:off x="12319227" y="1329427"/>
            <a:ext cx="12063186" cy="12386573"/>
          </a:xfrm>
          <a:custGeom>
            <a:avLst/>
            <a:gdLst>
              <a:gd name="connsiteX0" fmla="*/ 3607679 w 11782880"/>
              <a:gd name="connsiteY0" fmla="*/ 0 h 12098753"/>
              <a:gd name="connsiteX1" fmla="*/ 11782880 w 11782880"/>
              <a:gd name="connsiteY1" fmla="*/ 8175202 h 12098753"/>
              <a:gd name="connsiteX2" fmla="*/ 10796177 w 11782880"/>
              <a:gd name="connsiteY2" fmla="*/ 12071989 h 12098753"/>
              <a:gd name="connsiteX3" fmla="*/ 10780788 w 11782880"/>
              <a:gd name="connsiteY3" fmla="*/ 12098753 h 12098753"/>
              <a:gd name="connsiteX4" fmla="*/ 8952423 w 11782880"/>
              <a:gd name="connsiteY4" fmla="*/ 12098753 h 12098753"/>
              <a:gd name="connsiteX5" fmla="*/ 9106129 w 11782880"/>
              <a:gd name="connsiteY5" fmla="*/ 11882605 h 12098753"/>
              <a:gd name="connsiteX6" fmla="*/ 10238584 w 11782880"/>
              <a:gd name="connsiteY6" fmla="*/ 8175202 h 12098753"/>
              <a:gd name="connsiteX7" fmla="*/ 3607679 w 11782880"/>
              <a:gd name="connsiteY7" fmla="*/ 1544296 h 12098753"/>
              <a:gd name="connsiteX8" fmla="*/ 169312 w 11782880"/>
              <a:gd name="connsiteY8" fmla="*/ 2504275 h 12098753"/>
              <a:gd name="connsiteX9" fmla="*/ 0 w 11782880"/>
              <a:gd name="connsiteY9" fmla="*/ 2612819 h 12098753"/>
              <a:gd name="connsiteX10" fmla="*/ 0 w 11782880"/>
              <a:gd name="connsiteY10" fmla="*/ 838631 h 12098753"/>
              <a:gd name="connsiteX11" fmla="*/ 63390 w 11782880"/>
              <a:gd name="connsiteY11" fmla="*/ 806164 h 12098753"/>
              <a:gd name="connsiteX12" fmla="*/ 3607679 w 11782880"/>
              <a:gd name="connsiteY12" fmla="*/ 0 h 1209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82880" h="12098753">
                <a:moveTo>
                  <a:pt x="3607679" y="0"/>
                </a:moveTo>
                <a:cubicBezTo>
                  <a:pt x="8122717" y="0"/>
                  <a:pt x="11782880" y="3660163"/>
                  <a:pt x="11782880" y="8175202"/>
                </a:cubicBezTo>
                <a:cubicBezTo>
                  <a:pt x="11782880" y="9586152"/>
                  <a:pt x="11425442" y="10913618"/>
                  <a:pt x="10796177" y="12071989"/>
                </a:cubicBezTo>
                <a:lnTo>
                  <a:pt x="10780788" y="12098753"/>
                </a:lnTo>
                <a:lnTo>
                  <a:pt x="8952423" y="12098753"/>
                </a:lnTo>
                <a:lnTo>
                  <a:pt x="9106129" y="11882605"/>
                </a:lnTo>
                <a:cubicBezTo>
                  <a:pt x="9821102" y="10824305"/>
                  <a:pt x="10238584" y="9548508"/>
                  <a:pt x="10238584" y="8175202"/>
                </a:cubicBezTo>
                <a:cubicBezTo>
                  <a:pt x="10238584" y="4513054"/>
                  <a:pt x="7269826" y="1544296"/>
                  <a:pt x="3607679" y="1544296"/>
                </a:cubicBezTo>
                <a:cubicBezTo>
                  <a:pt x="2348815" y="1544296"/>
                  <a:pt x="1171885" y="1895097"/>
                  <a:pt x="169312" y="2504275"/>
                </a:cubicBezTo>
                <a:lnTo>
                  <a:pt x="0" y="2612819"/>
                </a:lnTo>
                <a:lnTo>
                  <a:pt x="0" y="838631"/>
                </a:lnTo>
                <a:lnTo>
                  <a:pt x="63390" y="806164"/>
                </a:lnTo>
                <a:cubicBezTo>
                  <a:pt x="1135591" y="289525"/>
                  <a:pt x="2337824" y="0"/>
                  <a:pt x="3607679" y="0"/>
                </a:cubicBezTo>
                <a:close/>
              </a:path>
            </a:pathLst>
          </a:custGeom>
          <a:gradFill flip="none" rotWithShape="1">
            <a:gsLst>
              <a:gs pos="100000">
                <a:srgbClr val="8236FB">
                  <a:alpha val="88000"/>
                </a:srgbClr>
              </a:gs>
              <a:gs pos="52000">
                <a:srgbClr val="000000">
                  <a:alpha val="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828985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139DBF4-882F-B558-4BDB-F571DCBF7311}"/>
              </a:ext>
            </a:extLst>
          </p:cNvPr>
          <p:cNvSpPr>
            <a:spLocks noGrp="1"/>
          </p:cNvSpPr>
          <p:nvPr>
            <p:ph type="pic" sz="quarter" idx="10"/>
          </p:nvPr>
        </p:nvSpPr>
        <p:spPr>
          <a:xfrm>
            <a:off x="1034364" y="-2835169"/>
            <a:ext cx="8506214" cy="8621837"/>
          </a:xfrm>
          <a:custGeom>
            <a:avLst/>
            <a:gdLst>
              <a:gd name="connsiteX0" fmla="*/ 4954446 w 8506214"/>
              <a:gd name="connsiteY0" fmla="*/ 3932133 h 8621837"/>
              <a:gd name="connsiteX1" fmla="*/ 7795843 w 8506214"/>
              <a:gd name="connsiteY1" fmla="*/ 3932133 h 8621837"/>
              <a:gd name="connsiteX2" fmla="*/ 8506214 w 8506214"/>
              <a:gd name="connsiteY2" fmla="*/ 4642504 h 8621837"/>
              <a:gd name="connsiteX3" fmla="*/ 8506214 w 8506214"/>
              <a:gd name="connsiteY3" fmla="*/ 7911466 h 8621837"/>
              <a:gd name="connsiteX4" fmla="*/ 7795843 w 8506214"/>
              <a:gd name="connsiteY4" fmla="*/ 8621837 h 8621837"/>
              <a:gd name="connsiteX5" fmla="*/ 4954446 w 8506214"/>
              <a:gd name="connsiteY5" fmla="*/ 8621837 h 8621837"/>
              <a:gd name="connsiteX6" fmla="*/ 4244075 w 8506214"/>
              <a:gd name="connsiteY6" fmla="*/ 7911466 h 8621837"/>
              <a:gd name="connsiteX7" fmla="*/ 4244075 w 8506214"/>
              <a:gd name="connsiteY7" fmla="*/ 4642504 h 8621837"/>
              <a:gd name="connsiteX8" fmla="*/ 4954446 w 8506214"/>
              <a:gd name="connsiteY8" fmla="*/ 3932133 h 8621837"/>
              <a:gd name="connsiteX9" fmla="*/ 567498 w 8506214"/>
              <a:gd name="connsiteY9" fmla="*/ 0 h 8621837"/>
              <a:gd name="connsiteX10" fmla="*/ 2837417 w 8506214"/>
              <a:gd name="connsiteY10" fmla="*/ 0 h 8621837"/>
              <a:gd name="connsiteX11" fmla="*/ 3404914 w 8506214"/>
              <a:gd name="connsiteY11" fmla="*/ 567497 h 8621837"/>
              <a:gd name="connsiteX12" fmla="*/ 3404914 w 8506214"/>
              <a:gd name="connsiteY12" fmla="*/ 4122207 h 8621837"/>
              <a:gd name="connsiteX13" fmla="*/ 2837417 w 8506214"/>
              <a:gd name="connsiteY13" fmla="*/ 4689704 h 8621837"/>
              <a:gd name="connsiteX14" fmla="*/ 567498 w 8506214"/>
              <a:gd name="connsiteY14" fmla="*/ 4689704 h 8621837"/>
              <a:gd name="connsiteX15" fmla="*/ 0 w 8506214"/>
              <a:gd name="connsiteY15" fmla="*/ 4122207 h 8621837"/>
              <a:gd name="connsiteX16" fmla="*/ 0 w 8506214"/>
              <a:gd name="connsiteY16" fmla="*/ 567497 h 8621837"/>
              <a:gd name="connsiteX17" fmla="*/ 567498 w 8506214"/>
              <a:gd name="connsiteY17" fmla="*/ 0 h 8621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506214" h="8621837">
                <a:moveTo>
                  <a:pt x="4954446" y="3932133"/>
                </a:moveTo>
                <a:lnTo>
                  <a:pt x="7795843" y="3932133"/>
                </a:lnTo>
                <a:cubicBezTo>
                  <a:pt x="8188170" y="3932133"/>
                  <a:pt x="8506214" y="4250177"/>
                  <a:pt x="8506214" y="4642504"/>
                </a:cubicBezTo>
                <a:lnTo>
                  <a:pt x="8506214" y="7911466"/>
                </a:lnTo>
                <a:cubicBezTo>
                  <a:pt x="8506214" y="8303793"/>
                  <a:pt x="8188170" y="8621837"/>
                  <a:pt x="7795843" y="8621837"/>
                </a:cubicBezTo>
                <a:lnTo>
                  <a:pt x="4954446" y="8621837"/>
                </a:lnTo>
                <a:cubicBezTo>
                  <a:pt x="4562119" y="8621837"/>
                  <a:pt x="4244075" y="8303793"/>
                  <a:pt x="4244075" y="7911466"/>
                </a:cubicBezTo>
                <a:lnTo>
                  <a:pt x="4244075" y="4642504"/>
                </a:lnTo>
                <a:cubicBezTo>
                  <a:pt x="4244075" y="4250177"/>
                  <a:pt x="4562119" y="3932133"/>
                  <a:pt x="4954446" y="3932133"/>
                </a:cubicBezTo>
                <a:close/>
                <a:moveTo>
                  <a:pt x="567498" y="0"/>
                </a:moveTo>
                <a:lnTo>
                  <a:pt x="2837417" y="0"/>
                </a:lnTo>
                <a:cubicBezTo>
                  <a:pt x="3150837" y="0"/>
                  <a:pt x="3404914" y="254077"/>
                  <a:pt x="3404914" y="567497"/>
                </a:cubicBezTo>
                <a:lnTo>
                  <a:pt x="3404914" y="4122207"/>
                </a:lnTo>
                <a:cubicBezTo>
                  <a:pt x="3404914" y="4435627"/>
                  <a:pt x="3150837" y="4689704"/>
                  <a:pt x="2837417" y="4689704"/>
                </a:cubicBezTo>
                <a:lnTo>
                  <a:pt x="567498" y="4689704"/>
                </a:lnTo>
                <a:cubicBezTo>
                  <a:pt x="254077" y="4689704"/>
                  <a:pt x="0" y="4435627"/>
                  <a:pt x="0" y="4122207"/>
                </a:cubicBezTo>
                <a:lnTo>
                  <a:pt x="0" y="567497"/>
                </a:lnTo>
                <a:cubicBezTo>
                  <a:pt x="0" y="254077"/>
                  <a:pt x="254077" y="0"/>
                  <a:pt x="56749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5" name="Picture Placeholder 14">
            <a:extLst>
              <a:ext uri="{FF2B5EF4-FFF2-40B4-BE49-F238E27FC236}">
                <a16:creationId xmlns:a16="http://schemas.microsoft.com/office/drawing/2014/main" id="{3CDF09FE-D7DC-F30A-99D0-849763EBB3EB}"/>
              </a:ext>
            </a:extLst>
          </p:cNvPr>
          <p:cNvSpPr>
            <a:spLocks noGrp="1"/>
          </p:cNvSpPr>
          <p:nvPr>
            <p:ph type="pic" sz="quarter" idx="11"/>
          </p:nvPr>
        </p:nvSpPr>
        <p:spPr>
          <a:xfrm>
            <a:off x="1034364" y="6076340"/>
            <a:ext cx="8506214" cy="8887550"/>
          </a:xfrm>
          <a:custGeom>
            <a:avLst/>
            <a:gdLst>
              <a:gd name="connsiteX0" fmla="*/ 567498 w 8506214"/>
              <a:gd name="connsiteY0" fmla="*/ 4197846 h 8887550"/>
              <a:gd name="connsiteX1" fmla="*/ 2837417 w 8506214"/>
              <a:gd name="connsiteY1" fmla="*/ 4197846 h 8887550"/>
              <a:gd name="connsiteX2" fmla="*/ 3404914 w 8506214"/>
              <a:gd name="connsiteY2" fmla="*/ 4765343 h 8887550"/>
              <a:gd name="connsiteX3" fmla="*/ 3404914 w 8506214"/>
              <a:gd name="connsiteY3" fmla="*/ 8320053 h 8887550"/>
              <a:gd name="connsiteX4" fmla="*/ 2837417 w 8506214"/>
              <a:gd name="connsiteY4" fmla="*/ 8887550 h 8887550"/>
              <a:gd name="connsiteX5" fmla="*/ 567498 w 8506214"/>
              <a:gd name="connsiteY5" fmla="*/ 8887550 h 8887550"/>
              <a:gd name="connsiteX6" fmla="*/ 0 w 8506214"/>
              <a:gd name="connsiteY6" fmla="*/ 8320053 h 8887550"/>
              <a:gd name="connsiteX7" fmla="*/ 0 w 8506214"/>
              <a:gd name="connsiteY7" fmla="*/ 4765343 h 8887550"/>
              <a:gd name="connsiteX8" fmla="*/ 567498 w 8506214"/>
              <a:gd name="connsiteY8" fmla="*/ 4197846 h 8887550"/>
              <a:gd name="connsiteX9" fmla="*/ 4954446 w 8506214"/>
              <a:gd name="connsiteY9" fmla="*/ 0 h 8887550"/>
              <a:gd name="connsiteX10" fmla="*/ 7795843 w 8506214"/>
              <a:gd name="connsiteY10" fmla="*/ 0 h 8887550"/>
              <a:gd name="connsiteX11" fmla="*/ 8506214 w 8506214"/>
              <a:gd name="connsiteY11" fmla="*/ 710370 h 8887550"/>
              <a:gd name="connsiteX12" fmla="*/ 8506214 w 8506214"/>
              <a:gd name="connsiteY12" fmla="*/ 3979332 h 8887550"/>
              <a:gd name="connsiteX13" fmla="*/ 7795843 w 8506214"/>
              <a:gd name="connsiteY13" fmla="*/ 4689703 h 8887550"/>
              <a:gd name="connsiteX14" fmla="*/ 4954446 w 8506214"/>
              <a:gd name="connsiteY14" fmla="*/ 4689703 h 8887550"/>
              <a:gd name="connsiteX15" fmla="*/ 4244075 w 8506214"/>
              <a:gd name="connsiteY15" fmla="*/ 3979332 h 8887550"/>
              <a:gd name="connsiteX16" fmla="*/ 4244075 w 8506214"/>
              <a:gd name="connsiteY16" fmla="*/ 710370 h 8887550"/>
              <a:gd name="connsiteX17" fmla="*/ 4954446 w 8506214"/>
              <a:gd name="connsiteY17" fmla="*/ 0 h 888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506214" h="8887550">
                <a:moveTo>
                  <a:pt x="567498" y="4197846"/>
                </a:moveTo>
                <a:lnTo>
                  <a:pt x="2837417" y="4197846"/>
                </a:lnTo>
                <a:cubicBezTo>
                  <a:pt x="3150837" y="4197846"/>
                  <a:pt x="3404914" y="4451923"/>
                  <a:pt x="3404914" y="4765343"/>
                </a:cubicBezTo>
                <a:lnTo>
                  <a:pt x="3404914" y="8320053"/>
                </a:lnTo>
                <a:cubicBezTo>
                  <a:pt x="3404914" y="8633473"/>
                  <a:pt x="3150837" y="8887550"/>
                  <a:pt x="2837417" y="8887550"/>
                </a:cubicBezTo>
                <a:lnTo>
                  <a:pt x="567498" y="8887550"/>
                </a:lnTo>
                <a:cubicBezTo>
                  <a:pt x="254077" y="8887550"/>
                  <a:pt x="0" y="8633473"/>
                  <a:pt x="0" y="8320053"/>
                </a:cubicBezTo>
                <a:lnTo>
                  <a:pt x="0" y="4765343"/>
                </a:lnTo>
                <a:cubicBezTo>
                  <a:pt x="0" y="4451923"/>
                  <a:pt x="254077" y="4197846"/>
                  <a:pt x="567498" y="4197846"/>
                </a:cubicBezTo>
                <a:close/>
                <a:moveTo>
                  <a:pt x="4954446" y="0"/>
                </a:moveTo>
                <a:lnTo>
                  <a:pt x="7795843" y="0"/>
                </a:lnTo>
                <a:cubicBezTo>
                  <a:pt x="8188170" y="0"/>
                  <a:pt x="8506214" y="318043"/>
                  <a:pt x="8506214" y="710370"/>
                </a:cubicBezTo>
                <a:lnTo>
                  <a:pt x="8506214" y="3979332"/>
                </a:lnTo>
                <a:cubicBezTo>
                  <a:pt x="8506214" y="4371659"/>
                  <a:pt x="8188170" y="4689703"/>
                  <a:pt x="7795843" y="4689703"/>
                </a:cubicBezTo>
                <a:lnTo>
                  <a:pt x="4954446" y="4689703"/>
                </a:lnTo>
                <a:cubicBezTo>
                  <a:pt x="4562119" y="4689703"/>
                  <a:pt x="4244075" y="4371659"/>
                  <a:pt x="4244075" y="3979332"/>
                </a:cubicBezTo>
                <a:lnTo>
                  <a:pt x="4244075" y="710370"/>
                </a:lnTo>
                <a:cubicBezTo>
                  <a:pt x="4244075" y="318043"/>
                  <a:pt x="4562119" y="0"/>
                  <a:pt x="4954446"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3" name="Freeform: Shape 2">
            <a:extLst>
              <a:ext uri="{FF2B5EF4-FFF2-40B4-BE49-F238E27FC236}">
                <a16:creationId xmlns:a16="http://schemas.microsoft.com/office/drawing/2014/main" id="{CDAF7CE1-4007-D4D1-794C-54AC12C9CDFD}"/>
              </a:ext>
            </a:extLst>
          </p:cNvPr>
          <p:cNvSpPr/>
          <p:nvPr userDrawn="1"/>
        </p:nvSpPr>
        <p:spPr>
          <a:xfrm rot="10800000" flipH="1">
            <a:off x="12319227" y="1329427"/>
            <a:ext cx="12063186" cy="12386573"/>
          </a:xfrm>
          <a:custGeom>
            <a:avLst/>
            <a:gdLst>
              <a:gd name="connsiteX0" fmla="*/ 3607679 w 11782880"/>
              <a:gd name="connsiteY0" fmla="*/ 0 h 12098753"/>
              <a:gd name="connsiteX1" fmla="*/ 11782880 w 11782880"/>
              <a:gd name="connsiteY1" fmla="*/ 8175202 h 12098753"/>
              <a:gd name="connsiteX2" fmla="*/ 10796177 w 11782880"/>
              <a:gd name="connsiteY2" fmla="*/ 12071989 h 12098753"/>
              <a:gd name="connsiteX3" fmla="*/ 10780788 w 11782880"/>
              <a:gd name="connsiteY3" fmla="*/ 12098753 h 12098753"/>
              <a:gd name="connsiteX4" fmla="*/ 8952423 w 11782880"/>
              <a:gd name="connsiteY4" fmla="*/ 12098753 h 12098753"/>
              <a:gd name="connsiteX5" fmla="*/ 9106129 w 11782880"/>
              <a:gd name="connsiteY5" fmla="*/ 11882605 h 12098753"/>
              <a:gd name="connsiteX6" fmla="*/ 10238584 w 11782880"/>
              <a:gd name="connsiteY6" fmla="*/ 8175202 h 12098753"/>
              <a:gd name="connsiteX7" fmla="*/ 3607679 w 11782880"/>
              <a:gd name="connsiteY7" fmla="*/ 1544296 h 12098753"/>
              <a:gd name="connsiteX8" fmla="*/ 169312 w 11782880"/>
              <a:gd name="connsiteY8" fmla="*/ 2504275 h 12098753"/>
              <a:gd name="connsiteX9" fmla="*/ 0 w 11782880"/>
              <a:gd name="connsiteY9" fmla="*/ 2612819 h 12098753"/>
              <a:gd name="connsiteX10" fmla="*/ 0 w 11782880"/>
              <a:gd name="connsiteY10" fmla="*/ 838631 h 12098753"/>
              <a:gd name="connsiteX11" fmla="*/ 63390 w 11782880"/>
              <a:gd name="connsiteY11" fmla="*/ 806164 h 12098753"/>
              <a:gd name="connsiteX12" fmla="*/ 3607679 w 11782880"/>
              <a:gd name="connsiteY12" fmla="*/ 0 h 1209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82880" h="12098753">
                <a:moveTo>
                  <a:pt x="3607679" y="0"/>
                </a:moveTo>
                <a:cubicBezTo>
                  <a:pt x="8122717" y="0"/>
                  <a:pt x="11782880" y="3660163"/>
                  <a:pt x="11782880" y="8175202"/>
                </a:cubicBezTo>
                <a:cubicBezTo>
                  <a:pt x="11782880" y="9586152"/>
                  <a:pt x="11425442" y="10913618"/>
                  <a:pt x="10796177" y="12071989"/>
                </a:cubicBezTo>
                <a:lnTo>
                  <a:pt x="10780788" y="12098753"/>
                </a:lnTo>
                <a:lnTo>
                  <a:pt x="8952423" y="12098753"/>
                </a:lnTo>
                <a:lnTo>
                  <a:pt x="9106129" y="11882605"/>
                </a:lnTo>
                <a:cubicBezTo>
                  <a:pt x="9821102" y="10824305"/>
                  <a:pt x="10238584" y="9548508"/>
                  <a:pt x="10238584" y="8175202"/>
                </a:cubicBezTo>
                <a:cubicBezTo>
                  <a:pt x="10238584" y="4513054"/>
                  <a:pt x="7269826" y="1544296"/>
                  <a:pt x="3607679" y="1544296"/>
                </a:cubicBezTo>
                <a:cubicBezTo>
                  <a:pt x="2348815" y="1544296"/>
                  <a:pt x="1171885" y="1895097"/>
                  <a:pt x="169312" y="2504275"/>
                </a:cubicBezTo>
                <a:lnTo>
                  <a:pt x="0" y="2612819"/>
                </a:lnTo>
                <a:lnTo>
                  <a:pt x="0" y="838631"/>
                </a:lnTo>
                <a:lnTo>
                  <a:pt x="63390" y="806164"/>
                </a:lnTo>
                <a:cubicBezTo>
                  <a:pt x="1135591" y="289525"/>
                  <a:pt x="2337824" y="0"/>
                  <a:pt x="3607679" y="0"/>
                </a:cubicBezTo>
                <a:close/>
              </a:path>
            </a:pathLst>
          </a:custGeom>
          <a:gradFill flip="none" rotWithShape="1">
            <a:gsLst>
              <a:gs pos="100000">
                <a:srgbClr val="8236FB">
                  <a:alpha val="88000"/>
                </a:srgbClr>
              </a:gs>
              <a:gs pos="52000">
                <a:srgbClr val="000000">
                  <a:alpha val="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827097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B6E472F9-B0EE-D1E1-277D-9FE2E478045B}"/>
              </a:ext>
            </a:extLst>
          </p:cNvPr>
          <p:cNvSpPr>
            <a:spLocks noGrp="1"/>
          </p:cNvSpPr>
          <p:nvPr>
            <p:ph type="pic" sz="quarter" idx="10"/>
          </p:nvPr>
        </p:nvSpPr>
        <p:spPr>
          <a:xfrm>
            <a:off x="-1" y="0"/>
            <a:ext cx="8131711" cy="13716000"/>
          </a:xfrm>
          <a:prstGeom prst="rect">
            <a:avLst/>
          </a:prstGeom>
          <a:pattFill prst="pct5">
            <a:fgClr>
              <a:schemeClr val="tx1"/>
            </a:fgClr>
            <a:bgClr>
              <a:schemeClr val="bg1"/>
            </a:bgClr>
          </a:pattFill>
        </p:spPr>
        <p:txBody>
          <a:bodyPr/>
          <a:lstStyle>
            <a:lvl1pPr>
              <a:defRPr sz="3200"/>
            </a:lvl1pPr>
          </a:lstStyle>
          <a:p>
            <a:endParaRPr lang="id-ID"/>
          </a:p>
        </p:txBody>
      </p:sp>
      <p:sp>
        <p:nvSpPr>
          <p:cNvPr id="9" name="Picture Placeholder 3">
            <a:extLst>
              <a:ext uri="{FF2B5EF4-FFF2-40B4-BE49-F238E27FC236}">
                <a16:creationId xmlns:a16="http://schemas.microsoft.com/office/drawing/2014/main" id="{A3409F7E-2777-B681-D027-E0298C09F760}"/>
              </a:ext>
            </a:extLst>
          </p:cNvPr>
          <p:cNvSpPr>
            <a:spLocks noGrp="1"/>
          </p:cNvSpPr>
          <p:nvPr>
            <p:ph type="pic" sz="quarter" idx="11"/>
          </p:nvPr>
        </p:nvSpPr>
        <p:spPr>
          <a:xfrm>
            <a:off x="16250702" y="0"/>
            <a:ext cx="8131711" cy="13716000"/>
          </a:xfrm>
          <a:prstGeom prst="rect">
            <a:avLst/>
          </a:prstGeom>
          <a:pattFill prst="pct5">
            <a:fgClr>
              <a:schemeClr val="tx1"/>
            </a:fgClr>
            <a:bgClr>
              <a:schemeClr val="bg1"/>
            </a:bgClr>
          </a:pattFill>
        </p:spPr>
        <p:txBody>
          <a:bodyPr/>
          <a:lstStyle>
            <a:lvl1pPr>
              <a:defRPr sz="3200"/>
            </a:lvl1pPr>
          </a:lstStyle>
          <a:p>
            <a:endParaRPr lang="id-ID"/>
          </a:p>
        </p:txBody>
      </p:sp>
    </p:spTree>
    <p:extLst>
      <p:ext uri="{BB962C8B-B14F-4D97-AF65-F5344CB8AC3E}">
        <p14:creationId xmlns:p14="http://schemas.microsoft.com/office/powerpoint/2010/main" val="187601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B6E472F9-B0EE-D1E1-277D-9FE2E478045B}"/>
              </a:ext>
            </a:extLst>
          </p:cNvPr>
          <p:cNvSpPr>
            <a:spLocks noGrp="1"/>
          </p:cNvSpPr>
          <p:nvPr>
            <p:ph type="pic" sz="quarter" idx="10"/>
          </p:nvPr>
        </p:nvSpPr>
        <p:spPr>
          <a:xfrm>
            <a:off x="-1" y="0"/>
            <a:ext cx="8131711" cy="13716000"/>
          </a:xfrm>
          <a:prstGeom prst="rect">
            <a:avLst/>
          </a:prstGeom>
          <a:pattFill prst="pct5">
            <a:fgClr>
              <a:schemeClr val="tx1"/>
            </a:fgClr>
            <a:bgClr>
              <a:schemeClr val="bg1"/>
            </a:bgClr>
          </a:pattFill>
        </p:spPr>
        <p:txBody>
          <a:bodyPr/>
          <a:lstStyle>
            <a:lvl1pPr>
              <a:defRPr sz="3200"/>
            </a:lvl1pPr>
          </a:lstStyle>
          <a:p>
            <a:endParaRPr lang="id-ID"/>
          </a:p>
        </p:txBody>
      </p:sp>
      <p:sp>
        <p:nvSpPr>
          <p:cNvPr id="9" name="Picture Placeholder 3">
            <a:extLst>
              <a:ext uri="{FF2B5EF4-FFF2-40B4-BE49-F238E27FC236}">
                <a16:creationId xmlns:a16="http://schemas.microsoft.com/office/drawing/2014/main" id="{A3409F7E-2777-B681-D027-E0298C09F760}"/>
              </a:ext>
            </a:extLst>
          </p:cNvPr>
          <p:cNvSpPr>
            <a:spLocks noGrp="1"/>
          </p:cNvSpPr>
          <p:nvPr>
            <p:ph type="pic" sz="quarter" idx="11"/>
          </p:nvPr>
        </p:nvSpPr>
        <p:spPr>
          <a:xfrm>
            <a:off x="8156836" y="0"/>
            <a:ext cx="8131711" cy="13716000"/>
          </a:xfrm>
          <a:prstGeom prst="rect">
            <a:avLst/>
          </a:prstGeom>
          <a:pattFill prst="pct5">
            <a:fgClr>
              <a:schemeClr val="tx1"/>
            </a:fgClr>
            <a:bgClr>
              <a:schemeClr val="bg1"/>
            </a:bgClr>
          </a:pattFill>
        </p:spPr>
        <p:txBody>
          <a:bodyPr/>
          <a:lstStyle>
            <a:lvl1pPr>
              <a:defRPr sz="3200"/>
            </a:lvl1pPr>
          </a:lstStyle>
          <a:p>
            <a:endParaRPr lang="id-ID"/>
          </a:p>
        </p:txBody>
      </p:sp>
    </p:spTree>
    <p:extLst>
      <p:ext uri="{BB962C8B-B14F-4D97-AF65-F5344CB8AC3E}">
        <p14:creationId xmlns:p14="http://schemas.microsoft.com/office/powerpoint/2010/main" val="3086294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B6E472F9-B0EE-D1E1-277D-9FE2E478045B}"/>
              </a:ext>
            </a:extLst>
          </p:cNvPr>
          <p:cNvSpPr>
            <a:spLocks noGrp="1"/>
          </p:cNvSpPr>
          <p:nvPr>
            <p:ph type="pic" sz="quarter" idx="10"/>
          </p:nvPr>
        </p:nvSpPr>
        <p:spPr>
          <a:xfrm>
            <a:off x="-1" y="0"/>
            <a:ext cx="8131711" cy="13716000"/>
          </a:xfrm>
          <a:prstGeom prst="rect">
            <a:avLst/>
          </a:prstGeom>
          <a:pattFill prst="pct5">
            <a:fgClr>
              <a:schemeClr val="tx1"/>
            </a:fgClr>
            <a:bgClr>
              <a:schemeClr val="bg1"/>
            </a:bgClr>
          </a:pattFill>
        </p:spPr>
        <p:txBody>
          <a:bodyPr/>
          <a:lstStyle>
            <a:lvl1pPr>
              <a:defRPr sz="3200"/>
            </a:lvl1pPr>
          </a:lstStyle>
          <a:p>
            <a:endParaRPr lang="id-ID"/>
          </a:p>
        </p:txBody>
      </p:sp>
    </p:spTree>
    <p:extLst>
      <p:ext uri="{BB962C8B-B14F-4D97-AF65-F5344CB8AC3E}">
        <p14:creationId xmlns:p14="http://schemas.microsoft.com/office/powerpoint/2010/main" val="1312756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518C360-6B4D-539B-C58D-59B54E4A947F}"/>
              </a:ext>
            </a:extLst>
          </p:cNvPr>
          <p:cNvSpPr>
            <a:spLocks noGrp="1"/>
          </p:cNvSpPr>
          <p:nvPr>
            <p:ph type="pic" sz="quarter" idx="10"/>
          </p:nvPr>
        </p:nvSpPr>
        <p:spPr>
          <a:xfrm>
            <a:off x="0" y="0"/>
            <a:ext cx="24382412" cy="9594304"/>
          </a:xfrm>
          <a:custGeom>
            <a:avLst/>
            <a:gdLst>
              <a:gd name="connsiteX0" fmla="*/ 0 w 24382412"/>
              <a:gd name="connsiteY0" fmla="*/ 0 h 9810328"/>
              <a:gd name="connsiteX1" fmla="*/ 24382412 w 24382412"/>
              <a:gd name="connsiteY1" fmla="*/ 0 h 9810328"/>
              <a:gd name="connsiteX2" fmla="*/ 24382412 w 24382412"/>
              <a:gd name="connsiteY2" fmla="*/ 9133267 h 9810328"/>
              <a:gd name="connsiteX3" fmla="*/ 23705352 w 24382412"/>
              <a:gd name="connsiteY3" fmla="*/ 9810328 h 9810328"/>
              <a:gd name="connsiteX4" fmla="*/ 677061 w 24382412"/>
              <a:gd name="connsiteY4" fmla="*/ 9810328 h 9810328"/>
              <a:gd name="connsiteX5" fmla="*/ 0 w 24382412"/>
              <a:gd name="connsiteY5" fmla="*/ 9133267 h 98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82412" h="9810328">
                <a:moveTo>
                  <a:pt x="0" y="0"/>
                </a:moveTo>
                <a:lnTo>
                  <a:pt x="24382412" y="0"/>
                </a:lnTo>
                <a:lnTo>
                  <a:pt x="24382412" y="9133267"/>
                </a:lnTo>
                <a:cubicBezTo>
                  <a:pt x="24382412" y="9507197"/>
                  <a:pt x="24079282" y="9810328"/>
                  <a:pt x="23705352" y="9810328"/>
                </a:cubicBezTo>
                <a:lnTo>
                  <a:pt x="677061" y="9810328"/>
                </a:lnTo>
                <a:cubicBezTo>
                  <a:pt x="303131" y="9810328"/>
                  <a:pt x="0" y="9507197"/>
                  <a:pt x="0" y="9133267"/>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4247550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0D9AD6A-F43A-CEEE-7F73-01280B03F569}"/>
              </a:ext>
            </a:extLst>
          </p:cNvPr>
          <p:cNvSpPr>
            <a:spLocks noGrp="1"/>
          </p:cNvSpPr>
          <p:nvPr>
            <p:ph type="pic" sz="quarter" idx="10"/>
          </p:nvPr>
        </p:nvSpPr>
        <p:spPr>
          <a:xfrm>
            <a:off x="16583692" y="1096962"/>
            <a:ext cx="6768431" cy="11522075"/>
          </a:xfrm>
          <a:custGeom>
            <a:avLst/>
            <a:gdLst>
              <a:gd name="connsiteX0" fmla="*/ 735426 w 7632846"/>
              <a:gd name="connsiteY0" fmla="*/ 0 h 13033447"/>
              <a:gd name="connsiteX1" fmla="*/ 6897422 w 7632846"/>
              <a:gd name="connsiteY1" fmla="*/ 0 h 13033447"/>
              <a:gd name="connsiteX2" fmla="*/ 7632846 w 7632846"/>
              <a:gd name="connsiteY2" fmla="*/ 735425 h 13033447"/>
              <a:gd name="connsiteX3" fmla="*/ 7632846 w 7632846"/>
              <a:gd name="connsiteY3" fmla="*/ 12298022 h 13033447"/>
              <a:gd name="connsiteX4" fmla="*/ 6897422 w 7632846"/>
              <a:gd name="connsiteY4" fmla="*/ 13033447 h 13033447"/>
              <a:gd name="connsiteX5" fmla="*/ 735426 w 7632846"/>
              <a:gd name="connsiteY5" fmla="*/ 13033447 h 13033447"/>
              <a:gd name="connsiteX6" fmla="*/ 0 w 7632846"/>
              <a:gd name="connsiteY6" fmla="*/ 12298022 h 13033447"/>
              <a:gd name="connsiteX7" fmla="*/ 0 w 7632846"/>
              <a:gd name="connsiteY7" fmla="*/ 735425 h 13033447"/>
              <a:gd name="connsiteX8" fmla="*/ 735426 w 7632846"/>
              <a:gd name="connsiteY8" fmla="*/ 0 h 13033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2846" h="13033447">
                <a:moveTo>
                  <a:pt x="735426" y="0"/>
                </a:moveTo>
                <a:lnTo>
                  <a:pt x="6897422" y="0"/>
                </a:lnTo>
                <a:cubicBezTo>
                  <a:pt x="7303586" y="0"/>
                  <a:pt x="7632846" y="329261"/>
                  <a:pt x="7632846" y="735425"/>
                </a:cubicBezTo>
                <a:lnTo>
                  <a:pt x="7632846" y="12298022"/>
                </a:lnTo>
                <a:cubicBezTo>
                  <a:pt x="7632846" y="12704186"/>
                  <a:pt x="7303586" y="13033447"/>
                  <a:pt x="6897422" y="13033447"/>
                </a:cubicBezTo>
                <a:lnTo>
                  <a:pt x="735426" y="13033447"/>
                </a:lnTo>
                <a:cubicBezTo>
                  <a:pt x="329261" y="13033447"/>
                  <a:pt x="0" y="12704186"/>
                  <a:pt x="0" y="12298022"/>
                </a:cubicBezTo>
                <a:lnTo>
                  <a:pt x="0" y="735425"/>
                </a:lnTo>
                <a:cubicBezTo>
                  <a:pt x="0" y="329261"/>
                  <a:pt x="329261" y="0"/>
                  <a:pt x="735426"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3251200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F20594-36CC-AFD0-AC7D-4D77815B047D}"/>
              </a:ext>
            </a:extLst>
          </p:cNvPr>
          <p:cNvSpPr>
            <a:spLocks noGrp="1"/>
          </p:cNvSpPr>
          <p:nvPr>
            <p:ph type="pic" sz="quarter" idx="10"/>
          </p:nvPr>
        </p:nvSpPr>
        <p:spPr>
          <a:xfrm>
            <a:off x="1030288" y="1096964"/>
            <a:ext cx="22321836" cy="5545013"/>
          </a:xfrm>
          <a:custGeom>
            <a:avLst/>
            <a:gdLst>
              <a:gd name="connsiteX0" fmla="*/ 924188 w 22321836"/>
              <a:gd name="connsiteY0" fmla="*/ 0 h 5545013"/>
              <a:gd name="connsiteX1" fmla="*/ 21397650 w 22321836"/>
              <a:gd name="connsiteY1" fmla="*/ 0 h 5545013"/>
              <a:gd name="connsiteX2" fmla="*/ 22321836 w 22321836"/>
              <a:gd name="connsiteY2" fmla="*/ 924187 h 5545013"/>
              <a:gd name="connsiteX3" fmla="*/ 22321836 w 22321836"/>
              <a:gd name="connsiteY3" fmla="*/ 4620826 h 5545013"/>
              <a:gd name="connsiteX4" fmla="*/ 21397650 w 22321836"/>
              <a:gd name="connsiteY4" fmla="*/ 5545013 h 5545013"/>
              <a:gd name="connsiteX5" fmla="*/ 924188 w 22321836"/>
              <a:gd name="connsiteY5" fmla="*/ 5545013 h 5545013"/>
              <a:gd name="connsiteX6" fmla="*/ 0 w 22321836"/>
              <a:gd name="connsiteY6" fmla="*/ 4620826 h 5545013"/>
              <a:gd name="connsiteX7" fmla="*/ 0 w 22321836"/>
              <a:gd name="connsiteY7" fmla="*/ 924187 h 5545013"/>
              <a:gd name="connsiteX8" fmla="*/ 924188 w 22321836"/>
              <a:gd name="connsiteY8" fmla="*/ 0 h 5545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1836" h="5545013">
                <a:moveTo>
                  <a:pt x="924188" y="0"/>
                </a:moveTo>
                <a:lnTo>
                  <a:pt x="21397650" y="0"/>
                </a:lnTo>
                <a:cubicBezTo>
                  <a:pt x="21908064" y="0"/>
                  <a:pt x="22321836" y="413773"/>
                  <a:pt x="22321836" y="924187"/>
                </a:cubicBezTo>
                <a:lnTo>
                  <a:pt x="22321836" y="4620826"/>
                </a:lnTo>
                <a:cubicBezTo>
                  <a:pt x="22321836" y="5131240"/>
                  <a:pt x="21908064" y="5545013"/>
                  <a:pt x="21397650" y="5545013"/>
                </a:cubicBezTo>
                <a:lnTo>
                  <a:pt x="924188" y="5545013"/>
                </a:lnTo>
                <a:cubicBezTo>
                  <a:pt x="413773" y="5545013"/>
                  <a:pt x="0" y="5131240"/>
                  <a:pt x="0" y="4620826"/>
                </a:cubicBezTo>
                <a:lnTo>
                  <a:pt x="0" y="924187"/>
                </a:lnTo>
                <a:cubicBezTo>
                  <a:pt x="0" y="413773"/>
                  <a:pt x="413773" y="0"/>
                  <a:pt x="92418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5" name="Rectangle: Rounded Corners 4">
            <a:extLst>
              <a:ext uri="{FF2B5EF4-FFF2-40B4-BE49-F238E27FC236}">
                <a16:creationId xmlns:a16="http://schemas.microsoft.com/office/drawing/2014/main" id="{3AA4A109-6AC4-E464-82B8-313F9E903E97}"/>
              </a:ext>
            </a:extLst>
          </p:cNvPr>
          <p:cNvSpPr/>
          <p:nvPr/>
        </p:nvSpPr>
        <p:spPr>
          <a:xfrm>
            <a:off x="1030289" y="7074024"/>
            <a:ext cx="10981058" cy="5545013"/>
          </a:xfrm>
          <a:prstGeom prst="roundRect">
            <a:avLst/>
          </a:prstGeom>
          <a:gradFill flip="none" rotWithShape="1">
            <a:gsLst>
              <a:gs pos="88000">
                <a:srgbClr val="120B3E"/>
              </a:gs>
              <a:gs pos="17000">
                <a:srgbClr val="8236FB"/>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B3AC487D-8779-8728-3239-4CEA4ED568B5}"/>
              </a:ext>
            </a:extLst>
          </p:cNvPr>
          <p:cNvGrpSpPr/>
          <p:nvPr userDrawn="1"/>
        </p:nvGrpSpPr>
        <p:grpSpPr>
          <a:xfrm>
            <a:off x="12371066" y="7074024"/>
            <a:ext cx="10981058" cy="5545013"/>
            <a:chOff x="12244650" y="7074024"/>
            <a:chExt cx="11107474" cy="5545013"/>
          </a:xfrm>
        </p:grpSpPr>
        <p:sp>
          <p:nvSpPr>
            <p:cNvPr id="6" name="Rectangle: Rounded Corners 5">
              <a:extLst>
                <a:ext uri="{FF2B5EF4-FFF2-40B4-BE49-F238E27FC236}">
                  <a16:creationId xmlns:a16="http://schemas.microsoft.com/office/drawing/2014/main" id="{3F96C184-2C6C-42A6-6292-8CC052874E63}"/>
                </a:ext>
              </a:extLst>
            </p:cNvPr>
            <p:cNvSpPr/>
            <p:nvPr/>
          </p:nvSpPr>
          <p:spPr>
            <a:xfrm>
              <a:off x="12244650" y="7074024"/>
              <a:ext cx="5437085" cy="5545013"/>
            </a:xfrm>
            <a:prstGeom prst="roundRect">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Rounded Corners 8">
              <a:extLst>
                <a:ext uri="{FF2B5EF4-FFF2-40B4-BE49-F238E27FC236}">
                  <a16:creationId xmlns:a16="http://schemas.microsoft.com/office/drawing/2014/main" id="{B757C8CD-0681-9672-E0E1-B67BC1F2701D}"/>
                </a:ext>
              </a:extLst>
            </p:cNvPr>
            <p:cNvSpPr/>
            <p:nvPr userDrawn="1"/>
          </p:nvSpPr>
          <p:spPr>
            <a:xfrm>
              <a:off x="17915039" y="7074024"/>
              <a:ext cx="5437085" cy="5545013"/>
            </a:xfrm>
            <a:prstGeom prst="roundRect">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Tree>
    <p:extLst>
      <p:ext uri="{BB962C8B-B14F-4D97-AF65-F5344CB8AC3E}">
        <p14:creationId xmlns:p14="http://schemas.microsoft.com/office/powerpoint/2010/main" val="15369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B20FB71-A726-BCCB-5C42-7F0876A880ED}"/>
              </a:ext>
            </a:extLst>
          </p:cNvPr>
          <p:cNvSpPr>
            <a:spLocks noGrp="1"/>
          </p:cNvSpPr>
          <p:nvPr>
            <p:ph type="pic" sz="quarter" idx="10"/>
          </p:nvPr>
        </p:nvSpPr>
        <p:spPr>
          <a:xfrm>
            <a:off x="6649654" y="1102597"/>
            <a:ext cx="5463745" cy="5690685"/>
          </a:xfrm>
          <a:custGeom>
            <a:avLst/>
            <a:gdLst>
              <a:gd name="connsiteX0" fmla="*/ 910642 w 5463745"/>
              <a:gd name="connsiteY0" fmla="*/ 0 h 5690685"/>
              <a:gd name="connsiteX1" fmla="*/ 4553102 w 5463745"/>
              <a:gd name="connsiteY1" fmla="*/ 0 h 5690685"/>
              <a:gd name="connsiteX2" fmla="*/ 5463745 w 5463745"/>
              <a:gd name="connsiteY2" fmla="*/ 910642 h 5690685"/>
              <a:gd name="connsiteX3" fmla="*/ 5463745 w 5463745"/>
              <a:gd name="connsiteY3" fmla="*/ 4780043 h 5690685"/>
              <a:gd name="connsiteX4" fmla="*/ 4553102 w 5463745"/>
              <a:gd name="connsiteY4" fmla="*/ 5690685 h 5690685"/>
              <a:gd name="connsiteX5" fmla="*/ 910642 w 5463745"/>
              <a:gd name="connsiteY5" fmla="*/ 5690685 h 5690685"/>
              <a:gd name="connsiteX6" fmla="*/ 0 w 5463745"/>
              <a:gd name="connsiteY6" fmla="*/ 4780043 h 5690685"/>
              <a:gd name="connsiteX7" fmla="*/ 0 w 5463745"/>
              <a:gd name="connsiteY7" fmla="*/ 910642 h 5690685"/>
              <a:gd name="connsiteX8" fmla="*/ 910642 w 5463745"/>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5" h="5690685">
                <a:moveTo>
                  <a:pt x="910642" y="0"/>
                </a:moveTo>
                <a:lnTo>
                  <a:pt x="4553102" y="0"/>
                </a:lnTo>
                <a:cubicBezTo>
                  <a:pt x="5056036" y="0"/>
                  <a:pt x="5463745" y="407708"/>
                  <a:pt x="5463745" y="910642"/>
                </a:cubicBezTo>
                <a:lnTo>
                  <a:pt x="5463745" y="4780043"/>
                </a:lnTo>
                <a:cubicBezTo>
                  <a:pt x="5463745" y="5282977"/>
                  <a:pt x="5056036" y="5690685"/>
                  <a:pt x="4553102" y="5690685"/>
                </a:cubicBezTo>
                <a:lnTo>
                  <a:pt x="910642" y="5690685"/>
                </a:lnTo>
                <a:cubicBezTo>
                  <a:pt x="407708" y="5690685"/>
                  <a:pt x="0" y="5282977"/>
                  <a:pt x="0" y="4780043"/>
                </a:cubicBezTo>
                <a:lnTo>
                  <a:pt x="0" y="910642"/>
                </a:lnTo>
                <a:cubicBezTo>
                  <a:pt x="0" y="407708"/>
                  <a:pt x="407708" y="0"/>
                  <a:pt x="910642" y="0"/>
                </a:cubicBezTo>
                <a:close/>
              </a:path>
            </a:pathLst>
          </a:custGeom>
          <a:solidFill>
            <a:schemeClr val="accent6">
              <a:lumMod val="75000"/>
            </a:schemeClr>
          </a:solidFill>
        </p:spPr>
        <p:txBody>
          <a:bodyPr wrap="square">
            <a:noAutofit/>
          </a:bodyPr>
          <a:lstStyle>
            <a:lvl1pPr>
              <a:defRPr sz="3200"/>
            </a:lvl1pPr>
          </a:lstStyle>
          <a:p>
            <a:endParaRPr lang="id-ID"/>
          </a:p>
        </p:txBody>
      </p:sp>
      <p:sp>
        <p:nvSpPr>
          <p:cNvPr id="17" name="Picture Placeholder 16">
            <a:extLst>
              <a:ext uri="{FF2B5EF4-FFF2-40B4-BE49-F238E27FC236}">
                <a16:creationId xmlns:a16="http://schemas.microsoft.com/office/drawing/2014/main" id="{97240952-7CD1-42B3-3242-DBD4014C5330}"/>
              </a:ext>
            </a:extLst>
          </p:cNvPr>
          <p:cNvSpPr>
            <a:spLocks noGrp="1"/>
          </p:cNvSpPr>
          <p:nvPr>
            <p:ph type="pic" sz="quarter" idx="11"/>
          </p:nvPr>
        </p:nvSpPr>
        <p:spPr>
          <a:xfrm>
            <a:off x="12269016" y="1102597"/>
            <a:ext cx="5463744" cy="5690685"/>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solidFill>
            <a:schemeClr val="accent6">
              <a:lumMod val="75000"/>
            </a:schemeClr>
          </a:solidFill>
        </p:spPr>
        <p:txBody>
          <a:bodyPr wrap="square">
            <a:noAutofit/>
          </a:bodyPr>
          <a:lstStyle>
            <a:lvl1pPr>
              <a:defRPr sz="3200"/>
            </a:lvl1pPr>
          </a:lstStyle>
          <a:p>
            <a:endParaRPr lang="id-ID"/>
          </a:p>
        </p:txBody>
      </p:sp>
      <p:sp>
        <p:nvSpPr>
          <p:cNvPr id="4" name="Rectangle: Rounded Corners 3">
            <a:extLst>
              <a:ext uri="{FF2B5EF4-FFF2-40B4-BE49-F238E27FC236}">
                <a16:creationId xmlns:a16="http://schemas.microsoft.com/office/drawing/2014/main" id="{DF0E095B-406A-97E0-1DC6-9213FB7F5DFE}"/>
              </a:ext>
            </a:extLst>
          </p:cNvPr>
          <p:cNvSpPr/>
          <p:nvPr userDrawn="1"/>
        </p:nvSpPr>
        <p:spPr>
          <a:xfrm>
            <a:off x="1030288" y="1102596"/>
            <a:ext cx="5463745" cy="5690685"/>
          </a:xfrm>
          <a:prstGeom prst="roundRect">
            <a:avLst/>
          </a:prstGeom>
          <a:gradFill>
            <a:gsLst>
              <a:gs pos="88000">
                <a:srgbClr val="120B3E"/>
              </a:gs>
              <a:gs pos="17000">
                <a:srgbClr val="8236FB"/>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Picture Placeholder 18">
            <a:extLst>
              <a:ext uri="{FF2B5EF4-FFF2-40B4-BE49-F238E27FC236}">
                <a16:creationId xmlns:a16="http://schemas.microsoft.com/office/drawing/2014/main" id="{093BBA3E-AA09-F598-F022-3ADFDBE1E238}"/>
              </a:ext>
            </a:extLst>
          </p:cNvPr>
          <p:cNvSpPr>
            <a:spLocks noGrp="1"/>
          </p:cNvSpPr>
          <p:nvPr>
            <p:ph type="pic" sz="quarter" idx="12"/>
          </p:nvPr>
        </p:nvSpPr>
        <p:spPr>
          <a:xfrm>
            <a:off x="17888380" y="1102597"/>
            <a:ext cx="5463744" cy="5690685"/>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solidFill>
            <a:schemeClr val="accent6">
              <a:lumMod val="75000"/>
            </a:schemeClr>
          </a:solidFill>
        </p:spPr>
        <p:txBody>
          <a:bodyPr wrap="square">
            <a:noAutofit/>
          </a:bodyPr>
          <a:lstStyle>
            <a:lvl1pPr>
              <a:defRPr sz="3200"/>
            </a:lvl1pPr>
          </a:lstStyle>
          <a:p>
            <a:endParaRPr lang="id-ID"/>
          </a:p>
        </p:txBody>
      </p:sp>
      <p:sp>
        <p:nvSpPr>
          <p:cNvPr id="21" name="Picture Placeholder 20">
            <a:extLst>
              <a:ext uri="{FF2B5EF4-FFF2-40B4-BE49-F238E27FC236}">
                <a16:creationId xmlns:a16="http://schemas.microsoft.com/office/drawing/2014/main" id="{1B6DC4C3-9BA9-03F0-4FFC-EB1E1D0C7584}"/>
              </a:ext>
            </a:extLst>
          </p:cNvPr>
          <p:cNvSpPr>
            <a:spLocks noGrp="1"/>
          </p:cNvSpPr>
          <p:nvPr>
            <p:ph type="pic" sz="quarter" idx="13"/>
          </p:nvPr>
        </p:nvSpPr>
        <p:spPr>
          <a:xfrm>
            <a:off x="1030288" y="6928354"/>
            <a:ext cx="5463746" cy="5690685"/>
          </a:xfrm>
          <a:custGeom>
            <a:avLst/>
            <a:gdLst>
              <a:gd name="connsiteX0" fmla="*/ 910642 w 5463746"/>
              <a:gd name="connsiteY0" fmla="*/ 0 h 5690685"/>
              <a:gd name="connsiteX1" fmla="*/ 4553104 w 5463746"/>
              <a:gd name="connsiteY1" fmla="*/ 0 h 5690685"/>
              <a:gd name="connsiteX2" fmla="*/ 5463746 w 5463746"/>
              <a:gd name="connsiteY2" fmla="*/ 910642 h 5690685"/>
              <a:gd name="connsiteX3" fmla="*/ 5463746 w 5463746"/>
              <a:gd name="connsiteY3" fmla="*/ 4780043 h 5690685"/>
              <a:gd name="connsiteX4" fmla="*/ 4553104 w 5463746"/>
              <a:gd name="connsiteY4" fmla="*/ 5690685 h 5690685"/>
              <a:gd name="connsiteX5" fmla="*/ 910642 w 5463746"/>
              <a:gd name="connsiteY5" fmla="*/ 5690685 h 5690685"/>
              <a:gd name="connsiteX6" fmla="*/ 0 w 5463746"/>
              <a:gd name="connsiteY6" fmla="*/ 4780043 h 5690685"/>
              <a:gd name="connsiteX7" fmla="*/ 0 w 5463746"/>
              <a:gd name="connsiteY7" fmla="*/ 910642 h 5690685"/>
              <a:gd name="connsiteX8" fmla="*/ 910642 w 5463746"/>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6" h="5690685">
                <a:moveTo>
                  <a:pt x="910642" y="0"/>
                </a:moveTo>
                <a:lnTo>
                  <a:pt x="4553104" y="0"/>
                </a:lnTo>
                <a:cubicBezTo>
                  <a:pt x="5056038" y="0"/>
                  <a:pt x="5463746" y="407708"/>
                  <a:pt x="5463746" y="910642"/>
                </a:cubicBezTo>
                <a:lnTo>
                  <a:pt x="5463746" y="4780043"/>
                </a:lnTo>
                <a:cubicBezTo>
                  <a:pt x="5463746" y="5282977"/>
                  <a:pt x="5056038"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solidFill>
            <a:schemeClr val="accent6">
              <a:lumMod val="75000"/>
            </a:schemeClr>
          </a:solidFill>
        </p:spPr>
        <p:txBody>
          <a:bodyPr wrap="square">
            <a:noAutofit/>
          </a:bodyPr>
          <a:lstStyle>
            <a:lvl1pPr>
              <a:defRPr sz="3200"/>
            </a:lvl1pPr>
          </a:lstStyle>
          <a:p>
            <a:endParaRPr lang="id-ID"/>
          </a:p>
        </p:txBody>
      </p:sp>
      <p:sp>
        <p:nvSpPr>
          <p:cNvPr id="23" name="Picture Placeholder 22">
            <a:extLst>
              <a:ext uri="{FF2B5EF4-FFF2-40B4-BE49-F238E27FC236}">
                <a16:creationId xmlns:a16="http://schemas.microsoft.com/office/drawing/2014/main" id="{027161D3-707F-2244-5744-F35F452146E7}"/>
              </a:ext>
            </a:extLst>
          </p:cNvPr>
          <p:cNvSpPr>
            <a:spLocks noGrp="1"/>
          </p:cNvSpPr>
          <p:nvPr>
            <p:ph type="pic" sz="quarter" idx="14"/>
          </p:nvPr>
        </p:nvSpPr>
        <p:spPr>
          <a:xfrm>
            <a:off x="6649654" y="6928354"/>
            <a:ext cx="5463745" cy="5690685"/>
          </a:xfrm>
          <a:custGeom>
            <a:avLst/>
            <a:gdLst>
              <a:gd name="connsiteX0" fmla="*/ 910642 w 5463745"/>
              <a:gd name="connsiteY0" fmla="*/ 0 h 5690685"/>
              <a:gd name="connsiteX1" fmla="*/ 4553102 w 5463745"/>
              <a:gd name="connsiteY1" fmla="*/ 0 h 5690685"/>
              <a:gd name="connsiteX2" fmla="*/ 5463745 w 5463745"/>
              <a:gd name="connsiteY2" fmla="*/ 910642 h 5690685"/>
              <a:gd name="connsiteX3" fmla="*/ 5463745 w 5463745"/>
              <a:gd name="connsiteY3" fmla="*/ 4780043 h 5690685"/>
              <a:gd name="connsiteX4" fmla="*/ 4553102 w 5463745"/>
              <a:gd name="connsiteY4" fmla="*/ 5690685 h 5690685"/>
              <a:gd name="connsiteX5" fmla="*/ 910642 w 5463745"/>
              <a:gd name="connsiteY5" fmla="*/ 5690685 h 5690685"/>
              <a:gd name="connsiteX6" fmla="*/ 0 w 5463745"/>
              <a:gd name="connsiteY6" fmla="*/ 4780043 h 5690685"/>
              <a:gd name="connsiteX7" fmla="*/ 0 w 5463745"/>
              <a:gd name="connsiteY7" fmla="*/ 910642 h 5690685"/>
              <a:gd name="connsiteX8" fmla="*/ 910642 w 5463745"/>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5" h="5690685">
                <a:moveTo>
                  <a:pt x="910642" y="0"/>
                </a:moveTo>
                <a:lnTo>
                  <a:pt x="4553102" y="0"/>
                </a:lnTo>
                <a:cubicBezTo>
                  <a:pt x="5056036" y="0"/>
                  <a:pt x="5463745" y="407708"/>
                  <a:pt x="5463745" y="910642"/>
                </a:cubicBezTo>
                <a:lnTo>
                  <a:pt x="5463745" y="4780043"/>
                </a:lnTo>
                <a:cubicBezTo>
                  <a:pt x="5463745" y="5282977"/>
                  <a:pt x="5056036" y="5690685"/>
                  <a:pt x="4553102" y="5690685"/>
                </a:cubicBezTo>
                <a:lnTo>
                  <a:pt x="910642" y="5690685"/>
                </a:lnTo>
                <a:cubicBezTo>
                  <a:pt x="407708" y="5690685"/>
                  <a:pt x="0" y="5282977"/>
                  <a:pt x="0" y="4780043"/>
                </a:cubicBezTo>
                <a:lnTo>
                  <a:pt x="0" y="910642"/>
                </a:lnTo>
                <a:cubicBezTo>
                  <a:pt x="0" y="407708"/>
                  <a:pt x="407708" y="0"/>
                  <a:pt x="910642" y="0"/>
                </a:cubicBezTo>
                <a:close/>
              </a:path>
            </a:pathLst>
          </a:custGeom>
          <a:solidFill>
            <a:schemeClr val="accent6">
              <a:lumMod val="75000"/>
            </a:schemeClr>
          </a:solidFill>
        </p:spPr>
        <p:txBody>
          <a:bodyPr wrap="square">
            <a:noAutofit/>
          </a:bodyPr>
          <a:lstStyle>
            <a:lvl1pPr>
              <a:defRPr sz="3200"/>
            </a:lvl1pPr>
          </a:lstStyle>
          <a:p>
            <a:endParaRPr lang="id-ID"/>
          </a:p>
        </p:txBody>
      </p:sp>
      <p:sp>
        <p:nvSpPr>
          <p:cNvPr id="25" name="Picture Placeholder 24">
            <a:extLst>
              <a:ext uri="{FF2B5EF4-FFF2-40B4-BE49-F238E27FC236}">
                <a16:creationId xmlns:a16="http://schemas.microsoft.com/office/drawing/2014/main" id="{2F345DB0-0F88-A29A-CB4F-E4A5D2CA7979}"/>
              </a:ext>
            </a:extLst>
          </p:cNvPr>
          <p:cNvSpPr>
            <a:spLocks noGrp="1"/>
          </p:cNvSpPr>
          <p:nvPr>
            <p:ph type="pic" sz="quarter" idx="15"/>
          </p:nvPr>
        </p:nvSpPr>
        <p:spPr>
          <a:xfrm>
            <a:off x="12269016" y="6928354"/>
            <a:ext cx="5463744" cy="5690685"/>
          </a:xfrm>
          <a:custGeom>
            <a:avLst/>
            <a:gdLst>
              <a:gd name="connsiteX0" fmla="*/ 910642 w 5463744"/>
              <a:gd name="connsiteY0" fmla="*/ 0 h 5690685"/>
              <a:gd name="connsiteX1" fmla="*/ 4553104 w 5463744"/>
              <a:gd name="connsiteY1" fmla="*/ 0 h 5690685"/>
              <a:gd name="connsiteX2" fmla="*/ 5463744 w 5463744"/>
              <a:gd name="connsiteY2" fmla="*/ 910642 h 5690685"/>
              <a:gd name="connsiteX3" fmla="*/ 5463744 w 5463744"/>
              <a:gd name="connsiteY3" fmla="*/ 4780043 h 5690685"/>
              <a:gd name="connsiteX4" fmla="*/ 4553104 w 5463744"/>
              <a:gd name="connsiteY4" fmla="*/ 5690685 h 5690685"/>
              <a:gd name="connsiteX5" fmla="*/ 910642 w 5463744"/>
              <a:gd name="connsiteY5" fmla="*/ 5690685 h 5690685"/>
              <a:gd name="connsiteX6" fmla="*/ 0 w 5463744"/>
              <a:gd name="connsiteY6" fmla="*/ 4780043 h 5690685"/>
              <a:gd name="connsiteX7" fmla="*/ 0 w 5463744"/>
              <a:gd name="connsiteY7" fmla="*/ 910642 h 5690685"/>
              <a:gd name="connsiteX8" fmla="*/ 910642 w 5463744"/>
              <a:gd name="connsiteY8" fmla="*/ 0 h 56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3744" h="5690685">
                <a:moveTo>
                  <a:pt x="910642" y="0"/>
                </a:moveTo>
                <a:lnTo>
                  <a:pt x="4553104" y="0"/>
                </a:lnTo>
                <a:cubicBezTo>
                  <a:pt x="5056036" y="0"/>
                  <a:pt x="5463744" y="407708"/>
                  <a:pt x="5463744" y="910642"/>
                </a:cubicBezTo>
                <a:lnTo>
                  <a:pt x="5463744" y="4780043"/>
                </a:lnTo>
                <a:cubicBezTo>
                  <a:pt x="5463744" y="5282977"/>
                  <a:pt x="5056036" y="5690685"/>
                  <a:pt x="4553104" y="5690685"/>
                </a:cubicBezTo>
                <a:lnTo>
                  <a:pt x="910642" y="5690685"/>
                </a:lnTo>
                <a:cubicBezTo>
                  <a:pt x="407708" y="5690685"/>
                  <a:pt x="0" y="5282977"/>
                  <a:pt x="0" y="4780043"/>
                </a:cubicBezTo>
                <a:lnTo>
                  <a:pt x="0" y="910642"/>
                </a:lnTo>
                <a:cubicBezTo>
                  <a:pt x="0" y="407708"/>
                  <a:pt x="407708" y="0"/>
                  <a:pt x="910642" y="0"/>
                </a:cubicBezTo>
                <a:close/>
              </a:path>
            </a:pathLst>
          </a:custGeom>
          <a:solidFill>
            <a:schemeClr val="accent6">
              <a:lumMod val="75000"/>
            </a:schemeClr>
          </a:solidFill>
        </p:spPr>
        <p:txBody>
          <a:bodyPr wrap="square">
            <a:noAutofit/>
          </a:bodyPr>
          <a:lstStyle>
            <a:lvl1pPr>
              <a:defRPr sz="3200"/>
            </a:lvl1pPr>
          </a:lstStyle>
          <a:p>
            <a:endParaRPr lang="id-ID"/>
          </a:p>
        </p:txBody>
      </p:sp>
      <p:sp>
        <p:nvSpPr>
          <p:cNvPr id="11" name="Rectangle: Rounded Corners 10">
            <a:extLst>
              <a:ext uri="{FF2B5EF4-FFF2-40B4-BE49-F238E27FC236}">
                <a16:creationId xmlns:a16="http://schemas.microsoft.com/office/drawing/2014/main" id="{1360564F-E43D-1513-CBE3-00B3B7734689}"/>
              </a:ext>
            </a:extLst>
          </p:cNvPr>
          <p:cNvSpPr/>
          <p:nvPr/>
        </p:nvSpPr>
        <p:spPr>
          <a:xfrm>
            <a:off x="17888380" y="6928353"/>
            <a:ext cx="5463745" cy="5690685"/>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985711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4C974E3-D4E4-1068-E56E-4990CD8DD189}"/>
              </a:ext>
            </a:extLst>
          </p:cNvPr>
          <p:cNvSpPr>
            <a:spLocks noGrp="1"/>
          </p:cNvSpPr>
          <p:nvPr>
            <p:ph type="pic" sz="quarter" idx="10"/>
          </p:nvPr>
        </p:nvSpPr>
        <p:spPr>
          <a:xfrm>
            <a:off x="1030288" y="4985792"/>
            <a:ext cx="4971299" cy="5775612"/>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11" name="Picture Placeholder 10">
            <a:extLst>
              <a:ext uri="{FF2B5EF4-FFF2-40B4-BE49-F238E27FC236}">
                <a16:creationId xmlns:a16="http://schemas.microsoft.com/office/drawing/2014/main" id="{7EFD2A2E-0BB8-DB10-FAE9-BCF28D7E2FCE}"/>
              </a:ext>
            </a:extLst>
          </p:cNvPr>
          <p:cNvSpPr>
            <a:spLocks noGrp="1"/>
          </p:cNvSpPr>
          <p:nvPr>
            <p:ph type="pic" sz="quarter" idx="11"/>
          </p:nvPr>
        </p:nvSpPr>
        <p:spPr>
          <a:xfrm>
            <a:off x="6813800" y="4985792"/>
            <a:ext cx="4971300" cy="5775612"/>
          </a:xfrm>
          <a:custGeom>
            <a:avLst/>
            <a:gdLst>
              <a:gd name="connsiteX0" fmla="*/ 0 w 4971300"/>
              <a:gd name="connsiteY0" fmla="*/ 0 h 5775612"/>
              <a:gd name="connsiteX1" fmla="*/ 4971300 w 4971300"/>
              <a:gd name="connsiteY1" fmla="*/ 0 h 5775612"/>
              <a:gd name="connsiteX2" fmla="*/ 4971300 w 4971300"/>
              <a:gd name="connsiteY2" fmla="*/ 5775612 h 5775612"/>
              <a:gd name="connsiteX3" fmla="*/ 0 w 4971300"/>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300" h="5775612">
                <a:moveTo>
                  <a:pt x="0" y="0"/>
                </a:moveTo>
                <a:lnTo>
                  <a:pt x="4971300" y="0"/>
                </a:lnTo>
                <a:lnTo>
                  <a:pt x="4971300" y="5775612"/>
                </a:lnTo>
                <a:lnTo>
                  <a:pt x="0" y="5775612"/>
                </a:lnTo>
                <a:close/>
              </a:path>
            </a:pathLst>
          </a:custGeom>
          <a:solidFill>
            <a:schemeClr val="bg1">
              <a:lumMod val="25000"/>
              <a:lumOff val="75000"/>
            </a:schemeClr>
          </a:solidFill>
        </p:spPr>
        <p:txBody>
          <a:bodyPr wrap="square">
            <a:noAutofit/>
          </a:bodyPr>
          <a:lstStyle>
            <a:lvl1pPr>
              <a:defRPr sz="3200"/>
            </a:lvl1pPr>
          </a:lstStyle>
          <a:p>
            <a:endParaRPr lang="id-ID"/>
          </a:p>
        </p:txBody>
      </p:sp>
      <p:sp>
        <p:nvSpPr>
          <p:cNvPr id="15" name="Picture Placeholder 14">
            <a:extLst>
              <a:ext uri="{FF2B5EF4-FFF2-40B4-BE49-F238E27FC236}">
                <a16:creationId xmlns:a16="http://schemas.microsoft.com/office/drawing/2014/main" id="{B4EF5036-01BB-CE40-BF46-1B56E34D9562}"/>
              </a:ext>
            </a:extLst>
          </p:cNvPr>
          <p:cNvSpPr>
            <a:spLocks noGrp="1"/>
          </p:cNvSpPr>
          <p:nvPr>
            <p:ph type="pic" sz="quarter" idx="13"/>
          </p:nvPr>
        </p:nvSpPr>
        <p:spPr>
          <a:xfrm>
            <a:off x="18380824" y="4985792"/>
            <a:ext cx="4971300" cy="5775612"/>
          </a:xfrm>
          <a:custGeom>
            <a:avLst/>
            <a:gdLst>
              <a:gd name="connsiteX0" fmla="*/ 0 w 4971300"/>
              <a:gd name="connsiteY0" fmla="*/ 0 h 5775612"/>
              <a:gd name="connsiteX1" fmla="*/ 4971300 w 4971300"/>
              <a:gd name="connsiteY1" fmla="*/ 0 h 5775612"/>
              <a:gd name="connsiteX2" fmla="*/ 4971300 w 4971300"/>
              <a:gd name="connsiteY2" fmla="*/ 5775612 h 5775612"/>
              <a:gd name="connsiteX3" fmla="*/ 0 w 4971300"/>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300" h="5775612">
                <a:moveTo>
                  <a:pt x="0" y="0"/>
                </a:moveTo>
                <a:lnTo>
                  <a:pt x="4971300" y="0"/>
                </a:lnTo>
                <a:lnTo>
                  <a:pt x="4971300"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13" name="Picture Placeholder 12">
            <a:extLst>
              <a:ext uri="{FF2B5EF4-FFF2-40B4-BE49-F238E27FC236}">
                <a16:creationId xmlns:a16="http://schemas.microsoft.com/office/drawing/2014/main" id="{A98757FE-A05D-E4A8-038D-7FAA4F7D7D9B}"/>
              </a:ext>
            </a:extLst>
          </p:cNvPr>
          <p:cNvSpPr>
            <a:spLocks noGrp="1"/>
          </p:cNvSpPr>
          <p:nvPr>
            <p:ph type="pic" sz="quarter" idx="12"/>
          </p:nvPr>
        </p:nvSpPr>
        <p:spPr>
          <a:xfrm>
            <a:off x="12597312" y="4985792"/>
            <a:ext cx="4971300" cy="5775612"/>
          </a:xfrm>
          <a:custGeom>
            <a:avLst/>
            <a:gdLst>
              <a:gd name="connsiteX0" fmla="*/ 0 w 4971300"/>
              <a:gd name="connsiteY0" fmla="*/ 0 h 5775612"/>
              <a:gd name="connsiteX1" fmla="*/ 4971300 w 4971300"/>
              <a:gd name="connsiteY1" fmla="*/ 0 h 5775612"/>
              <a:gd name="connsiteX2" fmla="*/ 4971300 w 4971300"/>
              <a:gd name="connsiteY2" fmla="*/ 5775612 h 5775612"/>
              <a:gd name="connsiteX3" fmla="*/ 0 w 4971300"/>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300" h="5775612">
                <a:moveTo>
                  <a:pt x="0" y="0"/>
                </a:moveTo>
                <a:lnTo>
                  <a:pt x="4971300" y="0"/>
                </a:lnTo>
                <a:lnTo>
                  <a:pt x="4971300"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grpSp>
        <p:nvGrpSpPr>
          <p:cNvPr id="16" name="Group 15">
            <a:extLst>
              <a:ext uri="{FF2B5EF4-FFF2-40B4-BE49-F238E27FC236}">
                <a16:creationId xmlns:a16="http://schemas.microsoft.com/office/drawing/2014/main" id="{EF4F5CD0-9F42-BF77-15EA-69BF4208F207}"/>
              </a:ext>
            </a:extLst>
          </p:cNvPr>
          <p:cNvGrpSpPr/>
          <p:nvPr userDrawn="1"/>
        </p:nvGrpSpPr>
        <p:grpSpPr>
          <a:xfrm>
            <a:off x="1030287" y="10756990"/>
            <a:ext cx="22321837" cy="1862048"/>
            <a:chOff x="1030288" y="4769768"/>
            <a:chExt cx="21984730" cy="5991636"/>
          </a:xfrm>
          <a:solidFill>
            <a:srgbClr val="000000"/>
          </a:solidFill>
        </p:grpSpPr>
        <p:sp>
          <p:nvSpPr>
            <p:cNvPr id="17" name="Rectangle 16">
              <a:extLst>
                <a:ext uri="{FF2B5EF4-FFF2-40B4-BE49-F238E27FC236}">
                  <a16:creationId xmlns:a16="http://schemas.microsoft.com/office/drawing/2014/main" id="{75697D9D-E9D5-1319-BE5A-B1BE8AFB2546}"/>
                </a:ext>
              </a:extLst>
            </p:cNvPr>
            <p:cNvSpPr/>
            <p:nvPr/>
          </p:nvSpPr>
          <p:spPr>
            <a:xfrm>
              <a:off x="1030288" y="4769768"/>
              <a:ext cx="4896223" cy="59916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Rectangle 17">
              <a:extLst>
                <a:ext uri="{FF2B5EF4-FFF2-40B4-BE49-F238E27FC236}">
                  <a16:creationId xmlns:a16="http://schemas.microsoft.com/office/drawing/2014/main" id="{53DC065E-509E-9A3B-4A96-63D6364E1EEF}"/>
                </a:ext>
              </a:extLst>
            </p:cNvPr>
            <p:cNvSpPr/>
            <p:nvPr/>
          </p:nvSpPr>
          <p:spPr>
            <a:xfrm>
              <a:off x="6726457" y="4769768"/>
              <a:ext cx="4896223" cy="5991636"/>
            </a:xfrm>
            <a:prstGeom prst="rect">
              <a:avLst/>
            </a:prstGeom>
            <a:solidFill>
              <a:srgbClr val="823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9FD29F97-2E7C-CD3B-5A30-C66100B2A4F8}"/>
                </a:ext>
              </a:extLst>
            </p:cNvPr>
            <p:cNvSpPr/>
            <p:nvPr/>
          </p:nvSpPr>
          <p:spPr>
            <a:xfrm>
              <a:off x="12422626" y="4769768"/>
              <a:ext cx="4896223" cy="59916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19">
              <a:extLst>
                <a:ext uri="{FF2B5EF4-FFF2-40B4-BE49-F238E27FC236}">
                  <a16:creationId xmlns:a16="http://schemas.microsoft.com/office/drawing/2014/main" id="{1255161B-5240-4CEC-D058-5BAA02D2BD18}"/>
                </a:ext>
              </a:extLst>
            </p:cNvPr>
            <p:cNvSpPr/>
            <p:nvPr/>
          </p:nvSpPr>
          <p:spPr>
            <a:xfrm>
              <a:off x="18118795" y="4769768"/>
              <a:ext cx="4896223" cy="59916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Tree>
    <p:extLst>
      <p:ext uri="{BB962C8B-B14F-4D97-AF65-F5344CB8AC3E}">
        <p14:creationId xmlns:p14="http://schemas.microsoft.com/office/powerpoint/2010/main" val="727102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063E86D0-D784-8812-7039-4819CA6208F0}"/>
              </a:ext>
            </a:extLst>
          </p:cNvPr>
          <p:cNvSpPr/>
          <p:nvPr/>
        </p:nvSpPr>
        <p:spPr>
          <a:xfrm>
            <a:off x="1030287" y="4855945"/>
            <a:ext cx="4353438" cy="15528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3" name="Rectangle 42">
            <a:extLst>
              <a:ext uri="{FF2B5EF4-FFF2-40B4-BE49-F238E27FC236}">
                <a16:creationId xmlns:a16="http://schemas.microsoft.com/office/drawing/2014/main" id="{08C32EB7-ADC2-B9EC-1D74-3087D88D6955}"/>
              </a:ext>
            </a:extLst>
          </p:cNvPr>
          <p:cNvSpPr/>
          <p:nvPr/>
        </p:nvSpPr>
        <p:spPr>
          <a:xfrm>
            <a:off x="1030287" y="11066147"/>
            <a:ext cx="4353438" cy="15528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a:extLst>
              <a:ext uri="{FF2B5EF4-FFF2-40B4-BE49-F238E27FC236}">
                <a16:creationId xmlns:a16="http://schemas.microsoft.com/office/drawing/2014/main" id="{FF8CE2E1-1C77-825A-3A88-2A5D49406DA3}"/>
              </a:ext>
            </a:extLst>
          </p:cNvPr>
          <p:cNvSpPr/>
          <p:nvPr/>
        </p:nvSpPr>
        <p:spPr>
          <a:xfrm>
            <a:off x="5982199" y="4855945"/>
            <a:ext cx="4353438" cy="15528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7" name="Rectangle 36">
            <a:extLst>
              <a:ext uri="{FF2B5EF4-FFF2-40B4-BE49-F238E27FC236}">
                <a16:creationId xmlns:a16="http://schemas.microsoft.com/office/drawing/2014/main" id="{DB4118C8-686E-AFBC-5B1D-478F1E6B132D}"/>
              </a:ext>
            </a:extLst>
          </p:cNvPr>
          <p:cNvSpPr/>
          <p:nvPr/>
        </p:nvSpPr>
        <p:spPr>
          <a:xfrm>
            <a:off x="5982199" y="11066147"/>
            <a:ext cx="4353438" cy="15528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Rectangle 32">
            <a:extLst>
              <a:ext uri="{FF2B5EF4-FFF2-40B4-BE49-F238E27FC236}">
                <a16:creationId xmlns:a16="http://schemas.microsoft.com/office/drawing/2014/main" id="{CAA4DB8B-B843-FD1A-DFFD-0E7BF7A5225C}"/>
              </a:ext>
            </a:extLst>
          </p:cNvPr>
          <p:cNvSpPr/>
          <p:nvPr/>
        </p:nvSpPr>
        <p:spPr>
          <a:xfrm>
            <a:off x="10934112" y="4855945"/>
            <a:ext cx="4353438" cy="15528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02207B66-ACBD-332F-E968-9FF5D7E15949}"/>
              </a:ext>
            </a:extLst>
          </p:cNvPr>
          <p:cNvSpPr/>
          <p:nvPr/>
        </p:nvSpPr>
        <p:spPr>
          <a:xfrm>
            <a:off x="10934112" y="11066147"/>
            <a:ext cx="4353438" cy="15528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Picture Placeholder 51">
            <a:extLst>
              <a:ext uri="{FF2B5EF4-FFF2-40B4-BE49-F238E27FC236}">
                <a16:creationId xmlns:a16="http://schemas.microsoft.com/office/drawing/2014/main" id="{06EBBDF0-646F-4232-3350-4933E434F29F}"/>
              </a:ext>
            </a:extLst>
          </p:cNvPr>
          <p:cNvSpPr>
            <a:spLocks noGrp="1"/>
          </p:cNvSpPr>
          <p:nvPr>
            <p:ph type="pic" sz="quarter" idx="10"/>
          </p:nvPr>
        </p:nvSpPr>
        <p:spPr>
          <a:xfrm>
            <a:off x="1030287" y="1096961"/>
            <a:ext cx="4353437" cy="3758983"/>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53" name="Picture Placeholder 52">
            <a:extLst>
              <a:ext uri="{FF2B5EF4-FFF2-40B4-BE49-F238E27FC236}">
                <a16:creationId xmlns:a16="http://schemas.microsoft.com/office/drawing/2014/main" id="{7E47C0BF-CA6F-6A08-F933-1CAC5778BA0C}"/>
              </a:ext>
            </a:extLst>
          </p:cNvPr>
          <p:cNvSpPr>
            <a:spLocks noGrp="1"/>
          </p:cNvSpPr>
          <p:nvPr>
            <p:ph type="pic" sz="quarter" idx="11"/>
          </p:nvPr>
        </p:nvSpPr>
        <p:spPr>
          <a:xfrm>
            <a:off x="5982200" y="1096961"/>
            <a:ext cx="4353437" cy="3758983"/>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54" name="Picture Placeholder 53">
            <a:extLst>
              <a:ext uri="{FF2B5EF4-FFF2-40B4-BE49-F238E27FC236}">
                <a16:creationId xmlns:a16="http://schemas.microsoft.com/office/drawing/2014/main" id="{AADCCFE1-4D43-CF90-92B9-7F52B1E53F93}"/>
              </a:ext>
            </a:extLst>
          </p:cNvPr>
          <p:cNvSpPr>
            <a:spLocks noGrp="1"/>
          </p:cNvSpPr>
          <p:nvPr>
            <p:ph type="pic" sz="quarter" idx="12"/>
          </p:nvPr>
        </p:nvSpPr>
        <p:spPr>
          <a:xfrm>
            <a:off x="10921565" y="1096961"/>
            <a:ext cx="4353437" cy="3758983"/>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55" name="Picture Placeholder 54">
            <a:extLst>
              <a:ext uri="{FF2B5EF4-FFF2-40B4-BE49-F238E27FC236}">
                <a16:creationId xmlns:a16="http://schemas.microsoft.com/office/drawing/2014/main" id="{B3763147-EB2B-4487-A91C-7F7F45AB8FB2}"/>
              </a:ext>
            </a:extLst>
          </p:cNvPr>
          <p:cNvSpPr>
            <a:spLocks noGrp="1"/>
          </p:cNvSpPr>
          <p:nvPr>
            <p:ph type="pic" sz="quarter" idx="13"/>
          </p:nvPr>
        </p:nvSpPr>
        <p:spPr>
          <a:xfrm>
            <a:off x="1030287" y="7307163"/>
            <a:ext cx="4353437" cy="3758983"/>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56" name="Picture Placeholder 55">
            <a:extLst>
              <a:ext uri="{FF2B5EF4-FFF2-40B4-BE49-F238E27FC236}">
                <a16:creationId xmlns:a16="http://schemas.microsoft.com/office/drawing/2014/main" id="{8E070108-C5D2-22C5-F15B-082FE3171539}"/>
              </a:ext>
            </a:extLst>
          </p:cNvPr>
          <p:cNvSpPr>
            <a:spLocks noGrp="1"/>
          </p:cNvSpPr>
          <p:nvPr>
            <p:ph type="pic" sz="quarter" idx="14"/>
          </p:nvPr>
        </p:nvSpPr>
        <p:spPr>
          <a:xfrm>
            <a:off x="5982200" y="7307163"/>
            <a:ext cx="4353437" cy="3758983"/>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57" name="Picture Placeholder 56">
            <a:extLst>
              <a:ext uri="{FF2B5EF4-FFF2-40B4-BE49-F238E27FC236}">
                <a16:creationId xmlns:a16="http://schemas.microsoft.com/office/drawing/2014/main" id="{A69932F2-E1C9-8E10-EDE3-C649FEB97A8C}"/>
              </a:ext>
            </a:extLst>
          </p:cNvPr>
          <p:cNvSpPr>
            <a:spLocks noGrp="1"/>
          </p:cNvSpPr>
          <p:nvPr>
            <p:ph type="pic" sz="quarter" idx="15"/>
          </p:nvPr>
        </p:nvSpPr>
        <p:spPr>
          <a:xfrm>
            <a:off x="10921565" y="7307163"/>
            <a:ext cx="4353437" cy="3758983"/>
          </a:xfrm>
          <a:custGeom>
            <a:avLst/>
            <a:gdLst>
              <a:gd name="connsiteX0" fmla="*/ 0 w 4971299"/>
              <a:gd name="connsiteY0" fmla="*/ 0 h 5775612"/>
              <a:gd name="connsiteX1" fmla="*/ 4971299 w 4971299"/>
              <a:gd name="connsiteY1" fmla="*/ 0 h 5775612"/>
              <a:gd name="connsiteX2" fmla="*/ 4971299 w 4971299"/>
              <a:gd name="connsiteY2" fmla="*/ 5775612 h 5775612"/>
              <a:gd name="connsiteX3" fmla="*/ 0 w 4971299"/>
              <a:gd name="connsiteY3" fmla="*/ 5775612 h 5775612"/>
            </a:gdLst>
            <a:ahLst/>
            <a:cxnLst>
              <a:cxn ang="0">
                <a:pos x="connsiteX0" y="connsiteY0"/>
              </a:cxn>
              <a:cxn ang="0">
                <a:pos x="connsiteX1" y="connsiteY1"/>
              </a:cxn>
              <a:cxn ang="0">
                <a:pos x="connsiteX2" y="connsiteY2"/>
              </a:cxn>
              <a:cxn ang="0">
                <a:pos x="connsiteX3" y="connsiteY3"/>
              </a:cxn>
            </a:cxnLst>
            <a:rect l="l" t="t" r="r" b="b"/>
            <a:pathLst>
              <a:path w="4971299" h="5775612">
                <a:moveTo>
                  <a:pt x="0" y="0"/>
                </a:moveTo>
                <a:lnTo>
                  <a:pt x="4971299" y="0"/>
                </a:lnTo>
                <a:lnTo>
                  <a:pt x="4971299" y="5775612"/>
                </a:lnTo>
                <a:lnTo>
                  <a:pt x="0" y="5775612"/>
                </a:lnTo>
                <a:close/>
              </a:path>
            </a:pathLst>
          </a:custGeom>
          <a:solidFill>
            <a:schemeClr val="accent6">
              <a:lumMod val="75000"/>
            </a:schemeClr>
          </a:solidFill>
        </p:spPr>
        <p:txBody>
          <a:bodyPr wrap="square">
            <a:noAutofit/>
          </a:bodyPr>
          <a:lstStyle>
            <a:lvl1pPr>
              <a:defRPr sz="3200"/>
            </a:lvl1pPr>
          </a:lstStyle>
          <a:p>
            <a:endParaRPr lang="id-ID"/>
          </a:p>
        </p:txBody>
      </p:sp>
      <p:sp>
        <p:nvSpPr>
          <p:cNvPr id="58" name="Rectangle 57">
            <a:extLst>
              <a:ext uri="{FF2B5EF4-FFF2-40B4-BE49-F238E27FC236}">
                <a16:creationId xmlns:a16="http://schemas.microsoft.com/office/drawing/2014/main" id="{E6BD444A-65D0-0825-3A4B-7F374E5B3993}"/>
              </a:ext>
            </a:extLst>
          </p:cNvPr>
          <p:cNvSpPr/>
          <p:nvPr userDrawn="1"/>
        </p:nvSpPr>
        <p:spPr>
          <a:xfrm>
            <a:off x="1030287" y="6281936"/>
            <a:ext cx="4353437" cy="12689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Rectangle 58">
            <a:extLst>
              <a:ext uri="{FF2B5EF4-FFF2-40B4-BE49-F238E27FC236}">
                <a16:creationId xmlns:a16="http://schemas.microsoft.com/office/drawing/2014/main" id="{9948653A-40D9-F0A1-4DA4-740D0FC873A8}"/>
              </a:ext>
            </a:extLst>
          </p:cNvPr>
          <p:cNvSpPr/>
          <p:nvPr userDrawn="1"/>
        </p:nvSpPr>
        <p:spPr>
          <a:xfrm>
            <a:off x="5994746" y="6281936"/>
            <a:ext cx="4340891" cy="126897"/>
          </a:xfrm>
          <a:prstGeom prst="rect">
            <a:avLst/>
          </a:prstGeom>
          <a:solidFill>
            <a:srgbClr val="823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0" name="Rectangle 59">
            <a:extLst>
              <a:ext uri="{FF2B5EF4-FFF2-40B4-BE49-F238E27FC236}">
                <a16:creationId xmlns:a16="http://schemas.microsoft.com/office/drawing/2014/main" id="{88FF8FF6-6B7D-DC84-3FC9-31A1F958F1EC}"/>
              </a:ext>
            </a:extLst>
          </p:cNvPr>
          <p:cNvSpPr/>
          <p:nvPr userDrawn="1"/>
        </p:nvSpPr>
        <p:spPr>
          <a:xfrm>
            <a:off x="10921565" y="6281936"/>
            <a:ext cx="4340891" cy="126897"/>
          </a:xfrm>
          <a:prstGeom prst="rect">
            <a:avLst/>
          </a:prstGeom>
          <a:solidFill>
            <a:srgbClr val="823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1" name="Rectangle 60">
            <a:extLst>
              <a:ext uri="{FF2B5EF4-FFF2-40B4-BE49-F238E27FC236}">
                <a16:creationId xmlns:a16="http://schemas.microsoft.com/office/drawing/2014/main" id="{B24EF428-F019-9EFD-FF36-EC8891AF38E4}"/>
              </a:ext>
            </a:extLst>
          </p:cNvPr>
          <p:cNvSpPr/>
          <p:nvPr userDrawn="1"/>
        </p:nvSpPr>
        <p:spPr>
          <a:xfrm>
            <a:off x="1030287" y="12492138"/>
            <a:ext cx="4353437" cy="126897"/>
          </a:xfrm>
          <a:prstGeom prst="rect">
            <a:avLst/>
          </a:prstGeom>
          <a:solidFill>
            <a:srgbClr val="823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Rectangle 61">
            <a:extLst>
              <a:ext uri="{FF2B5EF4-FFF2-40B4-BE49-F238E27FC236}">
                <a16:creationId xmlns:a16="http://schemas.microsoft.com/office/drawing/2014/main" id="{71E9869B-B344-24EF-979B-53C792802EEA}"/>
              </a:ext>
            </a:extLst>
          </p:cNvPr>
          <p:cNvSpPr/>
          <p:nvPr userDrawn="1"/>
        </p:nvSpPr>
        <p:spPr>
          <a:xfrm>
            <a:off x="5994746" y="12492138"/>
            <a:ext cx="4340891" cy="126897"/>
          </a:xfrm>
          <a:prstGeom prst="rect">
            <a:avLst/>
          </a:prstGeom>
          <a:solidFill>
            <a:srgbClr val="823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3" name="Rectangle 62">
            <a:extLst>
              <a:ext uri="{FF2B5EF4-FFF2-40B4-BE49-F238E27FC236}">
                <a16:creationId xmlns:a16="http://schemas.microsoft.com/office/drawing/2014/main" id="{D8A65A32-4699-D29A-260C-F8D4D33F3413}"/>
              </a:ext>
            </a:extLst>
          </p:cNvPr>
          <p:cNvSpPr/>
          <p:nvPr userDrawn="1"/>
        </p:nvSpPr>
        <p:spPr>
          <a:xfrm>
            <a:off x="10921565" y="12492138"/>
            <a:ext cx="4340891" cy="126897"/>
          </a:xfrm>
          <a:prstGeom prst="rect">
            <a:avLst/>
          </a:prstGeom>
          <a:solidFill>
            <a:srgbClr val="8236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226392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43BCEF-BE96-9001-7BC7-891904FFECB0}"/>
              </a:ext>
            </a:extLst>
          </p:cNvPr>
          <p:cNvSpPr/>
          <p:nvPr userDrawn="1"/>
        </p:nvSpPr>
        <p:spPr>
          <a:xfrm>
            <a:off x="10535022" y="11117334"/>
            <a:ext cx="5915724" cy="15017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33DEEA4F-F347-D3D4-40DC-2C375988F4BB}"/>
              </a:ext>
            </a:extLst>
          </p:cNvPr>
          <p:cNvSpPr/>
          <p:nvPr userDrawn="1"/>
        </p:nvSpPr>
        <p:spPr>
          <a:xfrm>
            <a:off x="16774782" y="11117334"/>
            <a:ext cx="1980220" cy="15017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9EBDD04E-6C86-6FAC-44E0-364547DEC499}"/>
              </a:ext>
            </a:extLst>
          </p:cNvPr>
          <p:cNvSpPr/>
          <p:nvPr userDrawn="1"/>
        </p:nvSpPr>
        <p:spPr>
          <a:xfrm>
            <a:off x="19079038" y="11117334"/>
            <a:ext cx="1980220" cy="15017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9">
            <a:extLst>
              <a:ext uri="{FF2B5EF4-FFF2-40B4-BE49-F238E27FC236}">
                <a16:creationId xmlns:a16="http://schemas.microsoft.com/office/drawing/2014/main" id="{DCACB26B-29FB-4A5B-226F-FE1678EB7323}"/>
              </a:ext>
            </a:extLst>
          </p:cNvPr>
          <p:cNvSpPr/>
          <p:nvPr userDrawn="1"/>
        </p:nvSpPr>
        <p:spPr>
          <a:xfrm>
            <a:off x="21384411" y="11117334"/>
            <a:ext cx="1980220" cy="150170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Picture Placeholder 3">
            <a:extLst>
              <a:ext uri="{FF2B5EF4-FFF2-40B4-BE49-F238E27FC236}">
                <a16:creationId xmlns:a16="http://schemas.microsoft.com/office/drawing/2014/main" id="{D49C7503-CC70-C25A-FF8B-A7E054F9748D}"/>
              </a:ext>
            </a:extLst>
          </p:cNvPr>
          <p:cNvSpPr>
            <a:spLocks noGrp="1"/>
          </p:cNvSpPr>
          <p:nvPr>
            <p:ph type="pic" sz="quarter" idx="10"/>
          </p:nvPr>
        </p:nvSpPr>
        <p:spPr>
          <a:xfrm>
            <a:off x="10533904" y="2753543"/>
            <a:ext cx="5915725" cy="8363789"/>
          </a:xfrm>
          <a:prstGeom prst="rect">
            <a:avLst/>
          </a:prstGeom>
          <a:pattFill prst="pct5">
            <a:fgClr>
              <a:schemeClr val="tx1"/>
            </a:fgClr>
            <a:bgClr>
              <a:schemeClr val="bg1"/>
            </a:bgClr>
          </a:pattFill>
        </p:spPr>
        <p:txBody>
          <a:bodyPr/>
          <a:lstStyle>
            <a:lvl1pPr>
              <a:defRPr sz="3200"/>
            </a:lvl1pPr>
          </a:lstStyle>
          <a:p>
            <a:endParaRPr lang="id-ID"/>
          </a:p>
        </p:txBody>
      </p:sp>
      <p:sp>
        <p:nvSpPr>
          <p:cNvPr id="16" name="Picture Placeholder 3">
            <a:extLst>
              <a:ext uri="{FF2B5EF4-FFF2-40B4-BE49-F238E27FC236}">
                <a16:creationId xmlns:a16="http://schemas.microsoft.com/office/drawing/2014/main" id="{134FBC5C-55A3-A2CA-39BE-BCFA6D290A76}"/>
              </a:ext>
            </a:extLst>
          </p:cNvPr>
          <p:cNvSpPr>
            <a:spLocks noGrp="1"/>
          </p:cNvSpPr>
          <p:nvPr>
            <p:ph type="pic" sz="quarter" idx="11"/>
          </p:nvPr>
        </p:nvSpPr>
        <p:spPr>
          <a:xfrm>
            <a:off x="16773665" y="2753543"/>
            <a:ext cx="1980220" cy="8363789"/>
          </a:xfrm>
          <a:prstGeom prst="rect">
            <a:avLst/>
          </a:prstGeom>
          <a:pattFill prst="pct5">
            <a:fgClr>
              <a:schemeClr val="tx1"/>
            </a:fgClr>
            <a:bgClr>
              <a:schemeClr val="bg1"/>
            </a:bgClr>
          </a:pattFill>
        </p:spPr>
        <p:txBody>
          <a:bodyPr/>
          <a:lstStyle>
            <a:lvl1pPr>
              <a:defRPr sz="3200"/>
            </a:lvl1pPr>
          </a:lstStyle>
          <a:p>
            <a:endParaRPr lang="id-ID"/>
          </a:p>
        </p:txBody>
      </p:sp>
      <p:sp>
        <p:nvSpPr>
          <p:cNvPr id="17" name="Picture Placeholder 3">
            <a:extLst>
              <a:ext uri="{FF2B5EF4-FFF2-40B4-BE49-F238E27FC236}">
                <a16:creationId xmlns:a16="http://schemas.microsoft.com/office/drawing/2014/main" id="{4B4D55F3-6C16-58C2-17A6-2231317CE216}"/>
              </a:ext>
            </a:extLst>
          </p:cNvPr>
          <p:cNvSpPr>
            <a:spLocks noGrp="1"/>
          </p:cNvSpPr>
          <p:nvPr>
            <p:ph type="pic" sz="quarter" idx="12"/>
          </p:nvPr>
        </p:nvSpPr>
        <p:spPr>
          <a:xfrm>
            <a:off x="19076804" y="2753543"/>
            <a:ext cx="1980220" cy="8363789"/>
          </a:xfrm>
          <a:prstGeom prst="rect">
            <a:avLst/>
          </a:prstGeom>
          <a:pattFill prst="pct5">
            <a:fgClr>
              <a:schemeClr val="tx1"/>
            </a:fgClr>
            <a:bgClr>
              <a:schemeClr val="bg1"/>
            </a:bgClr>
          </a:pattFill>
        </p:spPr>
        <p:txBody>
          <a:bodyPr/>
          <a:lstStyle>
            <a:lvl1pPr>
              <a:defRPr sz="3200"/>
            </a:lvl1pPr>
          </a:lstStyle>
          <a:p>
            <a:endParaRPr lang="id-ID"/>
          </a:p>
        </p:txBody>
      </p:sp>
      <p:sp>
        <p:nvSpPr>
          <p:cNvPr id="18" name="Picture Placeholder 3">
            <a:extLst>
              <a:ext uri="{FF2B5EF4-FFF2-40B4-BE49-F238E27FC236}">
                <a16:creationId xmlns:a16="http://schemas.microsoft.com/office/drawing/2014/main" id="{F0052754-94F7-B1DE-E09C-342FB689D85C}"/>
              </a:ext>
            </a:extLst>
          </p:cNvPr>
          <p:cNvSpPr>
            <a:spLocks noGrp="1"/>
          </p:cNvSpPr>
          <p:nvPr>
            <p:ph type="pic" sz="quarter" idx="13"/>
          </p:nvPr>
        </p:nvSpPr>
        <p:spPr>
          <a:xfrm>
            <a:off x="21384411" y="2753543"/>
            <a:ext cx="1980220" cy="8363789"/>
          </a:xfrm>
          <a:prstGeom prst="rect">
            <a:avLst/>
          </a:prstGeom>
          <a:pattFill prst="pct5">
            <a:fgClr>
              <a:schemeClr val="tx1"/>
            </a:fgClr>
            <a:bgClr>
              <a:schemeClr val="bg1"/>
            </a:bgClr>
          </a:pattFill>
        </p:spPr>
        <p:txBody>
          <a:bodyPr/>
          <a:lstStyle>
            <a:lvl1pPr>
              <a:defRPr sz="3200"/>
            </a:lvl1pPr>
          </a:lstStyle>
          <a:p>
            <a:endParaRPr lang="id-ID"/>
          </a:p>
        </p:txBody>
      </p:sp>
      <p:pic>
        <p:nvPicPr>
          <p:cNvPr id="19" name="Graphic 18" descr="Streetcar with solid fill">
            <a:extLst>
              <a:ext uri="{FF2B5EF4-FFF2-40B4-BE49-F238E27FC236}">
                <a16:creationId xmlns:a16="http://schemas.microsoft.com/office/drawing/2014/main" id="{D4050214-F79F-5910-F195-048FB57C51B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917321" y="11427070"/>
            <a:ext cx="914400" cy="914400"/>
          </a:xfrm>
          <a:prstGeom prst="rect">
            <a:avLst/>
          </a:prstGeom>
        </p:spPr>
      </p:pic>
      <p:pic>
        <p:nvPicPr>
          <p:cNvPr id="20" name="Graphic 19" descr="Graduation cap with solid fill">
            <a:extLst>
              <a:ext uri="{FF2B5EF4-FFF2-40B4-BE49-F238E27FC236}">
                <a16:creationId xmlns:a16="http://schemas.microsoft.com/office/drawing/2014/main" id="{EDCE87F6-2039-2130-3F1F-274BD085D42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611948" y="11427070"/>
            <a:ext cx="914400" cy="914400"/>
          </a:xfrm>
          <a:prstGeom prst="rect">
            <a:avLst/>
          </a:prstGeom>
        </p:spPr>
      </p:pic>
      <p:pic>
        <p:nvPicPr>
          <p:cNvPr id="21" name="Graphic 20" descr="Bank with solid fill">
            <a:extLst>
              <a:ext uri="{FF2B5EF4-FFF2-40B4-BE49-F238E27FC236}">
                <a16:creationId xmlns:a16="http://schemas.microsoft.com/office/drawing/2014/main" id="{56D8709F-CB26-24B1-574A-5A7F0AE797AF}"/>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306575" y="11427070"/>
            <a:ext cx="914400" cy="914400"/>
          </a:xfrm>
          <a:prstGeom prst="rect">
            <a:avLst/>
          </a:prstGeom>
        </p:spPr>
      </p:pic>
      <p:pic>
        <p:nvPicPr>
          <p:cNvPr id="22" name="Graphic 21" descr="Immunity with solid fill">
            <a:extLst>
              <a:ext uri="{FF2B5EF4-FFF2-40B4-BE49-F238E27FC236}">
                <a16:creationId xmlns:a16="http://schemas.microsoft.com/office/drawing/2014/main" id="{6E1735BE-0A9E-23C4-0683-0BA999B45F58}"/>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23054" y="11427070"/>
            <a:ext cx="914400" cy="914400"/>
          </a:xfrm>
          <a:prstGeom prst="rect">
            <a:avLst/>
          </a:prstGeom>
        </p:spPr>
      </p:pic>
      <p:sp>
        <p:nvSpPr>
          <p:cNvPr id="23" name="TextBox 22">
            <a:extLst>
              <a:ext uri="{FF2B5EF4-FFF2-40B4-BE49-F238E27FC236}">
                <a16:creationId xmlns:a16="http://schemas.microsoft.com/office/drawing/2014/main" id="{BCCBC074-E396-5E83-4903-2D3CFCA05481}"/>
              </a:ext>
            </a:extLst>
          </p:cNvPr>
          <p:cNvSpPr txBox="1"/>
          <p:nvPr userDrawn="1"/>
        </p:nvSpPr>
        <p:spPr>
          <a:xfrm>
            <a:off x="12021864" y="11510473"/>
            <a:ext cx="4427765" cy="830997"/>
          </a:xfrm>
          <a:prstGeom prst="rect">
            <a:avLst/>
          </a:prstGeom>
          <a:noFill/>
        </p:spPr>
        <p:txBody>
          <a:bodyPr wrap="square">
            <a:spAutoFit/>
          </a:bodyPr>
          <a:lstStyle/>
          <a:p>
            <a:r>
              <a:rPr lang="id-ID" sz="2400"/>
              <a:t>AI-POWERED </a:t>
            </a:r>
            <a:r>
              <a:rPr lang="en-US" sz="2400"/>
              <a:t>HEALTHCARE </a:t>
            </a:r>
            <a:r>
              <a:rPr lang="id-ID" sz="2400"/>
              <a:t>DIAGNOSTICS</a:t>
            </a:r>
          </a:p>
        </p:txBody>
      </p:sp>
    </p:spTree>
    <p:extLst>
      <p:ext uri="{BB962C8B-B14F-4D97-AF65-F5344CB8AC3E}">
        <p14:creationId xmlns:p14="http://schemas.microsoft.com/office/powerpoint/2010/main" val="685732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B1B5EC0-6E44-3C2B-C4F6-92B73D4D0CE5}"/>
              </a:ext>
            </a:extLst>
          </p:cNvPr>
          <p:cNvSpPr>
            <a:spLocks noGrp="1"/>
          </p:cNvSpPr>
          <p:nvPr>
            <p:ph type="pic" sz="quarter" idx="10"/>
          </p:nvPr>
        </p:nvSpPr>
        <p:spPr>
          <a:xfrm>
            <a:off x="12191206" y="1096963"/>
            <a:ext cx="11160918" cy="5616199"/>
          </a:xfrm>
          <a:custGeom>
            <a:avLst/>
            <a:gdLst>
              <a:gd name="connsiteX0" fmla="*/ 601776 w 11160918"/>
              <a:gd name="connsiteY0" fmla="*/ 0 h 5616199"/>
              <a:gd name="connsiteX1" fmla="*/ 10559142 w 11160918"/>
              <a:gd name="connsiteY1" fmla="*/ 0 h 5616199"/>
              <a:gd name="connsiteX2" fmla="*/ 11160918 w 11160918"/>
              <a:gd name="connsiteY2" fmla="*/ 601776 h 5616199"/>
              <a:gd name="connsiteX3" fmla="*/ 11160918 w 11160918"/>
              <a:gd name="connsiteY3" fmla="*/ 5014423 h 5616199"/>
              <a:gd name="connsiteX4" fmla="*/ 10559142 w 11160918"/>
              <a:gd name="connsiteY4" fmla="*/ 5616199 h 5616199"/>
              <a:gd name="connsiteX5" fmla="*/ 601776 w 11160918"/>
              <a:gd name="connsiteY5" fmla="*/ 5616199 h 5616199"/>
              <a:gd name="connsiteX6" fmla="*/ 0 w 11160918"/>
              <a:gd name="connsiteY6" fmla="*/ 5014423 h 5616199"/>
              <a:gd name="connsiteX7" fmla="*/ 0 w 11160918"/>
              <a:gd name="connsiteY7" fmla="*/ 601776 h 5616199"/>
              <a:gd name="connsiteX8" fmla="*/ 601776 w 11160918"/>
              <a:gd name="connsiteY8" fmla="*/ 0 h 561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60918" h="5616199">
                <a:moveTo>
                  <a:pt x="601776" y="0"/>
                </a:moveTo>
                <a:lnTo>
                  <a:pt x="10559142" y="0"/>
                </a:lnTo>
                <a:cubicBezTo>
                  <a:pt x="10891494" y="0"/>
                  <a:pt x="11160918" y="269424"/>
                  <a:pt x="11160918" y="601776"/>
                </a:cubicBezTo>
                <a:lnTo>
                  <a:pt x="11160918" y="5014423"/>
                </a:lnTo>
                <a:cubicBezTo>
                  <a:pt x="11160918" y="5346775"/>
                  <a:pt x="10891494" y="5616199"/>
                  <a:pt x="10559142" y="5616199"/>
                </a:cubicBezTo>
                <a:lnTo>
                  <a:pt x="601776" y="5616199"/>
                </a:lnTo>
                <a:cubicBezTo>
                  <a:pt x="269424" y="5616199"/>
                  <a:pt x="0" y="5346775"/>
                  <a:pt x="0" y="5014423"/>
                </a:cubicBezTo>
                <a:lnTo>
                  <a:pt x="0" y="601776"/>
                </a:lnTo>
                <a:cubicBezTo>
                  <a:pt x="0" y="269424"/>
                  <a:pt x="269424" y="0"/>
                  <a:pt x="601776"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4" name="Rectangle: Rounded Corners 3">
            <a:extLst>
              <a:ext uri="{FF2B5EF4-FFF2-40B4-BE49-F238E27FC236}">
                <a16:creationId xmlns:a16="http://schemas.microsoft.com/office/drawing/2014/main" id="{CD35C08B-0334-A3BE-5C0F-9592210038F0}"/>
              </a:ext>
            </a:extLst>
          </p:cNvPr>
          <p:cNvSpPr/>
          <p:nvPr userDrawn="1"/>
        </p:nvSpPr>
        <p:spPr>
          <a:xfrm>
            <a:off x="12191207" y="7002838"/>
            <a:ext cx="4392488" cy="5616199"/>
          </a:xfrm>
          <a:prstGeom prst="roundRect">
            <a:avLst>
              <a:gd name="adj" fmla="val 10715"/>
            </a:avLst>
          </a:prstGeom>
          <a:gradFill>
            <a:gsLst>
              <a:gs pos="88000">
                <a:srgbClr val="120B3E"/>
              </a:gs>
              <a:gs pos="17000">
                <a:srgbClr val="8236FB"/>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Rounded Corners 4">
            <a:extLst>
              <a:ext uri="{FF2B5EF4-FFF2-40B4-BE49-F238E27FC236}">
                <a16:creationId xmlns:a16="http://schemas.microsoft.com/office/drawing/2014/main" id="{F5CB67E4-77EA-6E07-AD2B-43FD24B73FF2}"/>
              </a:ext>
            </a:extLst>
          </p:cNvPr>
          <p:cNvSpPr/>
          <p:nvPr userDrawn="1"/>
        </p:nvSpPr>
        <p:spPr>
          <a:xfrm>
            <a:off x="16871726" y="7002838"/>
            <a:ext cx="6480399" cy="5616199"/>
          </a:xfrm>
          <a:prstGeom prst="roundRect">
            <a:avLst>
              <a:gd name="adj" fmla="val 10715"/>
            </a:avLst>
          </a:prstGeom>
          <a:gradFill>
            <a:gsLst>
              <a:gs pos="88000">
                <a:srgbClr val="120B3E"/>
              </a:gs>
              <a:gs pos="17000">
                <a:srgbClr val="8236FB"/>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1156092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52C112B-85E6-311F-E485-D9E019AFC745}"/>
              </a:ext>
            </a:extLst>
          </p:cNvPr>
          <p:cNvSpPr>
            <a:spLocks noGrp="1"/>
          </p:cNvSpPr>
          <p:nvPr>
            <p:ph type="pic" sz="quarter" idx="10"/>
          </p:nvPr>
        </p:nvSpPr>
        <p:spPr>
          <a:xfrm>
            <a:off x="9027382" y="4601776"/>
            <a:ext cx="6404184" cy="6404184"/>
          </a:xfrm>
          <a:custGeom>
            <a:avLst/>
            <a:gdLst>
              <a:gd name="connsiteX0" fmla="*/ 3202092 w 6404184"/>
              <a:gd name="connsiteY0" fmla="*/ 0 h 6404184"/>
              <a:gd name="connsiteX1" fmla="*/ 6404184 w 6404184"/>
              <a:gd name="connsiteY1" fmla="*/ 3202092 h 6404184"/>
              <a:gd name="connsiteX2" fmla="*/ 3202092 w 6404184"/>
              <a:gd name="connsiteY2" fmla="*/ 6404184 h 6404184"/>
              <a:gd name="connsiteX3" fmla="*/ 0 w 6404184"/>
              <a:gd name="connsiteY3" fmla="*/ 3202092 h 6404184"/>
              <a:gd name="connsiteX4" fmla="*/ 3202092 w 6404184"/>
              <a:gd name="connsiteY4" fmla="*/ 0 h 6404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4184" h="6404184">
                <a:moveTo>
                  <a:pt x="3202092" y="0"/>
                </a:moveTo>
                <a:cubicBezTo>
                  <a:pt x="4970559" y="0"/>
                  <a:pt x="6404184" y="1433625"/>
                  <a:pt x="6404184" y="3202092"/>
                </a:cubicBezTo>
                <a:cubicBezTo>
                  <a:pt x="6404184" y="4970559"/>
                  <a:pt x="4970559" y="6404184"/>
                  <a:pt x="3202092" y="6404184"/>
                </a:cubicBezTo>
                <a:cubicBezTo>
                  <a:pt x="1433625" y="6404184"/>
                  <a:pt x="0" y="4970559"/>
                  <a:pt x="0" y="3202092"/>
                </a:cubicBezTo>
                <a:cubicBezTo>
                  <a:pt x="0" y="1433625"/>
                  <a:pt x="1433625" y="0"/>
                  <a:pt x="3202092"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8078624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F2F6AA9-D08F-B388-9C1A-0FDA19DAC898}"/>
              </a:ext>
            </a:extLst>
          </p:cNvPr>
          <p:cNvSpPr>
            <a:spLocks noGrp="1"/>
          </p:cNvSpPr>
          <p:nvPr>
            <p:ph type="pic" sz="quarter" idx="10"/>
          </p:nvPr>
        </p:nvSpPr>
        <p:spPr>
          <a:xfrm>
            <a:off x="12190413" y="1096963"/>
            <a:ext cx="11161711" cy="11522074"/>
          </a:xfrm>
          <a:custGeom>
            <a:avLst/>
            <a:gdLst>
              <a:gd name="connsiteX0" fmla="*/ 844384 w 11161711"/>
              <a:gd name="connsiteY0" fmla="*/ 0 h 11522074"/>
              <a:gd name="connsiteX1" fmla="*/ 10317327 w 11161711"/>
              <a:gd name="connsiteY1" fmla="*/ 0 h 11522074"/>
              <a:gd name="connsiteX2" fmla="*/ 11161711 w 11161711"/>
              <a:gd name="connsiteY2" fmla="*/ 844384 h 11522074"/>
              <a:gd name="connsiteX3" fmla="*/ 11161711 w 11161711"/>
              <a:gd name="connsiteY3" fmla="*/ 10677690 h 11522074"/>
              <a:gd name="connsiteX4" fmla="*/ 10317327 w 11161711"/>
              <a:gd name="connsiteY4" fmla="*/ 11522074 h 11522074"/>
              <a:gd name="connsiteX5" fmla="*/ 844384 w 11161711"/>
              <a:gd name="connsiteY5" fmla="*/ 11522074 h 11522074"/>
              <a:gd name="connsiteX6" fmla="*/ 0 w 11161711"/>
              <a:gd name="connsiteY6" fmla="*/ 10677690 h 11522074"/>
              <a:gd name="connsiteX7" fmla="*/ 0 w 11161711"/>
              <a:gd name="connsiteY7" fmla="*/ 844384 h 11522074"/>
              <a:gd name="connsiteX8" fmla="*/ 844384 w 11161711"/>
              <a:gd name="connsiteY8" fmla="*/ 0 h 1152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61711" h="11522074">
                <a:moveTo>
                  <a:pt x="844384" y="0"/>
                </a:moveTo>
                <a:lnTo>
                  <a:pt x="10317327" y="0"/>
                </a:lnTo>
                <a:cubicBezTo>
                  <a:pt x="10783667" y="0"/>
                  <a:pt x="11161711" y="378044"/>
                  <a:pt x="11161711" y="844384"/>
                </a:cubicBezTo>
                <a:lnTo>
                  <a:pt x="11161711" y="10677690"/>
                </a:lnTo>
                <a:cubicBezTo>
                  <a:pt x="11161711" y="11144030"/>
                  <a:pt x="10783667" y="11522074"/>
                  <a:pt x="10317327" y="11522074"/>
                </a:cubicBezTo>
                <a:lnTo>
                  <a:pt x="844384" y="11522074"/>
                </a:lnTo>
                <a:cubicBezTo>
                  <a:pt x="378044" y="11522074"/>
                  <a:pt x="0" y="11144030"/>
                  <a:pt x="0" y="10677690"/>
                </a:cubicBezTo>
                <a:lnTo>
                  <a:pt x="0" y="844384"/>
                </a:lnTo>
                <a:cubicBezTo>
                  <a:pt x="0" y="378044"/>
                  <a:pt x="378044" y="0"/>
                  <a:pt x="844384"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39561781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0624AE-E350-C78C-ADB8-F78C25F74EFA}"/>
              </a:ext>
            </a:extLst>
          </p:cNvPr>
          <p:cNvSpPr/>
          <p:nvPr userDrawn="1"/>
        </p:nvSpPr>
        <p:spPr>
          <a:xfrm>
            <a:off x="1030288" y="1096963"/>
            <a:ext cx="7259151" cy="1152207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C188DE28-E343-C878-D70F-3EB7B4665037}"/>
              </a:ext>
            </a:extLst>
          </p:cNvPr>
          <p:cNvSpPr/>
          <p:nvPr userDrawn="1"/>
        </p:nvSpPr>
        <p:spPr>
          <a:xfrm>
            <a:off x="1030288" y="1110672"/>
            <a:ext cx="7259151" cy="2265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8345F11-671D-2D07-C177-A54E64E8C9C6}"/>
              </a:ext>
            </a:extLst>
          </p:cNvPr>
          <p:cNvSpPr/>
          <p:nvPr userDrawn="1"/>
        </p:nvSpPr>
        <p:spPr>
          <a:xfrm>
            <a:off x="8561631" y="6871709"/>
            <a:ext cx="7259151" cy="576103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Picture Placeholder 3">
            <a:extLst>
              <a:ext uri="{FF2B5EF4-FFF2-40B4-BE49-F238E27FC236}">
                <a16:creationId xmlns:a16="http://schemas.microsoft.com/office/drawing/2014/main" id="{FB087196-5C93-461F-86AE-4E909DFCF5EF}"/>
              </a:ext>
            </a:extLst>
          </p:cNvPr>
          <p:cNvSpPr>
            <a:spLocks noGrp="1"/>
          </p:cNvSpPr>
          <p:nvPr>
            <p:ph type="pic" sz="quarter" idx="11"/>
          </p:nvPr>
        </p:nvSpPr>
        <p:spPr>
          <a:xfrm>
            <a:off x="16092974" y="1110671"/>
            <a:ext cx="7259151" cy="11522075"/>
          </a:xfrm>
          <a:prstGeom prst="rect">
            <a:avLst/>
          </a:prstGeom>
          <a:pattFill prst="pct5">
            <a:fgClr>
              <a:schemeClr val="tx1"/>
            </a:fgClr>
            <a:bgClr>
              <a:schemeClr val="bg1"/>
            </a:bgClr>
          </a:pattFill>
        </p:spPr>
        <p:txBody>
          <a:bodyPr/>
          <a:lstStyle>
            <a:lvl1pPr>
              <a:defRPr sz="3200"/>
            </a:lvl1pPr>
          </a:lstStyle>
          <a:p>
            <a:endParaRPr lang="id-ID"/>
          </a:p>
        </p:txBody>
      </p:sp>
      <p:sp>
        <p:nvSpPr>
          <p:cNvPr id="14" name="Picture Placeholder 13">
            <a:extLst>
              <a:ext uri="{FF2B5EF4-FFF2-40B4-BE49-F238E27FC236}">
                <a16:creationId xmlns:a16="http://schemas.microsoft.com/office/drawing/2014/main" id="{B379CF17-57D8-63B3-A1D6-CBA3E72AC45C}"/>
              </a:ext>
            </a:extLst>
          </p:cNvPr>
          <p:cNvSpPr>
            <a:spLocks noGrp="1"/>
          </p:cNvSpPr>
          <p:nvPr>
            <p:ph type="pic" sz="quarter" idx="10"/>
          </p:nvPr>
        </p:nvSpPr>
        <p:spPr>
          <a:xfrm>
            <a:off x="8561631" y="1096963"/>
            <a:ext cx="7259151" cy="5761038"/>
          </a:xfrm>
          <a:custGeom>
            <a:avLst/>
            <a:gdLst>
              <a:gd name="connsiteX0" fmla="*/ 0 w 7259151"/>
              <a:gd name="connsiteY0" fmla="*/ 0 h 5761037"/>
              <a:gd name="connsiteX1" fmla="*/ 7259151 w 7259151"/>
              <a:gd name="connsiteY1" fmla="*/ 0 h 5761037"/>
              <a:gd name="connsiteX2" fmla="*/ 7259151 w 7259151"/>
              <a:gd name="connsiteY2" fmla="*/ 5761037 h 5761037"/>
              <a:gd name="connsiteX3" fmla="*/ 0 w 7259151"/>
              <a:gd name="connsiteY3" fmla="*/ 5761037 h 5761037"/>
            </a:gdLst>
            <a:ahLst/>
            <a:cxnLst>
              <a:cxn ang="0">
                <a:pos x="connsiteX0" y="connsiteY0"/>
              </a:cxn>
              <a:cxn ang="0">
                <a:pos x="connsiteX1" y="connsiteY1"/>
              </a:cxn>
              <a:cxn ang="0">
                <a:pos x="connsiteX2" y="connsiteY2"/>
              </a:cxn>
              <a:cxn ang="0">
                <a:pos x="connsiteX3" y="connsiteY3"/>
              </a:cxn>
            </a:cxnLst>
            <a:rect l="l" t="t" r="r" b="b"/>
            <a:pathLst>
              <a:path w="7259151" h="5761037">
                <a:moveTo>
                  <a:pt x="0" y="0"/>
                </a:moveTo>
                <a:lnTo>
                  <a:pt x="7259151" y="0"/>
                </a:lnTo>
                <a:lnTo>
                  <a:pt x="7259151" y="5761037"/>
                </a:lnTo>
                <a:lnTo>
                  <a:pt x="0" y="5761037"/>
                </a:ln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1249291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D3D0DF2-1D5A-559A-A512-716170D9453F}"/>
              </a:ext>
            </a:extLst>
          </p:cNvPr>
          <p:cNvSpPr>
            <a:spLocks noGrp="1"/>
          </p:cNvSpPr>
          <p:nvPr>
            <p:ph type="pic" sz="quarter" idx="10"/>
          </p:nvPr>
        </p:nvSpPr>
        <p:spPr>
          <a:xfrm>
            <a:off x="1024660" y="1096963"/>
            <a:ext cx="10806827" cy="5617022"/>
          </a:xfrm>
          <a:custGeom>
            <a:avLst/>
            <a:gdLst>
              <a:gd name="connsiteX0" fmla="*/ 419985 w 10806827"/>
              <a:gd name="connsiteY0" fmla="*/ 0 h 5617022"/>
              <a:gd name="connsiteX1" fmla="*/ 10386843 w 10806827"/>
              <a:gd name="connsiteY1" fmla="*/ 0 h 5617022"/>
              <a:gd name="connsiteX2" fmla="*/ 10806827 w 10806827"/>
              <a:gd name="connsiteY2" fmla="*/ 419985 h 5617022"/>
              <a:gd name="connsiteX3" fmla="*/ 10806827 w 10806827"/>
              <a:gd name="connsiteY3" fmla="*/ 5197036 h 5617022"/>
              <a:gd name="connsiteX4" fmla="*/ 10386843 w 10806827"/>
              <a:gd name="connsiteY4" fmla="*/ 5617022 h 5617022"/>
              <a:gd name="connsiteX5" fmla="*/ 419985 w 10806827"/>
              <a:gd name="connsiteY5" fmla="*/ 5617022 h 5617022"/>
              <a:gd name="connsiteX6" fmla="*/ 0 w 10806827"/>
              <a:gd name="connsiteY6" fmla="*/ 5197036 h 5617022"/>
              <a:gd name="connsiteX7" fmla="*/ 0 w 10806827"/>
              <a:gd name="connsiteY7" fmla="*/ 419985 h 5617022"/>
              <a:gd name="connsiteX8" fmla="*/ 419985 w 10806827"/>
              <a:gd name="connsiteY8" fmla="*/ 0 h 561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6827" h="5617022">
                <a:moveTo>
                  <a:pt x="419985" y="0"/>
                </a:moveTo>
                <a:lnTo>
                  <a:pt x="10386843" y="0"/>
                </a:lnTo>
                <a:cubicBezTo>
                  <a:pt x="10618793" y="0"/>
                  <a:pt x="10806827" y="188034"/>
                  <a:pt x="10806827" y="419985"/>
                </a:cubicBezTo>
                <a:lnTo>
                  <a:pt x="10806827" y="5197036"/>
                </a:lnTo>
                <a:cubicBezTo>
                  <a:pt x="10806827" y="5428988"/>
                  <a:pt x="10618793" y="5617022"/>
                  <a:pt x="10386843" y="5617022"/>
                </a:cubicBezTo>
                <a:lnTo>
                  <a:pt x="419985" y="5617022"/>
                </a:lnTo>
                <a:cubicBezTo>
                  <a:pt x="188034" y="5617022"/>
                  <a:pt x="0" y="5428988"/>
                  <a:pt x="0" y="5197036"/>
                </a:cubicBezTo>
                <a:lnTo>
                  <a:pt x="0" y="419985"/>
                </a:lnTo>
                <a:cubicBezTo>
                  <a:pt x="0" y="188034"/>
                  <a:pt x="188034" y="0"/>
                  <a:pt x="419985"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1" name="Picture Placeholder 10">
            <a:extLst>
              <a:ext uri="{FF2B5EF4-FFF2-40B4-BE49-F238E27FC236}">
                <a16:creationId xmlns:a16="http://schemas.microsoft.com/office/drawing/2014/main" id="{7952B50B-ABF2-FFC3-8410-1625F37AB28E}"/>
              </a:ext>
            </a:extLst>
          </p:cNvPr>
          <p:cNvSpPr>
            <a:spLocks noGrp="1"/>
          </p:cNvSpPr>
          <p:nvPr>
            <p:ph type="pic" sz="quarter" idx="11"/>
          </p:nvPr>
        </p:nvSpPr>
        <p:spPr>
          <a:xfrm>
            <a:off x="1024660" y="7014434"/>
            <a:ext cx="5472288" cy="5617021"/>
          </a:xfrm>
          <a:custGeom>
            <a:avLst/>
            <a:gdLst>
              <a:gd name="connsiteX0" fmla="*/ 409164 w 5472288"/>
              <a:gd name="connsiteY0" fmla="*/ 0 h 5617021"/>
              <a:gd name="connsiteX1" fmla="*/ 5063125 w 5472288"/>
              <a:gd name="connsiteY1" fmla="*/ 0 h 5617021"/>
              <a:gd name="connsiteX2" fmla="*/ 5472288 w 5472288"/>
              <a:gd name="connsiteY2" fmla="*/ 409163 h 5617021"/>
              <a:gd name="connsiteX3" fmla="*/ 5472288 w 5472288"/>
              <a:gd name="connsiteY3" fmla="*/ 5207858 h 5617021"/>
              <a:gd name="connsiteX4" fmla="*/ 5063125 w 5472288"/>
              <a:gd name="connsiteY4" fmla="*/ 5617021 h 5617021"/>
              <a:gd name="connsiteX5" fmla="*/ 409164 w 5472288"/>
              <a:gd name="connsiteY5" fmla="*/ 5617021 h 5617021"/>
              <a:gd name="connsiteX6" fmla="*/ 0 w 5472288"/>
              <a:gd name="connsiteY6" fmla="*/ 5207858 h 5617021"/>
              <a:gd name="connsiteX7" fmla="*/ 0 w 5472288"/>
              <a:gd name="connsiteY7" fmla="*/ 409163 h 5617021"/>
              <a:gd name="connsiteX8" fmla="*/ 409164 w 5472288"/>
              <a:gd name="connsiteY8" fmla="*/ 0 h 5617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2288" h="5617021">
                <a:moveTo>
                  <a:pt x="409164" y="0"/>
                </a:moveTo>
                <a:lnTo>
                  <a:pt x="5063125" y="0"/>
                </a:lnTo>
                <a:cubicBezTo>
                  <a:pt x="5289099" y="0"/>
                  <a:pt x="5472288" y="183189"/>
                  <a:pt x="5472288" y="409163"/>
                </a:cubicBezTo>
                <a:lnTo>
                  <a:pt x="5472288" y="5207858"/>
                </a:lnTo>
                <a:cubicBezTo>
                  <a:pt x="5472288" y="5433832"/>
                  <a:pt x="5289099" y="5617021"/>
                  <a:pt x="5063125" y="5617021"/>
                </a:cubicBezTo>
                <a:lnTo>
                  <a:pt x="409164" y="5617021"/>
                </a:lnTo>
                <a:cubicBezTo>
                  <a:pt x="183190" y="5617021"/>
                  <a:pt x="0" y="5433832"/>
                  <a:pt x="0" y="5207858"/>
                </a:cubicBezTo>
                <a:lnTo>
                  <a:pt x="0" y="409163"/>
                </a:lnTo>
                <a:cubicBezTo>
                  <a:pt x="0" y="183189"/>
                  <a:pt x="183190" y="0"/>
                  <a:pt x="409164"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3" name="Picture Placeholder 12">
            <a:extLst>
              <a:ext uri="{FF2B5EF4-FFF2-40B4-BE49-F238E27FC236}">
                <a16:creationId xmlns:a16="http://schemas.microsoft.com/office/drawing/2014/main" id="{5C915731-3728-DEFF-77F7-CFA8510018F9}"/>
              </a:ext>
            </a:extLst>
          </p:cNvPr>
          <p:cNvSpPr>
            <a:spLocks noGrp="1"/>
          </p:cNvSpPr>
          <p:nvPr>
            <p:ph type="pic" sz="quarter" idx="12"/>
          </p:nvPr>
        </p:nvSpPr>
        <p:spPr>
          <a:xfrm>
            <a:off x="12119519" y="1096963"/>
            <a:ext cx="5472287" cy="5617022"/>
          </a:xfrm>
          <a:custGeom>
            <a:avLst/>
            <a:gdLst>
              <a:gd name="connsiteX0" fmla="*/ 409163 w 5472287"/>
              <a:gd name="connsiteY0" fmla="*/ 0 h 5617022"/>
              <a:gd name="connsiteX1" fmla="*/ 5063125 w 5472287"/>
              <a:gd name="connsiteY1" fmla="*/ 0 h 5617022"/>
              <a:gd name="connsiteX2" fmla="*/ 5472287 w 5472287"/>
              <a:gd name="connsiteY2" fmla="*/ 409163 h 5617022"/>
              <a:gd name="connsiteX3" fmla="*/ 5472287 w 5472287"/>
              <a:gd name="connsiteY3" fmla="*/ 5207858 h 5617022"/>
              <a:gd name="connsiteX4" fmla="*/ 5063125 w 5472287"/>
              <a:gd name="connsiteY4" fmla="*/ 5617022 h 5617022"/>
              <a:gd name="connsiteX5" fmla="*/ 409163 w 5472287"/>
              <a:gd name="connsiteY5" fmla="*/ 5617022 h 5617022"/>
              <a:gd name="connsiteX6" fmla="*/ 0 w 5472287"/>
              <a:gd name="connsiteY6" fmla="*/ 5207858 h 5617022"/>
              <a:gd name="connsiteX7" fmla="*/ 0 w 5472287"/>
              <a:gd name="connsiteY7" fmla="*/ 409163 h 5617022"/>
              <a:gd name="connsiteX8" fmla="*/ 409163 w 5472287"/>
              <a:gd name="connsiteY8" fmla="*/ 0 h 561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2287" h="5617022">
                <a:moveTo>
                  <a:pt x="409163" y="0"/>
                </a:moveTo>
                <a:lnTo>
                  <a:pt x="5063125" y="0"/>
                </a:lnTo>
                <a:cubicBezTo>
                  <a:pt x="5289097" y="0"/>
                  <a:pt x="5472287" y="183189"/>
                  <a:pt x="5472287" y="409163"/>
                </a:cubicBezTo>
                <a:lnTo>
                  <a:pt x="5472287" y="5207858"/>
                </a:lnTo>
                <a:cubicBezTo>
                  <a:pt x="5472287" y="5433832"/>
                  <a:pt x="5289097" y="5617022"/>
                  <a:pt x="5063125" y="5617022"/>
                </a:cubicBezTo>
                <a:lnTo>
                  <a:pt x="409163" y="5617022"/>
                </a:lnTo>
                <a:cubicBezTo>
                  <a:pt x="183189" y="5617022"/>
                  <a:pt x="0" y="5433832"/>
                  <a:pt x="0" y="5207858"/>
                </a:cubicBezTo>
                <a:lnTo>
                  <a:pt x="0" y="409163"/>
                </a:lnTo>
                <a:cubicBezTo>
                  <a:pt x="0" y="183189"/>
                  <a:pt x="183189" y="0"/>
                  <a:pt x="409163"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7" name="Picture Placeholder 16">
            <a:extLst>
              <a:ext uri="{FF2B5EF4-FFF2-40B4-BE49-F238E27FC236}">
                <a16:creationId xmlns:a16="http://schemas.microsoft.com/office/drawing/2014/main" id="{43C29B2D-1ED1-19C4-50CB-574377CB6B66}"/>
              </a:ext>
            </a:extLst>
          </p:cNvPr>
          <p:cNvSpPr>
            <a:spLocks noGrp="1"/>
          </p:cNvSpPr>
          <p:nvPr>
            <p:ph type="pic" sz="quarter" idx="14"/>
          </p:nvPr>
        </p:nvSpPr>
        <p:spPr>
          <a:xfrm>
            <a:off x="17879838" y="1096964"/>
            <a:ext cx="5472286" cy="11522075"/>
          </a:xfrm>
          <a:custGeom>
            <a:avLst/>
            <a:gdLst>
              <a:gd name="connsiteX0" fmla="*/ 409162 w 5472286"/>
              <a:gd name="connsiteY0" fmla="*/ 0 h 11522075"/>
              <a:gd name="connsiteX1" fmla="*/ 5063124 w 5472286"/>
              <a:gd name="connsiteY1" fmla="*/ 0 h 11522075"/>
              <a:gd name="connsiteX2" fmla="*/ 5472286 w 5472286"/>
              <a:gd name="connsiteY2" fmla="*/ 409163 h 11522075"/>
              <a:gd name="connsiteX3" fmla="*/ 5472286 w 5472286"/>
              <a:gd name="connsiteY3" fmla="*/ 11112912 h 11522075"/>
              <a:gd name="connsiteX4" fmla="*/ 5063124 w 5472286"/>
              <a:gd name="connsiteY4" fmla="*/ 11522075 h 11522075"/>
              <a:gd name="connsiteX5" fmla="*/ 409162 w 5472286"/>
              <a:gd name="connsiteY5" fmla="*/ 11522075 h 11522075"/>
              <a:gd name="connsiteX6" fmla="*/ 0 w 5472286"/>
              <a:gd name="connsiteY6" fmla="*/ 11112912 h 11522075"/>
              <a:gd name="connsiteX7" fmla="*/ 0 w 5472286"/>
              <a:gd name="connsiteY7" fmla="*/ 409163 h 11522075"/>
              <a:gd name="connsiteX8" fmla="*/ 409162 w 5472286"/>
              <a:gd name="connsiteY8" fmla="*/ 0 h 11522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72286" h="11522075">
                <a:moveTo>
                  <a:pt x="409162" y="0"/>
                </a:moveTo>
                <a:lnTo>
                  <a:pt x="5063124" y="0"/>
                </a:lnTo>
                <a:cubicBezTo>
                  <a:pt x="5289098" y="0"/>
                  <a:pt x="5472286" y="183189"/>
                  <a:pt x="5472286" y="409163"/>
                </a:cubicBezTo>
                <a:lnTo>
                  <a:pt x="5472286" y="11112912"/>
                </a:lnTo>
                <a:cubicBezTo>
                  <a:pt x="5472286" y="11338886"/>
                  <a:pt x="5289098" y="11522075"/>
                  <a:pt x="5063124" y="11522075"/>
                </a:cubicBezTo>
                <a:lnTo>
                  <a:pt x="409162" y="11522075"/>
                </a:lnTo>
                <a:cubicBezTo>
                  <a:pt x="183190" y="11522075"/>
                  <a:pt x="0" y="11338886"/>
                  <a:pt x="0" y="11112912"/>
                </a:cubicBezTo>
                <a:lnTo>
                  <a:pt x="0" y="409163"/>
                </a:lnTo>
                <a:cubicBezTo>
                  <a:pt x="0" y="183189"/>
                  <a:pt x="183190" y="0"/>
                  <a:pt x="409162"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9" name="Rectangle: Rounded Corners 18">
            <a:extLst>
              <a:ext uri="{FF2B5EF4-FFF2-40B4-BE49-F238E27FC236}">
                <a16:creationId xmlns:a16="http://schemas.microsoft.com/office/drawing/2014/main" id="{12604B63-7775-9D98-CDFD-4C8E84C53E82}"/>
              </a:ext>
            </a:extLst>
          </p:cNvPr>
          <p:cNvSpPr/>
          <p:nvPr userDrawn="1"/>
        </p:nvSpPr>
        <p:spPr>
          <a:xfrm>
            <a:off x="6784979" y="7006381"/>
            <a:ext cx="10806826" cy="5625073"/>
          </a:xfrm>
          <a:prstGeom prst="roundRect">
            <a:avLst>
              <a:gd name="adj" fmla="val 650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1691942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74878C3-29FA-043B-82DE-4A17FC6DA816}"/>
              </a:ext>
            </a:extLst>
          </p:cNvPr>
          <p:cNvSpPr>
            <a:spLocks noGrp="1"/>
          </p:cNvSpPr>
          <p:nvPr>
            <p:ph type="pic" sz="quarter" idx="10"/>
          </p:nvPr>
        </p:nvSpPr>
        <p:spPr>
          <a:xfrm>
            <a:off x="11213466" y="4625752"/>
            <a:ext cx="5933838" cy="3861164"/>
          </a:xfrm>
          <a:custGeom>
            <a:avLst/>
            <a:gdLst>
              <a:gd name="connsiteX0" fmla="*/ 592728 w 5933838"/>
              <a:gd name="connsiteY0" fmla="*/ 0 h 3861164"/>
              <a:gd name="connsiteX1" fmla="*/ 5341112 w 5933838"/>
              <a:gd name="connsiteY1" fmla="*/ 0 h 3861164"/>
              <a:gd name="connsiteX2" fmla="*/ 5933838 w 5933838"/>
              <a:gd name="connsiteY2" fmla="*/ 592727 h 3861164"/>
              <a:gd name="connsiteX3" fmla="*/ 5933838 w 5933838"/>
              <a:gd name="connsiteY3" fmla="*/ 3268437 h 3861164"/>
              <a:gd name="connsiteX4" fmla="*/ 5341112 w 5933838"/>
              <a:gd name="connsiteY4" fmla="*/ 3861164 h 3861164"/>
              <a:gd name="connsiteX5" fmla="*/ 592728 w 5933838"/>
              <a:gd name="connsiteY5" fmla="*/ 3861164 h 3861164"/>
              <a:gd name="connsiteX6" fmla="*/ 0 w 5933838"/>
              <a:gd name="connsiteY6" fmla="*/ 3268437 h 3861164"/>
              <a:gd name="connsiteX7" fmla="*/ 0 w 5933838"/>
              <a:gd name="connsiteY7" fmla="*/ 592727 h 3861164"/>
              <a:gd name="connsiteX8" fmla="*/ 592728 w 5933838"/>
              <a:gd name="connsiteY8" fmla="*/ 0 h 386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838" h="3861164">
                <a:moveTo>
                  <a:pt x="592728" y="0"/>
                </a:moveTo>
                <a:lnTo>
                  <a:pt x="5341112" y="0"/>
                </a:lnTo>
                <a:cubicBezTo>
                  <a:pt x="5668466" y="0"/>
                  <a:pt x="5933838" y="265373"/>
                  <a:pt x="5933838" y="592727"/>
                </a:cubicBezTo>
                <a:lnTo>
                  <a:pt x="5933838" y="3268437"/>
                </a:lnTo>
                <a:cubicBezTo>
                  <a:pt x="5933838" y="3595791"/>
                  <a:pt x="5668466" y="3861164"/>
                  <a:pt x="5341112" y="3861164"/>
                </a:cubicBezTo>
                <a:lnTo>
                  <a:pt x="592728" y="3861164"/>
                </a:lnTo>
                <a:cubicBezTo>
                  <a:pt x="265373" y="3861164"/>
                  <a:pt x="0" y="3595791"/>
                  <a:pt x="0" y="3268437"/>
                </a:cubicBezTo>
                <a:lnTo>
                  <a:pt x="0" y="592727"/>
                </a:lnTo>
                <a:cubicBezTo>
                  <a:pt x="0" y="265373"/>
                  <a:pt x="265373" y="0"/>
                  <a:pt x="59272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1" name="Picture Placeholder 10">
            <a:extLst>
              <a:ext uri="{FF2B5EF4-FFF2-40B4-BE49-F238E27FC236}">
                <a16:creationId xmlns:a16="http://schemas.microsoft.com/office/drawing/2014/main" id="{A026BBAB-0297-9D01-4EC4-9CFD96BF5D21}"/>
              </a:ext>
            </a:extLst>
          </p:cNvPr>
          <p:cNvSpPr>
            <a:spLocks noGrp="1"/>
          </p:cNvSpPr>
          <p:nvPr>
            <p:ph type="pic" sz="quarter" idx="12"/>
          </p:nvPr>
        </p:nvSpPr>
        <p:spPr>
          <a:xfrm>
            <a:off x="17418286" y="4625752"/>
            <a:ext cx="5933838" cy="7993285"/>
          </a:xfrm>
          <a:custGeom>
            <a:avLst/>
            <a:gdLst>
              <a:gd name="connsiteX0" fmla="*/ 758522 w 5933838"/>
              <a:gd name="connsiteY0" fmla="*/ 0 h 7993285"/>
              <a:gd name="connsiteX1" fmla="*/ 5175316 w 5933838"/>
              <a:gd name="connsiteY1" fmla="*/ 0 h 7993285"/>
              <a:gd name="connsiteX2" fmla="*/ 5933838 w 5933838"/>
              <a:gd name="connsiteY2" fmla="*/ 758523 h 7993285"/>
              <a:gd name="connsiteX3" fmla="*/ 5933838 w 5933838"/>
              <a:gd name="connsiteY3" fmla="*/ 7234762 h 7993285"/>
              <a:gd name="connsiteX4" fmla="*/ 5175316 w 5933838"/>
              <a:gd name="connsiteY4" fmla="*/ 7993285 h 7993285"/>
              <a:gd name="connsiteX5" fmla="*/ 758522 w 5933838"/>
              <a:gd name="connsiteY5" fmla="*/ 7993285 h 7993285"/>
              <a:gd name="connsiteX6" fmla="*/ 0 w 5933838"/>
              <a:gd name="connsiteY6" fmla="*/ 7234762 h 7993285"/>
              <a:gd name="connsiteX7" fmla="*/ 0 w 5933838"/>
              <a:gd name="connsiteY7" fmla="*/ 758523 h 7993285"/>
              <a:gd name="connsiteX8" fmla="*/ 758522 w 5933838"/>
              <a:gd name="connsiteY8" fmla="*/ 0 h 799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838" h="7993285">
                <a:moveTo>
                  <a:pt x="758522" y="0"/>
                </a:moveTo>
                <a:lnTo>
                  <a:pt x="5175316" y="0"/>
                </a:lnTo>
                <a:cubicBezTo>
                  <a:pt x="5594238" y="0"/>
                  <a:pt x="5933838" y="339602"/>
                  <a:pt x="5933838" y="758523"/>
                </a:cubicBezTo>
                <a:lnTo>
                  <a:pt x="5933838" y="7234762"/>
                </a:lnTo>
                <a:cubicBezTo>
                  <a:pt x="5933838" y="7653683"/>
                  <a:pt x="5594238" y="7993285"/>
                  <a:pt x="5175316" y="7993285"/>
                </a:cubicBezTo>
                <a:lnTo>
                  <a:pt x="758522" y="7993285"/>
                </a:lnTo>
                <a:cubicBezTo>
                  <a:pt x="339602" y="7993285"/>
                  <a:pt x="0" y="7653683"/>
                  <a:pt x="0" y="7234762"/>
                </a:cubicBezTo>
                <a:lnTo>
                  <a:pt x="0" y="758523"/>
                </a:lnTo>
                <a:cubicBezTo>
                  <a:pt x="0" y="339602"/>
                  <a:pt x="339602" y="0"/>
                  <a:pt x="758522"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9" name="Picture Placeholder 8">
            <a:extLst>
              <a:ext uri="{FF2B5EF4-FFF2-40B4-BE49-F238E27FC236}">
                <a16:creationId xmlns:a16="http://schemas.microsoft.com/office/drawing/2014/main" id="{1DC368D4-8DC3-4700-A79A-9C539DABA294}"/>
              </a:ext>
            </a:extLst>
          </p:cNvPr>
          <p:cNvSpPr>
            <a:spLocks noGrp="1"/>
          </p:cNvSpPr>
          <p:nvPr>
            <p:ph type="pic" sz="quarter" idx="11"/>
          </p:nvPr>
        </p:nvSpPr>
        <p:spPr>
          <a:xfrm>
            <a:off x="11213466" y="8757874"/>
            <a:ext cx="5933838" cy="3861164"/>
          </a:xfrm>
          <a:custGeom>
            <a:avLst/>
            <a:gdLst>
              <a:gd name="connsiteX0" fmla="*/ 592728 w 5933838"/>
              <a:gd name="connsiteY0" fmla="*/ 0 h 3861164"/>
              <a:gd name="connsiteX1" fmla="*/ 5341112 w 5933838"/>
              <a:gd name="connsiteY1" fmla="*/ 0 h 3861164"/>
              <a:gd name="connsiteX2" fmla="*/ 5933838 w 5933838"/>
              <a:gd name="connsiteY2" fmla="*/ 592727 h 3861164"/>
              <a:gd name="connsiteX3" fmla="*/ 5933838 w 5933838"/>
              <a:gd name="connsiteY3" fmla="*/ 3268437 h 3861164"/>
              <a:gd name="connsiteX4" fmla="*/ 5341112 w 5933838"/>
              <a:gd name="connsiteY4" fmla="*/ 3861164 h 3861164"/>
              <a:gd name="connsiteX5" fmla="*/ 592728 w 5933838"/>
              <a:gd name="connsiteY5" fmla="*/ 3861164 h 3861164"/>
              <a:gd name="connsiteX6" fmla="*/ 0 w 5933838"/>
              <a:gd name="connsiteY6" fmla="*/ 3268437 h 3861164"/>
              <a:gd name="connsiteX7" fmla="*/ 0 w 5933838"/>
              <a:gd name="connsiteY7" fmla="*/ 592727 h 3861164"/>
              <a:gd name="connsiteX8" fmla="*/ 592728 w 5933838"/>
              <a:gd name="connsiteY8" fmla="*/ 0 h 386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33838" h="3861164">
                <a:moveTo>
                  <a:pt x="592728" y="0"/>
                </a:moveTo>
                <a:lnTo>
                  <a:pt x="5341112" y="0"/>
                </a:lnTo>
                <a:cubicBezTo>
                  <a:pt x="5668466" y="0"/>
                  <a:pt x="5933838" y="265373"/>
                  <a:pt x="5933838" y="592727"/>
                </a:cubicBezTo>
                <a:lnTo>
                  <a:pt x="5933838" y="3268437"/>
                </a:lnTo>
                <a:cubicBezTo>
                  <a:pt x="5933838" y="3595791"/>
                  <a:pt x="5668466" y="3861164"/>
                  <a:pt x="5341112" y="3861164"/>
                </a:cubicBezTo>
                <a:lnTo>
                  <a:pt x="592728" y="3861164"/>
                </a:lnTo>
                <a:cubicBezTo>
                  <a:pt x="265373" y="3861164"/>
                  <a:pt x="0" y="3595791"/>
                  <a:pt x="0" y="3268437"/>
                </a:cubicBezTo>
                <a:lnTo>
                  <a:pt x="0" y="592727"/>
                </a:lnTo>
                <a:cubicBezTo>
                  <a:pt x="0" y="265373"/>
                  <a:pt x="265373" y="0"/>
                  <a:pt x="59272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32939666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82FC9A04-3E7C-86AA-3269-12494468769B}"/>
              </a:ext>
            </a:extLst>
          </p:cNvPr>
          <p:cNvSpPr>
            <a:spLocks noGrp="1"/>
          </p:cNvSpPr>
          <p:nvPr>
            <p:ph type="pic" sz="quarter" idx="16"/>
          </p:nvPr>
        </p:nvSpPr>
        <p:spPr>
          <a:xfrm>
            <a:off x="22161312" y="5620745"/>
            <a:ext cx="3063342" cy="5881614"/>
          </a:xfrm>
          <a:custGeom>
            <a:avLst/>
            <a:gdLst>
              <a:gd name="connsiteX0" fmla="*/ 306948 w 2775310"/>
              <a:gd name="connsiteY0" fmla="*/ 0 h 5328592"/>
              <a:gd name="connsiteX1" fmla="*/ 2468360 w 2775310"/>
              <a:gd name="connsiteY1" fmla="*/ 0 h 5328592"/>
              <a:gd name="connsiteX2" fmla="*/ 2775310 w 2775310"/>
              <a:gd name="connsiteY2" fmla="*/ 306950 h 5328592"/>
              <a:gd name="connsiteX3" fmla="*/ 2775310 w 2775310"/>
              <a:gd name="connsiteY3" fmla="*/ 5021643 h 5328592"/>
              <a:gd name="connsiteX4" fmla="*/ 2468360 w 2775310"/>
              <a:gd name="connsiteY4" fmla="*/ 5328592 h 5328592"/>
              <a:gd name="connsiteX5" fmla="*/ 306948 w 2775310"/>
              <a:gd name="connsiteY5" fmla="*/ 5328592 h 5328592"/>
              <a:gd name="connsiteX6" fmla="*/ 0 w 2775310"/>
              <a:gd name="connsiteY6" fmla="*/ 5021643 h 5328592"/>
              <a:gd name="connsiteX7" fmla="*/ 0 w 2775310"/>
              <a:gd name="connsiteY7" fmla="*/ 306950 h 5328592"/>
              <a:gd name="connsiteX8" fmla="*/ 306948 w 2775310"/>
              <a:gd name="connsiteY8" fmla="*/ 0 h 532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5310" h="5328592">
                <a:moveTo>
                  <a:pt x="306948" y="0"/>
                </a:moveTo>
                <a:lnTo>
                  <a:pt x="2468360" y="0"/>
                </a:lnTo>
                <a:cubicBezTo>
                  <a:pt x="2637884" y="0"/>
                  <a:pt x="2775310" y="137426"/>
                  <a:pt x="2775310" y="306950"/>
                </a:cubicBezTo>
                <a:lnTo>
                  <a:pt x="2775310" y="5021643"/>
                </a:lnTo>
                <a:cubicBezTo>
                  <a:pt x="2775310" y="5191166"/>
                  <a:pt x="2637884" y="5328592"/>
                  <a:pt x="2468360" y="5328592"/>
                </a:cubicBezTo>
                <a:lnTo>
                  <a:pt x="306948" y="5328592"/>
                </a:lnTo>
                <a:cubicBezTo>
                  <a:pt x="137426" y="5328592"/>
                  <a:pt x="0" y="5191166"/>
                  <a:pt x="0" y="5021643"/>
                </a:cubicBezTo>
                <a:lnTo>
                  <a:pt x="0" y="306950"/>
                </a:lnTo>
                <a:cubicBezTo>
                  <a:pt x="0" y="137426"/>
                  <a:pt x="137426" y="0"/>
                  <a:pt x="30694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21" name="Picture Placeholder 20">
            <a:extLst>
              <a:ext uri="{FF2B5EF4-FFF2-40B4-BE49-F238E27FC236}">
                <a16:creationId xmlns:a16="http://schemas.microsoft.com/office/drawing/2014/main" id="{B3068315-1CAC-ABA5-D094-9516EC7F76BC}"/>
              </a:ext>
            </a:extLst>
          </p:cNvPr>
          <p:cNvSpPr>
            <a:spLocks noGrp="1"/>
          </p:cNvSpPr>
          <p:nvPr>
            <p:ph type="pic" sz="quarter" idx="15"/>
          </p:nvPr>
        </p:nvSpPr>
        <p:spPr>
          <a:xfrm>
            <a:off x="18593524" y="6581489"/>
            <a:ext cx="3063342" cy="5881614"/>
          </a:xfrm>
          <a:custGeom>
            <a:avLst/>
            <a:gdLst>
              <a:gd name="connsiteX0" fmla="*/ 306948 w 2775310"/>
              <a:gd name="connsiteY0" fmla="*/ 0 h 5328592"/>
              <a:gd name="connsiteX1" fmla="*/ 2468360 w 2775310"/>
              <a:gd name="connsiteY1" fmla="*/ 0 h 5328592"/>
              <a:gd name="connsiteX2" fmla="*/ 2775310 w 2775310"/>
              <a:gd name="connsiteY2" fmla="*/ 306949 h 5328592"/>
              <a:gd name="connsiteX3" fmla="*/ 2775310 w 2775310"/>
              <a:gd name="connsiteY3" fmla="*/ 5021643 h 5328592"/>
              <a:gd name="connsiteX4" fmla="*/ 2468360 w 2775310"/>
              <a:gd name="connsiteY4" fmla="*/ 5328592 h 5328592"/>
              <a:gd name="connsiteX5" fmla="*/ 306948 w 2775310"/>
              <a:gd name="connsiteY5" fmla="*/ 5328592 h 5328592"/>
              <a:gd name="connsiteX6" fmla="*/ 0 w 2775310"/>
              <a:gd name="connsiteY6" fmla="*/ 5021643 h 5328592"/>
              <a:gd name="connsiteX7" fmla="*/ 0 w 2775310"/>
              <a:gd name="connsiteY7" fmla="*/ 306949 h 5328592"/>
              <a:gd name="connsiteX8" fmla="*/ 306948 w 2775310"/>
              <a:gd name="connsiteY8" fmla="*/ 0 h 532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5310" h="5328592">
                <a:moveTo>
                  <a:pt x="306948" y="0"/>
                </a:moveTo>
                <a:lnTo>
                  <a:pt x="2468360" y="0"/>
                </a:lnTo>
                <a:cubicBezTo>
                  <a:pt x="2637884" y="0"/>
                  <a:pt x="2775310" y="137426"/>
                  <a:pt x="2775310" y="306949"/>
                </a:cubicBezTo>
                <a:lnTo>
                  <a:pt x="2775310" y="5021643"/>
                </a:lnTo>
                <a:cubicBezTo>
                  <a:pt x="2775310" y="5191166"/>
                  <a:pt x="2637884" y="5328592"/>
                  <a:pt x="2468360" y="5328592"/>
                </a:cubicBezTo>
                <a:lnTo>
                  <a:pt x="306948" y="5328592"/>
                </a:lnTo>
                <a:cubicBezTo>
                  <a:pt x="137426" y="5328592"/>
                  <a:pt x="0" y="5191166"/>
                  <a:pt x="0" y="5021643"/>
                </a:cubicBezTo>
                <a:lnTo>
                  <a:pt x="0" y="306949"/>
                </a:lnTo>
                <a:cubicBezTo>
                  <a:pt x="0" y="137426"/>
                  <a:pt x="137426" y="0"/>
                  <a:pt x="30694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9" name="Picture Placeholder 18">
            <a:extLst>
              <a:ext uri="{FF2B5EF4-FFF2-40B4-BE49-F238E27FC236}">
                <a16:creationId xmlns:a16="http://schemas.microsoft.com/office/drawing/2014/main" id="{CDB522DF-D781-6112-1295-A496A643A135}"/>
              </a:ext>
            </a:extLst>
          </p:cNvPr>
          <p:cNvSpPr>
            <a:spLocks noGrp="1"/>
          </p:cNvSpPr>
          <p:nvPr>
            <p:ph type="pic" sz="quarter" idx="14"/>
          </p:nvPr>
        </p:nvSpPr>
        <p:spPr>
          <a:xfrm>
            <a:off x="15025734" y="5416998"/>
            <a:ext cx="3063342" cy="5881614"/>
          </a:xfrm>
          <a:custGeom>
            <a:avLst/>
            <a:gdLst>
              <a:gd name="connsiteX0" fmla="*/ 306949 w 2775310"/>
              <a:gd name="connsiteY0" fmla="*/ 0 h 5328592"/>
              <a:gd name="connsiteX1" fmla="*/ 2468362 w 2775310"/>
              <a:gd name="connsiteY1" fmla="*/ 0 h 5328592"/>
              <a:gd name="connsiteX2" fmla="*/ 2775310 w 2775310"/>
              <a:gd name="connsiteY2" fmla="*/ 306950 h 5328592"/>
              <a:gd name="connsiteX3" fmla="*/ 2775310 w 2775310"/>
              <a:gd name="connsiteY3" fmla="*/ 5021643 h 5328592"/>
              <a:gd name="connsiteX4" fmla="*/ 2468362 w 2775310"/>
              <a:gd name="connsiteY4" fmla="*/ 5328592 h 5328592"/>
              <a:gd name="connsiteX5" fmla="*/ 306949 w 2775310"/>
              <a:gd name="connsiteY5" fmla="*/ 5328592 h 5328592"/>
              <a:gd name="connsiteX6" fmla="*/ 0 w 2775310"/>
              <a:gd name="connsiteY6" fmla="*/ 5021643 h 5328592"/>
              <a:gd name="connsiteX7" fmla="*/ 0 w 2775310"/>
              <a:gd name="connsiteY7" fmla="*/ 306950 h 5328592"/>
              <a:gd name="connsiteX8" fmla="*/ 306949 w 2775310"/>
              <a:gd name="connsiteY8" fmla="*/ 0 h 532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5310" h="5328592">
                <a:moveTo>
                  <a:pt x="306949" y="0"/>
                </a:moveTo>
                <a:lnTo>
                  <a:pt x="2468362" y="0"/>
                </a:lnTo>
                <a:cubicBezTo>
                  <a:pt x="2637884" y="0"/>
                  <a:pt x="2775310" y="137426"/>
                  <a:pt x="2775310" y="306950"/>
                </a:cubicBezTo>
                <a:lnTo>
                  <a:pt x="2775310" y="5021643"/>
                </a:lnTo>
                <a:cubicBezTo>
                  <a:pt x="2775310" y="5191166"/>
                  <a:pt x="2637884" y="5328592"/>
                  <a:pt x="2468362" y="5328592"/>
                </a:cubicBezTo>
                <a:lnTo>
                  <a:pt x="306949" y="5328592"/>
                </a:lnTo>
                <a:cubicBezTo>
                  <a:pt x="137426" y="5328592"/>
                  <a:pt x="0" y="5191166"/>
                  <a:pt x="0" y="5021643"/>
                </a:cubicBezTo>
                <a:lnTo>
                  <a:pt x="0" y="306950"/>
                </a:lnTo>
                <a:cubicBezTo>
                  <a:pt x="0" y="137426"/>
                  <a:pt x="137426" y="0"/>
                  <a:pt x="306949"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7" name="Picture Placeholder 16">
            <a:extLst>
              <a:ext uri="{FF2B5EF4-FFF2-40B4-BE49-F238E27FC236}">
                <a16:creationId xmlns:a16="http://schemas.microsoft.com/office/drawing/2014/main" id="{C1C486EE-1053-6314-D5B5-92D43979756E}"/>
              </a:ext>
            </a:extLst>
          </p:cNvPr>
          <p:cNvSpPr>
            <a:spLocks noGrp="1"/>
          </p:cNvSpPr>
          <p:nvPr>
            <p:ph type="pic" sz="quarter" idx="13"/>
          </p:nvPr>
        </p:nvSpPr>
        <p:spPr>
          <a:xfrm>
            <a:off x="10277178" y="4692057"/>
            <a:ext cx="3878118" cy="7761144"/>
          </a:xfrm>
          <a:custGeom>
            <a:avLst/>
            <a:gdLst>
              <a:gd name="connsiteX0" fmla="*/ 428920 w 3878118"/>
              <a:gd name="connsiteY0" fmla="*/ 0 h 7761144"/>
              <a:gd name="connsiteX1" fmla="*/ 3449198 w 3878118"/>
              <a:gd name="connsiteY1" fmla="*/ 0 h 7761144"/>
              <a:gd name="connsiteX2" fmla="*/ 3878118 w 3878118"/>
              <a:gd name="connsiteY2" fmla="*/ 428920 h 7761144"/>
              <a:gd name="connsiteX3" fmla="*/ 3878118 w 3878118"/>
              <a:gd name="connsiteY3" fmla="*/ 7332224 h 7761144"/>
              <a:gd name="connsiteX4" fmla="*/ 3449198 w 3878118"/>
              <a:gd name="connsiteY4" fmla="*/ 7761144 h 7761144"/>
              <a:gd name="connsiteX5" fmla="*/ 428920 w 3878118"/>
              <a:gd name="connsiteY5" fmla="*/ 7761144 h 7761144"/>
              <a:gd name="connsiteX6" fmla="*/ 0 w 3878118"/>
              <a:gd name="connsiteY6" fmla="*/ 7332224 h 7761144"/>
              <a:gd name="connsiteX7" fmla="*/ 0 w 3878118"/>
              <a:gd name="connsiteY7" fmla="*/ 428920 h 7761144"/>
              <a:gd name="connsiteX8" fmla="*/ 428920 w 3878118"/>
              <a:gd name="connsiteY8" fmla="*/ 0 h 776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8118" h="7761144">
                <a:moveTo>
                  <a:pt x="428920" y="0"/>
                </a:moveTo>
                <a:lnTo>
                  <a:pt x="3449198" y="0"/>
                </a:lnTo>
                <a:cubicBezTo>
                  <a:pt x="3686084" y="0"/>
                  <a:pt x="3878118" y="192034"/>
                  <a:pt x="3878118" y="428920"/>
                </a:cubicBezTo>
                <a:lnTo>
                  <a:pt x="3878118" y="7332224"/>
                </a:lnTo>
                <a:cubicBezTo>
                  <a:pt x="3878118" y="7569110"/>
                  <a:pt x="3686084" y="7761144"/>
                  <a:pt x="3449198" y="7761144"/>
                </a:cubicBezTo>
                <a:lnTo>
                  <a:pt x="428920" y="7761144"/>
                </a:lnTo>
                <a:cubicBezTo>
                  <a:pt x="192034" y="7761144"/>
                  <a:pt x="0" y="7569110"/>
                  <a:pt x="0" y="7332224"/>
                </a:cubicBezTo>
                <a:lnTo>
                  <a:pt x="0" y="428920"/>
                </a:lnTo>
                <a:cubicBezTo>
                  <a:pt x="0" y="192034"/>
                  <a:pt x="192034" y="0"/>
                  <a:pt x="428920"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5" name="Picture Placeholder 14">
            <a:extLst>
              <a:ext uri="{FF2B5EF4-FFF2-40B4-BE49-F238E27FC236}">
                <a16:creationId xmlns:a16="http://schemas.microsoft.com/office/drawing/2014/main" id="{2C94792A-5A7A-816C-A49E-FFF23C511104}"/>
              </a:ext>
            </a:extLst>
          </p:cNvPr>
          <p:cNvSpPr>
            <a:spLocks noGrp="1"/>
          </p:cNvSpPr>
          <p:nvPr>
            <p:ph type="pic" sz="quarter" idx="12"/>
          </p:nvPr>
        </p:nvSpPr>
        <p:spPr>
          <a:xfrm>
            <a:off x="6343400" y="5416998"/>
            <a:ext cx="3063342" cy="5881614"/>
          </a:xfrm>
          <a:custGeom>
            <a:avLst/>
            <a:gdLst>
              <a:gd name="connsiteX0" fmla="*/ 306949 w 2775309"/>
              <a:gd name="connsiteY0" fmla="*/ 0 h 5328592"/>
              <a:gd name="connsiteX1" fmla="*/ 2468360 w 2775309"/>
              <a:gd name="connsiteY1" fmla="*/ 0 h 5328592"/>
              <a:gd name="connsiteX2" fmla="*/ 2775309 w 2775309"/>
              <a:gd name="connsiteY2" fmla="*/ 306950 h 5328592"/>
              <a:gd name="connsiteX3" fmla="*/ 2775309 w 2775309"/>
              <a:gd name="connsiteY3" fmla="*/ 5021643 h 5328592"/>
              <a:gd name="connsiteX4" fmla="*/ 2468360 w 2775309"/>
              <a:gd name="connsiteY4" fmla="*/ 5328592 h 5328592"/>
              <a:gd name="connsiteX5" fmla="*/ 306949 w 2775309"/>
              <a:gd name="connsiteY5" fmla="*/ 5328592 h 5328592"/>
              <a:gd name="connsiteX6" fmla="*/ 0 w 2775309"/>
              <a:gd name="connsiteY6" fmla="*/ 5021643 h 5328592"/>
              <a:gd name="connsiteX7" fmla="*/ 0 w 2775309"/>
              <a:gd name="connsiteY7" fmla="*/ 306950 h 5328592"/>
              <a:gd name="connsiteX8" fmla="*/ 306949 w 2775309"/>
              <a:gd name="connsiteY8" fmla="*/ 0 h 532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5309" h="5328592">
                <a:moveTo>
                  <a:pt x="306949" y="0"/>
                </a:moveTo>
                <a:lnTo>
                  <a:pt x="2468360" y="0"/>
                </a:lnTo>
                <a:cubicBezTo>
                  <a:pt x="2637884" y="0"/>
                  <a:pt x="2775309" y="137426"/>
                  <a:pt x="2775309" y="306950"/>
                </a:cubicBezTo>
                <a:lnTo>
                  <a:pt x="2775309" y="5021643"/>
                </a:lnTo>
                <a:cubicBezTo>
                  <a:pt x="2775309" y="5191166"/>
                  <a:pt x="2637884" y="5328592"/>
                  <a:pt x="2468360" y="5328592"/>
                </a:cubicBezTo>
                <a:lnTo>
                  <a:pt x="306949" y="5328592"/>
                </a:lnTo>
                <a:cubicBezTo>
                  <a:pt x="137425" y="5328592"/>
                  <a:pt x="0" y="5191166"/>
                  <a:pt x="0" y="5021643"/>
                </a:cubicBezTo>
                <a:lnTo>
                  <a:pt x="0" y="306950"/>
                </a:lnTo>
                <a:cubicBezTo>
                  <a:pt x="0" y="137426"/>
                  <a:pt x="137425" y="0"/>
                  <a:pt x="306949"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3" name="Picture Placeholder 12">
            <a:extLst>
              <a:ext uri="{FF2B5EF4-FFF2-40B4-BE49-F238E27FC236}">
                <a16:creationId xmlns:a16="http://schemas.microsoft.com/office/drawing/2014/main" id="{B6ADD219-6079-57B5-8A00-23E0413B53A6}"/>
              </a:ext>
            </a:extLst>
          </p:cNvPr>
          <p:cNvSpPr>
            <a:spLocks noGrp="1"/>
          </p:cNvSpPr>
          <p:nvPr>
            <p:ph type="pic" sz="quarter" idx="11"/>
          </p:nvPr>
        </p:nvSpPr>
        <p:spPr>
          <a:xfrm>
            <a:off x="2775609" y="6581489"/>
            <a:ext cx="3063342" cy="5881614"/>
          </a:xfrm>
          <a:custGeom>
            <a:avLst/>
            <a:gdLst>
              <a:gd name="connsiteX0" fmla="*/ 306948 w 2775310"/>
              <a:gd name="connsiteY0" fmla="*/ 0 h 5328592"/>
              <a:gd name="connsiteX1" fmla="*/ 2468361 w 2775310"/>
              <a:gd name="connsiteY1" fmla="*/ 0 h 5328592"/>
              <a:gd name="connsiteX2" fmla="*/ 2775310 w 2775310"/>
              <a:gd name="connsiteY2" fmla="*/ 306949 h 5328592"/>
              <a:gd name="connsiteX3" fmla="*/ 2775310 w 2775310"/>
              <a:gd name="connsiteY3" fmla="*/ 5021643 h 5328592"/>
              <a:gd name="connsiteX4" fmla="*/ 2468361 w 2775310"/>
              <a:gd name="connsiteY4" fmla="*/ 5328592 h 5328592"/>
              <a:gd name="connsiteX5" fmla="*/ 306948 w 2775310"/>
              <a:gd name="connsiteY5" fmla="*/ 5328592 h 5328592"/>
              <a:gd name="connsiteX6" fmla="*/ 0 w 2775310"/>
              <a:gd name="connsiteY6" fmla="*/ 5021643 h 5328592"/>
              <a:gd name="connsiteX7" fmla="*/ 0 w 2775310"/>
              <a:gd name="connsiteY7" fmla="*/ 306949 h 5328592"/>
              <a:gd name="connsiteX8" fmla="*/ 306948 w 2775310"/>
              <a:gd name="connsiteY8" fmla="*/ 0 h 532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5310" h="5328592">
                <a:moveTo>
                  <a:pt x="306948" y="0"/>
                </a:moveTo>
                <a:lnTo>
                  <a:pt x="2468361" y="0"/>
                </a:lnTo>
                <a:cubicBezTo>
                  <a:pt x="2637884" y="0"/>
                  <a:pt x="2775310" y="137426"/>
                  <a:pt x="2775310" y="306949"/>
                </a:cubicBezTo>
                <a:lnTo>
                  <a:pt x="2775310" y="5021643"/>
                </a:lnTo>
                <a:cubicBezTo>
                  <a:pt x="2775310" y="5191166"/>
                  <a:pt x="2637884" y="5328592"/>
                  <a:pt x="2468361" y="5328592"/>
                </a:cubicBezTo>
                <a:lnTo>
                  <a:pt x="306948" y="5328592"/>
                </a:lnTo>
                <a:cubicBezTo>
                  <a:pt x="137426" y="5328592"/>
                  <a:pt x="0" y="5191166"/>
                  <a:pt x="0" y="5021643"/>
                </a:cubicBezTo>
                <a:lnTo>
                  <a:pt x="0" y="306949"/>
                </a:lnTo>
                <a:cubicBezTo>
                  <a:pt x="0" y="137426"/>
                  <a:pt x="137426" y="0"/>
                  <a:pt x="30694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1" name="Picture Placeholder 10">
            <a:extLst>
              <a:ext uri="{FF2B5EF4-FFF2-40B4-BE49-F238E27FC236}">
                <a16:creationId xmlns:a16="http://schemas.microsoft.com/office/drawing/2014/main" id="{B3DEDA72-4538-779B-5E8F-5DF929163DF0}"/>
              </a:ext>
            </a:extLst>
          </p:cNvPr>
          <p:cNvSpPr>
            <a:spLocks noGrp="1"/>
          </p:cNvSpPr>
          <p:nvPr>
            <p:ph type="pic" sz="quarter" idx="10"/>
          </p:nvPr>
        </p:nvSpPr>
        <p:spPr>
          <a:xfrm>
            <a:off x="-792182" y="5620745"/>
            <a:ext cx="3063342" cy="5881614"/>
          </a:xfrm>
          <a:custGeom>
            <a:avLst/>
            <a:gdLst>
              <a:gd name="connsiteX0" fmla="*/ 306950 w 2775310"/>
              <a:gd name="connsiteY0" fmla="*/ 0 h 5328592"/>
              <a:gd name="connsiteX1" fmla="*/ 2468362 w 2775310"/>
              <a:gd name="connsiteY1" fmla="*/ 0 h 5328592"/>
              <a:gd name="connsiteX2" fmla="*/ 2775310 w 2775310"/>
              <a:gd name="connsiteY2" fmla="*/ 306950 h 5328592"/>
              <a:gd name="connsiteX3" fmla="*/ 2775310 w 2775310"/>
              <a:gd name="connsiteY3" fmla="*/ 5021643 h 5328592"/>
              <a:gd name="connsiteX4" fmla="*/ 2468362 w 2775310"/>
              <a:gd name="connsiteY4" fmla="*/ 5328592 h 5328592"/>
              <a:gd name="connsiteX5" fmla="*/ 306950 w 2775310"/>
              <a:gd name="connsiteY5" fmla="*/ 5328592 h 5328592"/>
              <a:gd name="connsiteX6" fmla="*/ 0 w 2775310"/>
              <a:gd name="connsiteY6" fmla="*/ 5021643 h 5328592"/>
              <a:gd name="connsiteX7" fmla="*/ 0 w 2775310"/>
              <a:gd name="connsiteY7" fmla="*/ 306950 h 5328592"/>
              <a:gd name="connsiteX8" fmla="*/ 306950 w 2775310"/>
              <a:gd name="connsiteY8" fmla="*/ 0 h 532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5310" h="5328592">
                <a:moveTo>
                  <a:pt x="306950" y="0"/>
                </a:moveTo>
                <a:lnTo>
                  <a:pt x="2468362" y="0"/>
                </a:lnTo>
                <a:cubicBezTo>
                  <a:pt x="2637884" y="0"/>
                  <a:pt x="2775310" y="137426"/>
                  <a:pt x="2775310" y="306950"/>
                </a:cubicBezTo>
                <a:lnTo>
                  <a:pt x="2775310" y="5021643"/>
                </a:lnTo>
                <a:cubicBezTo>
                  <a:pt x="2775310" y="5191166"/>
                  <a:pt x="2637884" y="5328592"/>
                  <a:pt x="2468362" y="5328592"/>
                </a:cubicBezTo>
                <a:lnTo>
                  <a:pt x="306950" y="5328592"/>
                </a:lnTo>
                <a:cubicBezTo>
                  <a:pt x="137426" y="5328592"/>
                  <a:pt x="0" y="5191166"/>
                  <a:pt x="0" y="5021643"/>
                </a:cubicBezTo>
                <a:lnTo>
                  <a:pt x="0" y="306950"/>
                </a:lnTo>
                <a:cubicBezTo>
                  <a:pt x="0" y="137426"/>
                  <a:pt x="137426" y="0"/>
                  <a:pt x="306950"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17518171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E6F36ED-95AD-7200-C5E0-AF721004F70A}"/>
              </a:ext>
            </a:extLst>
          </p:cNvPr>
          <p:cNvSpPr>
            <a:spLocks noGrp="1"/>
          </p:cNvSpPr>
          <p:nvPr>
            <p:ph type="pic" sz="quarter" idx="12"/>
          </p:nvPr>
        </p:nvSpPr>
        <p:spPr>
          <a:xfrm>
            <a:off x="16628708" y="2841370"/>
            <a:ext cx="6721544" cy="6608918"/>
          </a:xfrm>
          <a:custGeom>
            <a:avLst/>
            <a:gdLst>
              <a:gd name="connsiteX0" fmla="*/ 639808 w 6721544"/>
              <a:gd name="connsiteY0" fmla="*/ 0 h 6608918"/>
              <a:gd name="connsiteX1" fmla="*/ 6081736 w 6721544"/>
              <a:gd name="connsiteY1" fmla="*/ 0 h 6608918"/>
              <a:gd name="connsiteX2" fmla="*/ 6721544 w 6721544"/>
              <a:gd name="connsiteY2" fmla="*/ 639809 h 6608918"/>
              <a:gd name="connsiteX3" fmla="*/ 6721544 w 6721544"/>
              <a:gd name="connsiteY3" fmla="*/ 5969109 h 6608918"/>
              <a:gd name="connsiteX4" fmla="*/ 6081736 w 6721544"/>
              <a:gd name="connsiteY4" fmla="*/ 6608918 h 6608918"/>
              <a:gd name="connsiteX5" fmla="*/ 639808 w 6721544"/>
              <a:gd name="connsiteY5" fmla="*/ 6608918 h 6608918"/>
              <a:gd name="connsiteX6" fmla="*/ 0 w 6721544"/>
              <a:gd name="connsiteY6" fmla="*/ 5969109 h 6608918"/>
              <a:gd name="connsiteX7" fmla="*/ 0 w 6721544"/>
              <a:gd name="connsiteY7" fmla="*/ 639809 h 6608918"/>
              <a:gd name="connsiteX8" fmla="*/ 639808 w 6721544"/>
              <a:gd name="connsiteY8" fmla="*/ 0 h 66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544" h="6608918">
                <a:moveTo>
                  <a:pt x="639808" y="0"/>
                </a:moveTo>
                <a:lnTo>
                  <a:pt x="6081736" y="0"/>
                </a:lnTo>
                <a:cubicBezTo>
                  <a:pt x="6435092" y="0"/>
                  <a:pt x="6721544" y="286452"/>
                  <a:pt x="6721544" y="639809"/>
                </a:cubicBezTo>
                <a:lnTo>
                  <a:pt x="6721544" y="5969109"/>
                </a:lnTo>
                <a:cubicBezTo>
                  <a:pt x="6721544" y="6322466"/>
                  <a:pt x="6435092" y="6608918"/>
                  <a:pt x="6081736" y="6608918"/>
                </a:cubicBezTo>
                <a:lnTo>
                  <a:pt x="639808" y="6608918"/>
                </a:lnTo>
                <a:cubicBezTo>
                  <a:pt x="286452" y="6608918"/>
                  <a:pt x="0" y="6322466"/>
                  <a:pt x="0" y="5969109"/>
                </a:cubicBezTo>
                <a:lnTo>
                  <a:pt x="0" y="639809"/>
                </a:lnTo>
                <a:cubicBezTo>
                  <a:pt x="0" y="286452"/>
                  <a:pt x="286452" y="0"/>
                  <a:pt x="639808"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7" name="Picture Placeholder 6">
            <a:extLst>
              <a:ext uri="{FF2B5EF4-FFF2-40B4-BE49-F238E27FC236}">
                <a16:creationId xmlns:a16="http://schemas.microsoft.com/office/drawing/2014/main" id="{FA4E69A7-E7AF-32CB-9147-ED8E8CAC3E01}"/>
              </a:ext>
            </a:extLst>
          </p:cNvPr>
          <p:cNvSpPr>
            <a:spLocks noGrp="1"/>
          </p:cNvSpPr>
          <p:nvPr>
            <p:ph type="pic" sz="quarter" idx="10"/>
          </p:nvPr>
        </p:nvSpPr>
        <p:spPr>
          <a:xfrm>
            <a:off x="1034667" y="2841370"/>
            <a:ext cx="6721545" cy="6608918"/>
          </a:xfrm>
          <a:custGeom>
            <a:avLst/>
            <a:gdLst>
              <a:gd name="connsiteX0" fmla="*/ 639809 w 6721545"/>
              <a:gd name="connsiteY0" fmla="*/ 0 h 6608918"/>
              <a:gd name="connsiteX1" fmla="*/ 6081736 w 6721545"/>
              <a:gd name="connsiteY1" fmla="*/ 0 h 6608918"/>
              <a:gd name="connsiteX2" fmla="*/ 6721545 w 6721545"/>
              <a:gd name="connsiteY2" fmla="*/ 639809 h 6608918"/>
              <a:gd name="connsiteX3" fmla="*/ 6721545 w 6721545"/>
              <a:gd name="connsiteY3" fmla="*/ 5969109 h 6608918"/>
              <a:gd name="connsiteX4" fmla="*/ 6081736 w 6721545"/>
              <a:gd name="connsiteY4" fmla="*/ 6608918 h 6608918"/>
              <a:gd name="connsiteX5" fmla="*/ 639809 w 6721545"/>
              <a:gd name="connsiteY5" fmla="*/ 6608918 h 6608918"/>
              <a:gd name="connsiteX6" fmla="*/ 0 w 6721545"/>
              <a:gd name="connsiteY6" fmla="*/ 5969109 h 6608918"/>
              <a:gd name="connsiteX7" fmla="*/ 0 w 6721545"/>
              <a:gd name="connsiteY7" fmla="*/ 639809 h 6608918"/>
              <a:gd name="connsiteX8" fmla="*/ 639809 w 6721545"/>
              <a:gd name="connsiteY8" fmla="*/ 0 h 66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545" h="6608918">
                <a:moveTo>
                  <a:pt x="639809" y="0"/>
                </a:moveTo>
                <a:lnTo>
                  <a:pt x="6081736" y="0"/>
                </a:lnTo>
                <a:cubicBezTo>
                  <a:pt x="6435092" y="0"/>
                  <a:pt x="6721545" y="286452"/>
                  <a:pt x="6721545" y="639809"/>
                </a:cubicBezTo>
                <a:lnTo>
                  <a:pt x="6721545" y="5969109"/>
                </a:lnTo>
                <a:cubicBezTo>
                  <a:pt x="6721545" y="6322466"/>
                  <a:pt x="6435092" y="6608918"/>
                  <a:pt x="6081736" y="6608918"/>
                </a:cubicBezTo>
                <a:lnTo>
                  <a:pt x="639809" y="6608918"/>
                </a:lnTo>
                <a:cubicBezTo>
                  <a:pt x="286452" y="6608918"/>
                  <a:pt x="0" y="6322466"/>
                  <a:pt x="0" y="5969109"/>
                </a:cubicBezTo>
                <a:lnTo>
                  <a:pt x="0" y="639809"/>
                </a:lnTo>
                <a:cubicBezTo>
                  <a:pt x="0" y="286452"/>
                  <a:pt x="286452" y="0"/>
                  <a:pt x="639809"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13" name="Picture Placeholder 12">
            <a:extLst>
              <a:ext uri="{FF2B5EF4-FFF2-40B4-BE49-F238E27FC236}">
                <a16:creationId xmlns:a16="http://schemas.microsoft.com/office/drawing/2014/main" id="{33C31DCD-B6DD-DB12-9705-79BC159CF329}"/>
              </a:ext>
            </a:extLst>
          </p:cNvPr>
          <p:cNvSpPr>
            <a:spLocks noGrp="1"/>
          </p:cNvSpPr>
          <p:nvPr>
            <p:ph type="pic" sz="quarter" idx="13"/>
          </p:nvPr>
        </p:nvSpPr>
        <p:spPr>
          <a:xfrm>
            <a:off x="8829640" y="2841370"/>
            <a:ext cx="6721545" cy="6608918"/>
          </a:xfrm>
          <a:custGeom>
            <a:avLst/>
            <a:gdLst>
              <a:gd name="connsiteX0" fmla="*/ 639809 w 6721545"/>
              <a:gd name="connsiteY0" fmla="*/ 0 h 6608918"/>
              <a:gd name="connsiteX1" fmla="*/ 6081736 w 6721545"/>
              <a:gd name="connsiteY1" fmla="*/ 0 h 6608918"/>
              <a:gd name="connsiteX2" fmla="*/ 6721545 w 6721545"/>
              <a:gd name="connsiteY2" fmla="*/ 639809 h 6608918"/>
              <a:gd name="connsiteX3" fmla="*/ 6721545 w 6721545"/>
              <a:gd name="connsiteY3" fmla="*/ 5969109 h 6608918"/>
              <a:gd name="connsiteX4" fmla="*/ 6081736 w 6721545"/>
              <a:gd name="connsiteY4" fmla="*/ 6608918 h 6608918"/>
              <a:gd name="connsiteX5" fmla="*/ 639809 w 6721545"/>
              <a:gd name="connsiteY5" fmla="*/ 6608918 h 6608918"/>
              <a:gd name="connsiteX6" fmla="*/ 0 w 6721545"/>
              <a:gd name="connsiteY6" fmla="*/ 5969109 h 6608918"/>
              <a:gd name="connsiteX7" fmla="*/ 0 w 6721545"/>
              <a:gd name="connsiteY7" fmla="*/ 639809 h 6608918"/>
              <a:gd name="connsiteX8" fmla="*/ 639809 w 6721545"/>
              <a:gd name="connsiteY8" fmla="*/ 0 h 66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545" h="6608918">
                <a:moveTo>
                  <a:pt x="639809" y="0"/>
                </a:moveTo>
                <a:lnTo>
                  <a:pt x="6081736" y="0"/>
                </a:lnTo>
                <a:cubicBezTo>
                  <a:pt x="6435092" y="0"/>
                  <a:pt x="6721545" y="286452"/>
                  <a:pt x="6721545" y="639809"/>
                </a:cubicBezTo>
                <a:lnTo>
                  <a:pt x="6721545" y="5969109"/>
                </a:lnTo>
                <a:cubicBezTo>
                  <a:pt x="6721545" y="6322466"/>
                  <a:pt x="6435092" y="6608918"/>
                  <a:pt x="6081736" y="6608918"/>
                </a:cubicBezTo>
                <a:lnTo>
                  <a:pt x="639809" y="6608918"/>
                </a:lnTo>
                <a:cubicBezTo>
                  <a:pt x="286452" y="6608918"/>
                  <a:pt x="0" y="6322466"/>
                  <a:pt x="0" y="5969109"/>
                </a:cubicBezTo>
                <a:lnTo>
                  <a:pt x="0" y="639809"/>
                </a:lnTo>
                <a:cubicBezTo>
                  <a:pt x="0" y="286452"/>
                  <a:pt x="286452" y="0"/>
                  <a:pt x="639809"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18845118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08C6678-C054-AB74-F6B8-BA386797A991}"/>
              </a:ext>
            </a:extLst>
          </p:cNvPr>
          <p:cNvSpPr>
            <a:spLocks noGrp="1"/>
          </p:cNvSpPr>
          <p:nvPr>
            <p:ph type="pic" sz="quarter" idx="10"/>
          </p:nvPr>
        </p:nvSpPr>
        <p:spPr>
          <a:xfrm>
            <a:off x="0" y="1096964"/>
            <a:ext cx="11254309" cy="11545295"/>
          </a:xfrm>
          <a:custGeom>
            <a:avLst/>
            <a:gdLst>
              <a:gd name="connsiteX0" fmla="*/ 0 w 11254309"/>
              <a:gd name="connsiteY0" fmla="*/ 0 h 11545295"/>
              <a:gd name="connsiteX1" fmla="*/ 10269842 w 11254309"/>
              <a:gd name="connsiteY1" fmla="*/ 0 h 11545295"/>
              <a:gd name="connsiteX2" fmla="*/ 11254309 w 11254309"/>
              <a:gd name="connsiteY2" fmla="*/ 984467 h 11545295"/>
              <a:gd name="connsiteX3" fmla="*/ 11254309 w 11254309"/>
              <a:gd name="connsiteY3" fmla="*/ 10560828 h 11545295"/>
              <a:gd name="connsiteX4" fmla="*/ 10269842 w 11254309"/>
              <a:gd name="connsiteY4" fmla="*/ 11545295 h 11545295"/>
              <a:gd name="connsiteX5" fmla="*/ 0 w 11254309"/>
              <a:gd name="connsiteY5" fmla="*/ 11545295 h 11545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54309" h="11545295">
                <a:moveTo>
                  <a:pt x="0" y="0"/>
                </a:moveTo>
                <a:lnTo>
                  <a:pt x="10269842" y="0"/>
                </a:lnTo>
                <a:cubicBezTo>
                  <a:pt x="10813548" y="0"/>
                  <a:pt x="11254309" y="440761"/>
                  <a:pt x="11254309" y="984467"/>
                </a:cubicBezTo>
                <a:lnTo>
                  <a:pt x="11254309" y="10560828"/>
                </a:lnTo>
                <a:cubicBezTo>
                  <a:pt x="11254309" y="11104534"/>
                  <a:pt x="10813548" y="11545295"/>
                  <a:pt x="10269842" y="11545295"/>
                </a:cubicBezTo>
                <a:lnTo>
                  <a:pt x="0" y="11545295"/>
                </a:lnTo>
                <a:close/>
              </a:path>
            </a:pathLst>
          </a:custGeom>
          <a:pattFill prst="pct5">
            <a:fgClr>
              <a:schemeClr val="tx1"/>
            </a:fgClr>
            <a:bgClr>
              <a:schemeClr val="bg1"/>
            </a:bgClr>
          </a:pattFill>
        </p:spPr>
        <p:txBody>
          <a:bodyPr wrap="square">
            <a:noAutofit/>
          </a:bodyPr>
          <a:lstStyle>
            <a:lvl1pPr>
              <a:defRPr sz="3200"/>
            </a:lvl1pPr>
          </a:lstStyle>
          <a:p>
            <a:endParaRPr lang="id-ID"/>
          </a:p>
        </p:txBody>
      </p:sp>
      <p:sp>
        <p:nvSpPr>
          <p:cNvPr id="8" name="Rectangle: Rounded Corners 7">
            <a:extLst>
              <a:ext uri="{FF2B5EF4-FFF2-40B4-BE49-F238E27FC236}">
                <a16:creationId xmlns:a16="http://schemas.microsoft.com/office/drawing/2014/main" id="{1C71C925-1A34-EBAE-12E1-F2BAD7A94C38}"/>
              </a:ext>
            </a:extLst>
          </p:cNvPr>
          <p:cNvSpPr/>
          <p:nvPr userDrawn="1"/>
        </p:nvSpPr>
        <p:spPr>
          <a:xfrm>
            <a:off x="12170643" y="6126438"/>
            <a:ext cx="5251563" cy="2274966"/>
          </a:xfrm>
          <a:prstGeom prst="roundRect">
            <a:avLst>
              <a:gd name="adj" fmla="val 1130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Rounded Corners 8">
            <a:extLst>
              <a:ext uri="{FF2B5EF4-FFF2-40B4-BE49-F238E27FC236}">
                <a16:creationId xmlns:a16="http://schemas.microsoft.com/office/drawing/2014/main" id="{E2CD913A-2549-E033-A2DE-5A9D31B9EC1F}"/>
              </a:ext>
            </a:extLst>
          </p:cNvPr>
          <p:cNvSpPr/>
          <p:nvPr userDrawn="1"/>
        </p:nvSpPr>
        <p:spPr>
          <a:xfrm>
            <a:off x="18100562" y="6126438"/>
            <a:ext cx="5251563" cy="2274966"/>
          </a:xfrm>
          <a:prstGeom prst="roundRect">
            <a:avLst>
              <a:gd name="adj" fmla="val 1130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0" name="Rectangle: Rounded Corners 9">
            <a:extLst>
              <a:ext uri="{FF2B5EF4-FFF2-40B4-BE49-F238E27FC236}">
                <a16:creationId xmlns:a16="http://schemas.microsoft.com/office/drawing/2014/main" id="{D9581AB6-15B1-F96E-DC0D-8713ADBBEAEC}"/>
              </a:ext>
            </a:extLst>
          </p:cNvPr>
          <p:cNvSpPr/>
          <p:nvPr userDrawn="1"/>
        </p:nvSpPr>
        <p:spPr>
          <a:xfrm>
            <a:off x="12170643" y="8911340"/>
            <a:ext cx="5251563" cy="2274966"/>
          </a:xfrm>
          <a:prstGeom prst="roundRect">
            <a:avLst>
              <a:gd name="adj" fmla="val 1130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Rounded Corners 10">
            <a:extLst>
              <a:ext uri="{FF2B5EF4-FFF2-40B4-BE49-F238E27FC236}">
                <a16:creationId xmlns:a16="http://schemas.microsoft.com/office/drawing/2014/main" id="{83C045D1-F006-DF58-B843-0C898475C47B}"/>
              </a:ext>
            </a:extLst>
          </p:cNvPr>
          <p:cNvSpPr/>
          <p:nvPr userDrawn="1"/>
        </p:nvSpPr>
        <p:spPr>
          <a:xfrm>
            <a:off x="18100562" y="8911340"/>
            <a:ext cx="5251563" cy="2274966"/>
          </a:xfrm>
          <a:prstGeom prst="roundRect">
            <a:avLst>
              <a:gd name="adj" fmla="val 11307"/>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86745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980ED3F-48AE-DCA2-6B60-CE356ACFF16C}"/>
              </a:ext>
            </a:extLst>
          </p:cNvPr>
          <p:cNvSpPr>
            <a:spLocks noGrp="1"/>
          </p:cNvSpPr>
          <p:nvPr>
            <p:ph type="pic" sz="quarter" idx="10"/>
          </p:nvPr>
        </p:nvSpPr>
        <p:spPr>
          <a:xfrm>
            <a:off x="1030288" y="1096964"/>
            <a:ext cx="22321836" cy="5545013"/>
          </a:xfrm>
          <a:custGeom>
            <a:avLst/>
            <a:gdLst>
              <a:gd name="connsiteX0" fmla="*/ 638730 w 22321836"/>
              <a:gd name="connsiteY0" fmla="*/ 0 h 5545013"/>
              <a:gd name="connsiteX1" fmla="*/ 21683108 w 22321836"/>
              <a:gd name="connsiteY1" fmla="*/ 0 h 5545013"/>
              <a:gd name="connsiteX2" fmla="*/ 22321836 w 22321836"/>
              <a:gd name="connsiteY2" fmla="*/ 638730 h 5545013"/>
              <a:gd name="connsiteX3" fmla="*/ 22321836 w 22321836"/>
              <a:gd name="connsiteY3" fmla="*/ 4906283 h 5545013"/>
              <a:gd name="connsiteX4" fmla="*/ 21683108 w 22321836"/>
              <a:gd name="connsiteY4" fmla="*/ 5545013 h 5545013"/>
              <a:gd name="connsiteX5" fmla="*/ 638730 w 22321836"/>
              <a:gd name="connsiteY5" fmla="*/ 5545013 h 5545013"/>
              <a:gd name="connsiteX6" fmla="*/ 0 w 22321836"/>
              <a:gd name="connsiteY6" fmla="*/ 4906283 h 5545013"/>
              <a:gd name="connsiteX7" fmla="*/ 0 w 22321836"/>
              <a:gd name="connsiteY7" fmla="*/ 638730 h 5545013"/>
              <a:gd name="connsiteX8" fmla="*/ 638730 w 22321836"/>
              <a:gd name="connsiteY8" fmla="*/ 0 h 5545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1836" h="5545013">
                <a:moveTo>
                  <a:pt x="638730" y="0"/>
                </a:moveTo>
                <a:lnTo>
                  <a:pt x="21683108" y="0"/>
                </a:lnTo>
                <a:cubicBezTo>
                  <a:pt x="22035868" y="0"/>
                  <a:pt x="22321836" y="285969"/>
                  <a:pt x="22321836" y="638730"/>
                </a:cubicBezTo>
                <a:lnTo>
                  <a:pt x="22321836" y="4906283"/>
                </a:lnTo>
                <a:cubicBezTo>
                  <a:pt x="22321836" y="5259044"/>
                  <a:pt x="22035868" y="5545013"/>
                  <a:pt x="21683108" y="5545013"/>
                </a:cubicBezTo>
                <a:lnTo>
                  <a:pt x="638730" y="5545013"/>
                </a:lnTo>
                <a:cubicBezTo>
                  <a:pt x="285969" y="5545013"/>
                  <a:pt x="0" y="5259044"/>
                  <a:pt x="0" y="4906283"/>
                </a:cubicBezTo>
                <a:lnTo>
                  <a:pt x="0" y="638730"/>
                </a:lnTo>
                <a:cubicBezTo>
                  <a:pt x="0" y="285969"/>
                  <a:pt x="285969" y="0"/>
                  <a:pt x="638730" y="0"/>
                </a:cubicBezTo>
                <a:close/>
              </a:path>
            </a:pathLst>
          </a:custGeom>
          <a:pattFill prst="pct5">
            <a:fgClr>
              <a:schemeClr val="tx1"/>
            </a:fgClr>
            <a:bgClr>
              <a:schemeClr val="bg1"/>
            </a:bgClr>
          </a:pattFill>
        </p:spPr>
        <p:txBody>
          <a:bodyPr wrap="square">
            <a:noAutofit/>
          </a:bodyPr>
          <a:lstStyle>
            <a:lvl1pPr>
              <a:defRPr sz="3200"/>
            </a:lvl1pPr>
          </a:lstStyle>
          <a:p>
            <a:endParaRPr lang="id-ID"/>
          </a:p>
        </p:txBody>
      </p:sp>
    </p:spTree>
    <p:extLst>
      <p:ext uri="{BB962C8B-B14F-4D97-AF65-F5344CB8AC3E}">
        <p14:creationId xmlns:p14="http://schemas.microsoft.com/office/powerpoint/2010/main" val="40585519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99EDF11-F2A0-3130-9E81-65407DCCF4BC}"/>
              </a:ext>
            </a:extLst>
          </p:cNvPr>
          <p:cNvSpPr>
            <a:spLocks noGrp="1"/>
          </p:cNvSpPr>
          <p:nvPr>
            <p:ph type="pic" sz="quarter" idx="10"/>
          </p:nvPr>
        </p:nvSpPr>
        <p:spPr>
          <a:xfrm>
            <a:off x="-1" y="0"/>
            <a:ext cx="24382413" cy="8658200"/>
          </a:xfrm>
          <a:prstGeom prst="rect">
            <a:avLst/>
          </a:prstGeom>
          <a:pattFill prst="pct5">
            <a:fgClr>
              <a:schemeClr val="tx1"/>
            </a:fgClr>
            <a:bgClr>
              <a:schemeClr val="bg1"/>
            </a:bgClr>
          </a:pattFill>
        </p:spPr>
        <p:txBody>
          <a:bodyPr/>
          <a:lstStyle>
            <a:lvl1pPr>
              <a:defRPr sz="3200"/>
            </a:lvl1pPr>
          </a:lstStyle>
          <a:p>
            <a:endParaRPr lang="id-ID"/>
          </a:p>
        </p:txBody>
      </p:sp>
      <p:sp>
        <p:nvSpPr>
          <p:cNvPr id="4" name="Picture Placeholder 3">
            <a:extLst>
              <a:ext uri="{FF2B5EF4-FFF2-40B4-BE49-F238E27FC236}">
                <a16:creationId xmlns:a16="http://schemas.microsoft.com/office/drawing/2014/main" id="{78449770-ECAB-2E86-FCCF-296AC3138DA8}"/>
              </a:ext>
            </a:extLst>
          </p:cNvPr>
          <p:cNvSpPr>
            <a:spLocks noGrp="1"/>
          </p:cNvSpPr>
          <p:nvPr>
            <p:ph type="pic" sz="quarter" idx="11"/>
          </p:nvPr>
        </p:nvSpPr>
        <p:spPr>
          <a:xfrm>
            <a:off x="-1" y="8658200"/>
            <a:ext cx="24382413" cy="5057800"/>
          </a:xfrm>
          <a:prstGeom prst="rect">
            <a:avLst/>
          </a:prstGeom>
          <a:pattFill prst="pct5">
            <a:fgClr>
              <a:schemeClr val="tx1"/>
            </a:fgClr>
            <a:bgClr>
              <a:schemeClr val="bg1"/>
            </a:bgClr>
          </a:pattFill>
        </p:spPr>
        <p:txBody>
          <a:bodyPr/>
          <a:lstStyle>
            <a:lvl1pPr>
              <a:defRPr sz="3200"/>
            </a:lvl1pPr>
          </a:lstStyle>
          <a:p>
            <a:endParaRPr lang="id-ID"/>
          </a:p>
        </p:txBody>
      </p:sp>
    </p:spTree>
    <p:extLst>
      <p:ext uri="{BB962C8B-B14F-4D97-AF65-F5344CB8AC3E}">
        <p14:creationId xmlns:p14="http://schemas.microsoft.com/office/powerpoint/2010/main" val="36639211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3E89ECC-3026-149C-27C7-58DF9A6FE101}"/>
              </a:ext>
            </a:extLst>
          </p:cNvPr>
          <p:cNvSpPr>
            <a:spLocks noGrp="1"/>
          </p:cNvSpPr>
          <p:nvPr>
            <p:ph type="pic" sz="quarter" idx="10"/>
          </p:nvPr>
        </p:nvSpPr>
        <p:spPr>
          <a:xfrm>
            <a:off x="-1" y="0"/>
            <a:ext cx="24382413" cy="10098360"/>
          </a:xfrm>
          <a:prstGeom prst="rect">
            <a:avLst/>
          </a:prstGeom>
          <a:pattFill prst="pct5">
            <a:fgClr>
              <a:schemeClr val="tx1"/>
            </a:fgClr>
            <a:bgClr>
              <a:schemeClr val="bg1"/>
            </a:bgClr>
          </a:pattFill>
        </p:spPr>
        <p:txBody>
          <a:bodyPr/>
          <a:lstStyle>
            <a:lvl1pPr>
              <a:defRPr sz="3200"/>
            </a:lvl1pPr>
          </a:lstStyle>
          <a:p>
            <a:endParaRPr lang="id-ID"/>
          </a:p>
        </p:txBody>
      </p:sp>
    </p:spTree>
    <p:extLst>
      <p:ext uri="{BB962C8B-B14F-4D97-AF65-F5344CB8AC3E}">
        <p14:creationId xmlns:p14="http://schemas.microsoft.com/office/powerpoint/2010/main" val="37723956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hree Columns ">
  <p:cSld name="Title + Three Columns ">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9435378" y="7381267"/>
            <a:ext cx="5511641" cy="146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4800">
                <a:solidFill>
                  <a:schemeClr val="lt1"/>
                </a:solidFill>
              </a:defRPr>
            </a:lvl1pPr>
            <a:lvl2pPr lvl="1" algn="ctr" rtl="0">
              <a:spcBef>
                <a:spcPts val="0"/>
              </a:spcBef>
              <a:spcAft>
                <a:spcPts val="0"/>
              </a:spcAft>
              <a:buClr>
                <a:schemeClr val="lt1"/>
              </a:buClr>
              <a:buSzPts val="4200"/>
              <a:buNone/>
              <a:defRPr sz="11199">
                <a:solidFill>
                  <a:schemeClr val="lt1"/>
                </a:solidFill>
              </a:defRPr>
            </a:lvl2pPr>
            <a:lvl3pPr lvl="2" algn="ctr" rtl="0">
              <a:spcBef>
                <a:spcPts val="0"/>
              </a:spcBef>
              <a:spcAft>
                <a:spcPts val="0"/>
              </a:spcAft>
              <a:buClr>
                <a:schemeClr val="lt1"/>
              </a:buClr>
              <a:buSzPts val="4200"/>
              <a:buNone/>
              <a:defRPr sz="11199">
                <a:solidFill>
                  <a:schemeClr val="lt1"/>
                </a:solidFill>
              </a:defRPr>
            </a:lvl3pPr>
            <a:lvl4pPr lvl="3" algn="ctr" rtl="0">
              <a:spcBef>
                <a:spcPts val="0"/>
              </a:spcBef>
              <a:spcAft>
                <a:spcPts val="0"/>
              </a:spcAft>
              <a:buClr>
                <a:schemeClr val="lt1"/>
              </a:buClr>
              <a:buSzPts val="4200"/>
              <a:buNone/>
              <a:defRPr sz="11199">
                <a:solidFill>
                  <a:schemeClr val="lt1"/>
                </a:solidFill>
              </a:defRPr>
            </a:lvl4pPr>
            <a:lvl5pPr lvl="4" algn="ctr" rtl="0">
              <a:spcBef>
                <a:spcPts val="0"/>
              </a:spcBef>
              <a:spcAft>
                <a:spcPts val="0"/>
              </a:spcAft>
              <a:buClr>
                <a:schemeClr val="lt1"/>
              </a:buClr>
              <a:buSzPts val="4200"/>
              <a:buNone/>
              <a:defRPr sz="11199">
                <a:solidFill>
                  <a:schemeClr val="lt1"/>
                </a:solidFill>
              </a:defRPr>
            </a:lvl5pPr>
            <a:lvl6pPr lvl="5" algn="ctr" rtl="0">
              <a:spcBef>
                <a:spcPts val="0"/>
              </a:spcBef>
              <a:spcAft>
                <a:spcPts val="0"/>
              </a:spcAft>
              <a:buClr>
                <a:schemeClr val="lt1"/>
              </a:buClr>
              <a:buSzPts val="4200"/>
              <a:buNone/>
              <a:defRPr sz="11199">
                <a:solidFill>
                  <a:schemeClr val="lt1"/>
                </a:solidFill>
              </a:defRPr>
            </a:lvl6pPr>
            <a:lvl7pPr lvl="6" algn="ctr" rtl="0">
              <a:spcBef>
                <a:spcPts val="0"/>
              </a:spcBef>
              <a:spcAft>
                <a:spcPts val="0"/>
              </a:spcAft>
              <a:buClr>
                <a:schemeClr val="lt1"/>
              </a:buClr>
              <a:buSzPts val="4200"/>
              <a:buNone/>
              <a:defRPr sz="11199">
                <a:solidFill>
                  <a:schemeClr val="lt1"/>
                </a:solidFill>
              </a:defRPr>
            </a:lvl7pPr>
            <a:lvl8pPr lvl="7" algn="ctr" rtl="0">
              <a:spcBef>
                <a:spcPts val="0"/>
              </a:spcBef>
              <a:spcAft>
                <a:spcPts val="0"/>
              </a:spcAft>
              <a:buClr>
                <a:schemeClr val="lt1"/>
              </a:buClr>
              <a:buSzPts val="4200"/>
              <a:buNone/>
              <a:defRPr sz="11199">
                <a:solidFill>
                  <a:schemeClr val="lt1"/>
                </a:solidFill>
              </a:defRPr>
            </a:lvl8pPr>
            <a:lvl9pPr lvl="8" algn="ctr" rtl="0">
              <a:spcBef>
                <a:spcPts val="0"/>
              </a:spcBef>
              <a:spcAft>
                <a:spcPts val="0"/>
              </a:spcAft>
              <a:buClr>
                <a:schemeClr val="lt1"/>
              </a:buClr>
              <a:buSzPts val="4200"/>
              <a:buNone/>
              <a:defRPr sz="11199">
                <a:solidFill>
                  <a:schemeClr val="lt1"/>
                </a:solidFill>
              </a:defRPr>
            </a:lvl9pPr>
          </a:lstStyle>
          <a:p>
            <a:endParaRPr/>
          </a:p>
        </p:txBody>
      </p:sp>
      <p:sp>
        <p:nvSpPr>
          <p:cNvPr id="68" name="Google Shape;68;p18"/>
          <p:cNvSpPr txBox="1">
            <a:spLocks noGrp="1"/>
          </p:cNvSpPr>
          <p:nvPr>
            <p:ph type="subTitle" idx="1"/>
          </p:nvPr>
        </p:nvSpPr>
        <p:spPr>
          <a:xfrm>
            <a:off x="9435378" y="9207667"/>
            <a:ext cx="5511641" cy="32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3733">
                <a:solidFill>
                  <a:schemeClr val="lt1"/>
                </a:solidFill>
              </a:defRPr>
            </a:lvl1pPr>
            <a:lvl2pPr lvl="1" algn="ctr" rtl="0">
              <a:lnSpc>
                <a:spcPct val="100000"/>
              </a:lnSpc>
              <a:spcBef>
                <a:spcPts val="0"/>
              </a:spcBef>
              <a:spcAft>
                <a:spcPts val="0"/>
              </a:spcAft>
              <a:buClr>
                <a:schemeClr val="lt1"/>
              </a:buClr>
              <a:buSzPts val="2100"/>
              <a:buNone/>
              <a:defRPr sz="5600">
                <a:solidFill>
                  <a:schemeClr val="lt1"/>
                </a:solidFill>
              </a:defRPr>
            </a:lvl2pPr>
            <a:lvl3pPr lvl="2" algn="ctr" rtl="0">
              <a:lnSpc>
                <a:spcPct val="100000"/>
              </a:lnSpc>
              <a:spcBef>
                <a:spcPts val="0"/>
              </a:spcBef>
              <a:spcAft>
                <a:spcPts val="0"/>
              </a:spcAft>
              <a:buClr>
                <a:schemeClr val="lt1"/>
              </a:buClr>
              <a:buSzPts val="2100"/>
              <a:buNone/>
              <a:defRPr sz="5600">
                <a:solidFill>
                  <a:schemeClr val="lt1"/>
                </a:solidFill>
              </a:defRPr>
            </a:lvl3pPr>
            <a:lvl4pPr lvl="3" algn="ctr" rtl="0">
              <a:lnSpc>
                <a:spcPct val="100000"/>
              </a:lnSpc>
              <a:spcBef>
                <a:spcPts val="0"/>
              </a:spcBef>
              <a:spcAft>
                <a:spcPts val="0"/>
              </a:spcAft>
              <a:buClr>
                <a:schemeClr val="lt1"/>
              </a:buClr>
              <a:buSzPts val="2100"/>
              <a:buNone/>
              <a:defRPr sz="5600">
                <a:solidFill>
                  <a:schemeClr val="lt1"/>
                </a:solidFill>
              </a:defRPr>
            </a:lvl4pPr>
            <a:lvl5pPr lvl="4" algn="ctr" rtl="0">
              <a:lnSpc>
                <a:spcPct val="100000"/>
              </a:lnSpc>
              <a:spcBef>
                <a:spcPts val="0"/>
              </a:spcBef>
              <a:spcAft>
                <a:spcPts val="0"/>
              </a:spcAft>
              <a:buClr>
                <a:schemeClr val="lt1"/>
              </a:buClr>
              <a:buSzPts val="2100"/>
              <a:buNone/>
              <a:defRPr sz="5600">
                <a:solidFill>
                  <a:schemeClr val="lt1"/>
                </a:solidFill>
              </a:defRPr>
            </a:lvl5pPr>
            <a:lvl6pPr lvl="5" algn="ctr" rtl="0">
              <a:lnSpc>
                <a:spcPct val="100000"/>
              </a:lnSpc>
              <a:spcBef>
                <a:spcPts val="0"/>
              </a:spcBef>
              <a:spcAft>
                <a:spcPts val="0"/>
              </a:spcAft>
              <a:buClr>
                <a:schemeClr val="lt1"/>
              </a:buClr>
              <a:buSzPts val="2100"/>
              <a:buNone/>
              <a:defRPr sz="5600">
                <a:solidFill>
                  <a:schemeClr val="lt1"/>
                </a:solidFill>
              </a:defRPr>
            </a:lvl6pPr>
            <a:lvl7pPr lvl="6" algn="ctr" rtl="0">
              <a:lnSpc>
                <a:spcPct val="100000"/>
              </a:lnSpc>
              <a:spcBef>
                <a:spcPts val="0"/>
              </a:spcBef>
              <a:spcAft>
                <a:spcPts val="0"/>
              </a:spcAft>
              <a:buClr>
                <a:schemeClr val="lt1"/>
              </a:buClr>
              <a:buSzPts val="2100"/>
              <a:buNone/>
              <a:defRPr sz="5600">
                <a:solidFill>
                  <a:schemeClr val="lt1"/>
                </a:solidFill>
              </a:defRPr>
            </a:lvl7pPr>
            <a:lvl8pPr lvl="7" algn="ctr" rtl="0">
              <a:lnSpc>
                <a:spcPct val="100000"/>
              </a:lnSpc>
              <a:spcBef>
                <a:spcPts val="0"/>
              </a:spcBef>
              <a:spcAft>
                <a:spcPts val="0"/>
              </a:spcAft>
              <a:buClr>
                <a:schemeClr val="lt1"/>
              </a:buClr>
              <a:buSzPts val="2100"/>
              <a:buNone/>
              <a:defRPr sz="5600">
                <a:solidFill>
                  <a:schemeClr val="lt1"/>
                </a:solidFill>
              </a:defRPr>
            </a:lvl8pPr>
            <a:lvl9pPr lvl="8" algn="ctr" rtl="0">
              <a:lnSpc>
                <a:spcPct val="100000"/>
              </a:lnSpc>
              <a:spcBef>
                <a:spcPts val="0"/>
              </a:spcBef>
              <a:spcAft>
                <a:spcPts val="0"/>
              </a:spcAft>
              <a:buClr>
                <a:schemeClr val="lt1"/>
              </a:buClr>
              <a:buSzPts val="2100"/>
              <a:buNone/>
              <a:defRPr sz="5600">
                <a:solidFill>
                  <a:schemeClr val="lt1"/>
                </a:solidFill>
              </a:defRPr>
            </a:lvl9pPr>
          </a:lstStyle>
          <a:p>
            <a:endParaRPr/>
          </a:p>
        </p:txBody>
      </p:sp>
      <p:sp>
        <p:nvSpPr>
          <p:cNvPr id="69" name="Google Shape;69;p18"/>
          <p:cNvSpPr txBox="1">
            <a:spLocks noGrp="1"/>
          </p:cNvSpPr>
          <p:nvPr>
            <p:ph type="title" idx="2"/>
          </p:nvPr>
        </p:nvSpPr>
        <p:spPr>
          <a:xfrm>
            <a:off x="16075095" y="7381267"/>
            <a:ext cx="5511641" cy="146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4800">
                <a:solidFill>
                  <a:schemeClr val="lt1"/>
                </a:solidFill>
              </a:defRPr>
            </a:lvl1pPr>
            <a:lvl2pPr lvl="1" algn="ctr" rtl="0">
              <a:spcBef>
                <a:spcPts val="0"/>
              </a:spcBef>
              <a:spcAft>
                <a:spcPts val="0"/>
              </a:spcAft>
              <a:buClr>
                <a:schemeClr val="lt1"/>
              </a:buClr>
              <a:buSzPts val="4200"/>
              <a:buNone/>
              <a:defRPr sz="11199">
                <a:solidFill>
                  <a:schemeClr val="lt1"/>
                </a:solidFill>
              </a:defRPr>
            </a:lvl2pPr>
            <a:lvl3pPr lvl="2" algn="ctr" rtl="0">
              <a:spcBef>
                <a:spcPts val="0"/>
              </a:spcBef>
              <a:spcAft>
                <a:spcPts val="0"/>
              </a:spcAft>
              <a:buClr>
                <a:schemeClr val="lt1"/>
              </a:buClr>
              <a:buSzPts val="4200"/>
              <a:buNone/>
              <a:defRPr sz="11199">
                <a:solidFill>
                  <a:schemeClr val="lt1"/>
                </a:solidFill>
              </a:defRPr>
            </a:lvl3pPr>
            <a:lvl4pPr lvl="3" algn="ctr" rtl="0">
              <a:spcBef>
                <a:spcPts val="0"/>
              </a:spcBef>
              <a:spcAft>
                <a:spcPts val="0"/>
              </a:spcAft>
              <a:buClr>
                <a:schemeClr val="lt1"/>
              </a:buClr>
              <a:buSzPts val="4200"/>
              <a:buNone/>
              <a:defRPr sz="11199">
                <a:solidFill>
                  <a:schemeClr val="lt1"/>
                </a:solidFill>
              </a:defRPr>
            </a:lvl4pPr>
            <a:lvl5pPr lvl="4" algn="ctr" rtl="0">
              <a:spcBef>
                <a:spcPts val="0"/>
              </a:spcBef>
              <a:spcAft>
                <a:spcPts val="0"/>
              </a:spcAft>
              <a:buClr>
                <a:schemeClr val="lt1"/>
              </a:buClr>
              <a:buSzPts val="4200"/>
              <a:buNone/>
              <a:defRPr sz="11199">
                <a:solidFill>
                  <a:schemeClr val="lt1"/>
                </a:solidFill>
              </a:defRPr>
            </a:lvl5pPr>
            <a:lvl6pPr lvl="5" algn="ctr" rtl="0">
              <a:spcBef>
                <a:spcPts val="0"/>
              </a:spcBef>
              <a:spcAft>
                <a:spcPts val="0"/>
              </a:spcAft>
              <a:buClr>
                <a:schemeClr val="lt1"/>
              </a:buClr>
              <a:buSzPts val="4200"/>
              <a:buNone/>
              <a:defRPr sz="11199">
                <a:solidFill>
                  <a:schemeClr val="lt1"/>
                </a:solidFill>
              </a:defRPr>
            </a:lvl6pPr>
            <a:lvl7pPr lvl="6" algn="ctr" rtl="0">
              <a:spcBef>
                <a:spcPts val="0"/>
              </a:spcBef>
              <a:spcAft>
                <a:spcPts val="0"/>
              </a:spcAft>
              <a:buClr>
                <a:schemeClr val="lt1"/>
              </a:buClr>
              <a:buSzPts val="4200"/>
              <a:buNone/>
              <a:defRPr sz="11199">
                <a:solidFill>
                  <a:schemeClr val="lt1"/>
                </a:solidFill>
              </a:defRPr>
            </a:lvl7pPr>
            <a:lvl8pPr lvl="7" algn="ctr" rtl="0">
              <a:spcBef>
                <a:spcPts val="0"/>
              </a:spcBef>
              <a:spcAft>
                <a:spcPts val="0"/>
              </a:spcAft>
              <a:buClr>
                <a:schemeClr val="lt1"/>
              </a:buClr>
              <a:buSzPts val="4200"/>
              <a:buNone/>
              <a:defRPr sz="11199">
                <a:solidFill>
                  <a:schemeClr val="lt1"/>
                </a:solidFill>
              </a:defRPr>
            </a:lvl8pPr>
            <a:lvl9pPr lvl="8" algn="ctr" rtl="0">
              <a:spcBef>
                <a:spcPts val="0"/>
              </a:spcBef>
              <a:spcAft>
                <a:spcPts val="0"/>
              </a:spcAft>
              <a:buClr>
                <a:schemeClr val="lt1"/>
              </a:buClr>
              <a:buSzPts val="4200"/>
              <a:buNone/>
              <a:defRPr sz="11199">
                <a:solidFill>
                  <a:schemeClr val="lt1"/>
                </a:solidFill>
              </a:defRPr>
            </a:lvl9pPr>
          </a:lstStyle>
          <a:p>
            <a:endParaRPr/>
          </a:p>
        </p:txBody>
      </p:sp>
      <p:sp>
        <p:nvSpPr>
          <p:cNvPr id="70" name="Google Shape;70;p18"/>
          <p:cNvSpPr txBox="1">
            <a:spLocks noGrp="1"/>
          </p:cNvSpPr>
          <p:nvPr>
            <p:ph type="subTitle" idx="3"/>
          </p:nvPr>
        </p:nvSpPr>
        <p:spPr>
          <a:xfrm>
            <a:off x="16075095" y="9207667"/>
            <a:ext cx="5511641" cy="32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3733">
                <a:solidFill>
                  <a:schemeClr val="lt1"/>
                </a:solidFill>
              </a:defRPr>
            </a:lvl1pPr>
            <a:lvl2pPr lvl="1" algn="ctr" rtl="0">
              <a:lnSpc>
                <a:spcPct val="100000"/>
              </a:lnSpc>
              <a:spcBef>
                <a:spcPts val="0"/>
              </a:spcBef>
              <a:spcAft>
                <a:spcPts val="0"/>
              </a:spcAft>
              <a:buClr>
                <a:schemeClr val="lt1"/>
              </a:buClr>
              <a:buSzPts val="2100"/>
              <a:buNone/>
              <a:defRPr sz="5600">
                <a:solidFill>
                  <a:schemeClr val="lt1"/>
                </a:solidFill>
              </a:defRPr>
            </a:lvl2pPr>
            <a:lvl3pPr lvl="2" algn="ctr" rtl="0">
              <a:lnSpc>
                <a:spcPct val="100000"/>
              </a:lnSpc>
              <a:spcBef>
                <a:spcPts val="0"/>
              </a:spcBef>
              <a:spcAft>
                <a:spcPts val="0"/>
              </a:spcAft>
              <a:buClr>
                <a:schemeClr val="lt1"/>
              </a:buClr>
              <a:buSzPts val="2100"/>
              <a:buNone/>
              <a:defRPr sz="5600">
                <a:solidFill>
                  <a:schemeClr val="lt1"/>
                </a:solidFill>
              </a:defRPr>
            </a:lvl3pPr>
            <a:lvl4pPr lvl="3" algn="ctr" rtl="0">
              <a:lnSpc>
                <a:spcPct val="100000"/>
              </a:lnSpc>
              <a:spcBef>
                <a:spcPts val="0"/>
              </a:spcBef>
              <a:spcAft>
                <a:spcPts val="0"/>
              </a:spcAft>
              <a:buClr>
                <a:schemeClr val="lt1"/>
              </a:buClr>
              <a:buSzPts val="2100"/>
              <a:buNone/>
              <a:defRPr sz="5600">
                <a:solidFill>
                  <a:schemeClr val="lt1"/>
                </a:solidFill>
              </a:defRPr>
            </a:lvl4pPr>
            <a:lvl5pPr lvl="4" algn="ctr" rtl="0">
              <a:lnSpc>
                <a:spcPct val="100000"/>
              </a:lnSpc>
              <a:spcBef>
                <a:spcPts val="0"/>
              </a:spcBef>
              <a:spcAft>
                <a:spcPts val="0"/>
              </a:spcAft>
              <a:buClr>
                <a:schemeClr val="lt1"/>
              </a:buClr>
              <a:buSzPts val="2100"/>
              <a:buNone/>
              <a:defRPr sz="5600">
                <a:solidFill>
                  <a:schemeClr val="lt1"/>
                </a:solidFill>
              </a:defRPr>
            </a:lvl5pPr>
            <a:lvl6pPr lvl="5" algn="ctr" rtl="0">
              <a:lnSpc>
                <a:spcPct val="100000"/>
              </a:lnSpc>
              <a:spcBef>
                <a:spcPts val="0"/>
              </a:spcBef>
              <a:spcAft>
                <a:spcPts val="0"/>
              </a:spcAft>
              <a:buClr>
                <a:schemeClr val="lt1"/>
              </a:buClr>
              <a:buSzPts val="2100"/>
              <a:buNone/>
              <a:defRPr sz="5600">
                <a:solidFill>
                  <a:schemeClr val="lt1"/>
                </a:solidFill>
              </a:defRPr>
            </a:lvl6pPr>
            <a:lvl7pPr lvl="6" algn="ctr" rtl="0">
              <a:lnSpc>
                <a:spcPct val="100000"/>
              </a:lnSpc>
              <a:spcBef>
                <a:spcPts val="0"/>
              </a:spcBef>
              <a:spcAft>
                <a:spcPts val="0"/>
              </a:spcAft>
              <a:buClr>
                <a:schemeClr val="lt1"/>
              </a:buClr>
              <a:buSzPts val="2100"/>
              <a:buNone/>
              <a:defRPr sz="5600">
                <a:solidFill>
                  <a:schemeClr val="lt1"/>
                </a:solidFill>
              </a:defRPr>
            </a:lvl7pPr>
            <a:lvl8pPr lvl="7" algn="ctr" rtl="0">
              <a:lnSpc>
                <a:spcPct val="100000"/>
              </a:lnSpc>
              <a:spcBef>
                <a:spcPts val="0"/>
              </a:spcBef>
              <a:spcAft>
                <a:spcPts val="0"/>
              </a:spcAft>
              <a:buClr>
                <a:schemeClr val="lt1"/>
              </a:buClr>
              <a:buSzPts val="2100"/>
              <a:buNone/>
              <a:defRPr sz="5600">
                <a:solidFill>
                  <a:schemeClr val="lt1"/>
                </a:solidFill>
              </a:defRPr>
            </a:lvl8pPr>
            <a:lvl9pPr lvl="8" algn="ctr" rtl="0">
              <a:lnSpc>
                <a:spcPct val="100000"/>
              </a:lnSpc>
              <a:spcBef>
                <a:spcPts val="0"/>
              </a:spcBef>
              <a:spcAft>
                <a:spcPts val="0"/>
              </a:spcAft>
              <a:buClr>
                <a:schemeClr val="lt1"/>
              </a:buClr>
              <a:buSzPts val="2100"/>
              <a:buNone/>
              <a:defRPr sz="5600">
                <a:solidFill>
                  <a:schemeClr val="lt1"/>
                </a:solidFill>
              </a:defRPr>
            </a:lvl9pPr>
          </a:lstStyle>
          <a:p>
            <a:endParaRPr/>
          </a:p>
        </p:txBody>
      </p:sp>
      <p:sp>
        <p:nvSpPr>
          <p:cNvPr id="71" name="Google Shape;71;p18"/>
          <p:cNvSpPr txBox="1">
            <a:spLocks noGrp="1"/>
          </p:cNvSpPr>
          <p:nvPr>
            <p:ph type="title" idx="4"/>
          </p:nvPr>
        </p:nvSpPr>
        <p:spPr>
          <a:xfrm>
            <a:off x="2502504" y="1186733"/>
            <a:ext cx="12343997" cy="251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6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2" name="Google Shape;72;p18"/>
          <p:cNvSpPr txBox="1">
            <a:spLocks noGrp="1"/>
          </p:cNvSpPr>
          <p:nvPr>
            <p:ph type="title" idx="5"/>
          </p:nvPr>
        </p:nvSpPr>
        <p:spPr>
          <a:xfrm>
            <a:off x="2795677" y="7381267"/>
            <a:ext cx="5511641" cy="146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4800">
                <a:solidFill>
                  <a:schemeClr val="lt1"/>
                </a:solidFill>
              </a:defRPr>
            </a:lvl1pPr>
            <a:lvl2pPr lvl="1" algn="ctr" rtl="0">
              <a:spcBef>
                <a:spcPts val="0"/>
              </a:spcBef>
              <a:spcAft>
                <a:spcPts val="0"/>
              </a:spcAft>
              <a:buClr>
                <a:schemeClr val="lt1"/>
              </a:buClr>
              <a:buSzPts val="4200"/>
              <a:buNone/>
              <a:defRPr sz="11199">
                <a:solidFill>
                  <a:schemeClr val="lt1"/>
                </a:solidFill>
              </a:defRPr>
            </a:lvl2pPr>
            <a:lvl3pPr lvl="2" algn="ctr" rtl="0">
              <a:spcBef>
                <a:spcPts val="0"/>
              </a:spcBef>
              <a:spcAft>
                <a:spcPts val="0"/>
              </a:spcAft>
              <a:buClr>
                <a:schemeClr val="lt1"/>
              </a:buClr>
              <a:buSzPts val="4200"/>
              <a:buNone/>
              <a:defRPr sz="11199">
                <a:solidFill>
                  <a:schemeClr val="lt1"/>
                </a:solidFill>
              </a:defRPr>
            </a:lvl3pPr>
            <a:lvl4pPr lvl="3" algn="ctr" rtl="0">
              <a:spcBef>
                <a:spcPts val="0"/>
              </a:spcBef>
              <a:spcAft>
                <a:spcPts val="0"/>
              </a:spcAft>
              <a:buClr>
                <a:schemeClr val="lt1"/>
              </a:buClr>
              <a:buSzPts val="4200"/>
              <a:buNone/>
              <a:defRPr sz="11199">
                <a:solidFill>
                  <a:schemeClr val="lt1"/>
                </a:solidFill>
              </a:defRPr>
            </a:lvl4pPr>
            <a:lvl5pPr lvl="4" algn="ctr" rtl="0">
              <a:spcBef>
                <a:spcPts val="0"/>
              </a:spcBef>
              <a:spcAft>
                <a:spcPts val="0"/>
              </a:spcAft>
              <a:buClr>
                <a:schemeClr val="lt1"/>
              </a:buClr>
              <a:buSzPts val="4200"/>
              <a:buNone/>
              <a:defRPr sz="11199">
                <a:solidFill>
                  <a:schemeClr val="lt1"/>
                </a:solidFill>
              </a:defRPr>
            </a:lvl5pPr>
            <a:lvl6pPr lvl="5" algn="ctr" rtl="0">
              <a:spcBef>
                <a:spcPts val="0"/>
              </a:spcBef>
              <a:spcAft>
                <a:spcPts val="0"/>
              </a:spcAft>
              <a:buClr>
                <a:schemeClr val="lt1"/>
              </a:buClr>
              <a:buSzPts val="4200"/>
              <a:buNone/>
              <a:defRPr sz="11199">
                <a:solidFill>
                  <a:schemeClr val="lt1"/>
                </a:solidFill>
              </a:defRPr>
            </a:lvl6pPr>
            <a:lvl7pPr lvl="6" algn="ctr" rtl="0">
              <a:spcBef>
                <a:spcPts val="0"/>
              </a:spcBef>
              <a:spcAft>
                <a:spcPts val="0"/>
              </a:spcAft>
              <a:buClr>
                <a:schemeClr val="lt1"/>
              </a:buClr>
              <a:buSzPts val="4200"/>
              <a:buNone/>
              <a:defRPr sz="11199">
                <a:solidFill>
                  <a:schemeClr val="lt1"/>
                </a:solidFill>
              </a:defRPr>
            </a:lvl7pPr>
            <a:lvl8pPr lvl="7" algn="ctr" rtl="0">
              <a:spcBef>
                <a:spcPts val="0"/>
              </a:spcBef>
              <a:spcAft>
                <a:spcPts val="0"/>
              </a:spcAft>
              <a:buClr>
                <a:schemeClr val="lt1"/>
              </a:buClr>
              <a:buSzPts val="4200"/>
              <a:buNone/>
              <a:defRPr sz="11199">
                <a:solidFill>
                  <a:schemeClr val="lt1"/>
                </a:solidFill>
              </a:defRPr>
            </a:lvl8pPr>
            <a:lvl9pPr lvl="8" algn="ctr" rtl="0">
              <a:spcBef>
                <a:spcPts val="0"/>
              </a:spcBef>
              <a:spcAft>
                <a:spcPts val="0"/>
              </a:spcAft>
              <a:buClr>
                <a:schemeClr val="lt1"/>
              </a:buClr>
              <a:buSzPts val="4200"/>
              <a:buNone/>
              <a:defRPr sz="11199">
                <a:solidFill>
                  <a:schemeClr val="lt1"/>
                </a:solidFill>
              </a:defRPr>
            </a:lvl9pPr>
          </a:lstStyle>
          <a:p>
            <a:endParaRPr/>
          </a:p>
        </p:txBody>
      </p:sp>
      <p:sp>
        <p:nvSpPr>
          <p:cNvPr id="73" name="Google Shape;73;p18"/>
          <p:cNvSpPr txBox="1">
            <a:spLocks noGrp="1"/>
          </p:cNvSpPr>
          <p:nvPr>
            <p:ph type="subTitle" idx="6"/>
          </p:nvPr>
        </p:nvSpPr>
        <p:spPr>
          <a:xfrm>
            <a:off x="2795677" y="9207667"/>
            <a:ext cx="5511641" cy="32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3733">
                <a:solidFill>
                  <a:schemeClr val="lt1"/>
                </a:solidFill>
              </a:defRPr>
            </a:lvl1pPr>
            <a:lvl2pPr lvl="1" algn="ctr" rtl="0">
              <a:lnSpc>
                <a:spcPct val="100000"/>
              </a:lnSpc>
              <a:spcBef>
                <a:spcPts val="0"/>
              </a:spcBef>
              <a:spcAft>
                <a:spcPts val="0"/>
              </a:spcAft>
              <a:buClr>
                <a:schemeClr val="lt1"/>
              </a:buClr>
              <a:buSzPts val="2100"/>
              <a:buNone/>
              <a:defRPr sz="5600">
                <a:solidFill>
                  <a:schemeClr val="lt1"/>
                </a:solidFill>
              </a:defRPr>
            </a:lvl2pPr>
            <a:lvl3pPr lvl="2" algn="ctr" rtl="0">
              <a:lnSpc>
                <a:spcPct val="100000"/>
              </a:lnSpc>
              <a:spcBef>
                <a:spcPts val="0"/>
              </a:spcBef>
              <a:spcAft>
                <a:spcPts val="0"/>
              </a:spcAft>
              <a:buClr>
                <a:schemeClr val="lt1"/>
              </a:buClr>
              <a:buSzPts val="2100"/>
              <a:buNone/>
              <a:defRPr sz="5600">
                <a:solidFill>
                  <a:schemeClr val="lt1"/>
                </a:solidFill>
              </a:defRPr>
            </a:lvl3pPr>
            <a:lvl4pPr lvl="3" algn="ctr" rtl="0">
              <a:lnSpc>
                <a:spcPct val="100000"/>
              </a:lnSpc>
              <a:spcBef>
                <a:spcPts val="0"/>
              </a:spcBef>
              <a:spcAft>
                <a:spcPts val="0"/>
              </a:spcAft>
              <a:buClr>
                <a:schemeClr val="lt1"/>
              </a:buClr>
              <a:buSzPts val="2100"/>
              <a:buNone/>
              <a:defRPr sz="5600">
                <a:solidFill>
                  <a:schemeClr val="lt1"/>
                </a:solidFill>
              </a:defRPr>
            </a:lvl4pPr>
            <a:lvl5pPr lvl="4" algn="ctr" rtl="0">
              <a:lnSpc>
                <a:spcPct val="100000"/>
              </a:lnSpc>
              <a:spcBef>
                <a:spcPts val="0"/>
              </a:spcBef>
              <a:spcAft>
                <a:spcPts val="0"/>
              </a:spcAft>
              <a:buClr>
                <a:schemeClr val="lt1"/>
              </a:buClr>
              <a:buSzPts val="2100"/>
              <a:buNone/>
              <a:defRPr sz="5600">
                <a:solidFill>
                  <a:schemeClr val="lt1"/>
                </a:solidFill>
              </a:defRPr>
            </a:lvl5pPr>
            <a:lvl6pPr lvl="5" algn="ctr" rtl="0">
              <a:lnSpc>
                <a:spcPct val="100000"/>
              </a:lnSpc>
              <a:spcBef>
                <a:spcPts val="0"/>
              </a:spcBef>
              <a:spcAft>
                <a:spcPts val="0"/>
              </a:spcAft>
              <a:buClr>
                <a:schemeClr val="lt1"/>
              </a:buClr>
              <a:buSzPts val="2100"/>
              <a:buNone/>
              <a:defRPr sz="5600">
                <a:solidFill>
                  <a:schemeClr val="lt1"/>
                </a:solidFill>
              </a:defRPr>
            </a:lvl6pPr>
            <a:lvl7pPr lvl="6" algn="ctr" rtl="0">
              <a:lnSpc>
                <a:spcPct val="100000"/>
              </a:lnSpc>
              <a:spcBef>
                <a:spcPts val="0"/>
              </a:spcBef>
              <a:spcAft>
                <a:spcPts val="0"/>
              </a:spcAft>
              <a:buClr>
                <a:schemeClr val="lt1"/>
              </a:buClr>
              <a:buSzPts val="2100"/>
              <a:buNone/>
              <a:defRPr sz="5600">
                <a:solidFill>
                  <a:schemeClr val="lt1"/>
                </a:solidFill>
              </a:defRPr>
            </a:lvl7pPr>
            <a:lvl8pPr lvl="7" algn="ctr" rtl="0">
              <a:lnSpc>
                <a:spcPct val="100000"/>
              </a:lnSpc>
              <a:spcBef>
                <a:spcPts val="0"/>
              </a:spcBef>
              <a:spcAft>
                <a:spcPts val="0"/>
              </a:spcAft>
              <a:buClr>
                <a:schemeClr val="lt1"/>
              </a:buClr>
              <a:buSzPts val="2100"/>
              <a:buNone/>
              <a:defRPr sz="5600">
                <a:solidFill>
                  <a:schemeClr val="lt1"/>
                </a:solidFill>
              </a:defRPr>
            </a:lvl8pPr>
            <a:lvl9pPr lvl="8" algn="ctr" rtl="0">
              <a:lnSpc>
                <a:spcPct val="100000"/>
              </a:lnSpc>
              <a:spcBef>
                <a:spcPts val="0"/>
              </a:spcBef>
              <a:spcAft>
                <a:spcPts val="0"/>
              </a:spcAft>
              <a:buClr>
                <a:schemeClr val="lt1"/>
              </a:buClr>
              <a:buSzPts val="2100"/>
              <a:buNone/>
              <a:defRPr sz="5600">
                <a:solidFill>
                  <a:schemeClr val="lt1"/>
                </a:solidFill>
              </a:defRPr>
            </a:lvl9pPr>
          </a:lstStyle>
          <a:p>
            <a:endParaRPr/>
          </a:p>
        </p:txBody>
      </p:sp>
    </p:spTree>
    <p:extLst>
      <p:ext uri="{BB962C8B-B14F-4D97-AF65-F5344CB8AC3E}">
        <p14:creationId xmlns:p14="http://schemas.microsoft.com/office/powerpoint/2010/main" val="40413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0890265"/>
      </p:ext>
    </p:extLst>
  </p:cSld>
  <p:clrMap bg1="dk1" tx1="lt1" bg2="dk2" tx2="lt2" accent1="accent1" accent2="accent2" accent3="accent3" accent4="accent4" accent5="accent5" accent6="accent6" hlink="hlink" folHlink="folHlink"/>
  <p:sldLayoutIdLst>
    <p:sldLayoutId id="2147483661" r:id="rId1"/>
    <p:sldLayoutId id="2147483682" r:id="rId2"/>
    <p:sldLayoutId id="2147483662" r:id="rId3"/>
    <p:sldLayoutId id="2147483663" r:id="rId4"/>
    <p:sldLayoutId id="2147483688" r:id="rId5"/>
    <p:sldLayoutId id="2147483664" r:id="rId6"/>
    <p:sldLayoutId id="2147483668" r:id="rId7"/>
    <p:sldLayoutId id="2147483665" r:id="rId8"/>
    <p:sldLayoutId id="2147483669" r:id="rId9"/>
    <p:sldLayoutId id="2147483670" r:id="rId10"/>
    <p:sldLayoutId id="2147483671" r:id="rId11"/>
    <p:sldLayoutId id="2147483672" r:id="rId12"/>
    <p:sldLayoutId id="2147483673" r:id="rId13"/>
    <p:sldLayoutId id="2147483674" r:id="rId14"/>
    <p:sldLayoutId id="2147483675" r:id="rId15"/>
    <p:sldLayoutId id="2147483677" r:id="rId16"/>
    <p:sldLayoutId id="2147483676" r:id="rId17"/>
    <p:sldLayoutId id="2147483678" r:id="rId18"/>
    <p:sldLayoutId id="2147483679" r:id="rId19"/>
    <p:sldLayoutId id="2147483680" r:id="rId20"/>
    <p:sldLayoutId id="2147483681" r:id="rId21"/>
    <p:sldLayoutId id="2147483684" r:id="rId22"/>
    <p:sldLayoutId id="2147483685" r:id="rId23"/>
    <p:sldLayoutId id="2147483687" r:id="rId24"/>
    <p:sldLayoutId id="2147483686" r:id="rId25"/>
    <p:sldLayoutId id="2147483666" r:id="rId26"/>
    <p:sldLayoutId id="2147483667" r:id="rId27"/>
    <p:sldLayoutId id="2147483689" r:id="rId28"/>
  </p:sldLayoutIdLst>
  <p:txStyles>
    <p:titleStyle>
      <a:lvl1pPr algn="l" defTabSz="1828709"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userDrawn="1">
          <p15:clr>
            <a:srgbClr val="F26B43"/>
          </p15:clr>
        </p15:guide>
        <p15:guide id="2" pos="767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hyperlink" Target="https://creativecommons.org/licenses/by-nc-sa/3.0/" TargetMode="External"/><Relationship Id="rId3" Type="http://schemas.openxmlformats.org/officeDocument/2006/relationships/image" Target="../media/image12.svg"/><Relationship Id="rId7" Type="http://schemas.openxmlformats.org/officeDocument/2006/relationships/hyperlink" Target="https://www.tuinstitutoonline.com/cursos/base_avanzado_1/05_er_relacional.php" TargetMode="External"/><Relationship Id="rId2" Type="http://schemas.openxmlformats.org/officeDocument/2006/relationships/image" Target="../media/image11.png"/><Relationship Id="rId1" Type="http://schemas.openxmlformats.org/officeDocument/2006/relationships/slideLayout" Target="../slideLayouts/slideLayout26.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4.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hyperlink" Target="https://creativecommons.org/licenses/by-nc-sa/3.0/" TargetMode="External"/><Relationship Id="rId3" Type="http://schemas.openxmlformats.org/officeDocument/2006/relationships/image" Target="../media/image12.svg"/><Relationship Id="rId7" Type="http://schemas.openxmlformats.org/officeDocument/2006/relationships/hyperlink" Target="https://www.tuinstitutoonline.com/cursos/bbdd/basebasico1_v19es/02tablas.php" TargetMode="External"/><Relationship Id="rId2" Type="http://schemas.openxmlformats.org/officeDocument/2006/relationships/image" Target="../media/image11.png"/><Relationship Id="rId1" Type="http://schemas.openxmlformats.org/officeDocument/2006/relationships/slideLayout" Target="../slideLayouts/slideLayout26.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170DD38-E9C3-D315-4E4F-FEE67F936025}"/>
              </a:ext>
            </a:extLst>
          </p:cNvPr>
          <p:cNvSpPr txBox="1"/>
          <p:nvPr/>
        </p:nvSpPr>
        <p:spPr>
          <a:xfrm>
            <a:off x="11887199" y="4157260"/>
            <a:ext cx="11456832" cy="1862048"/>
          </a:xfrm>
          <a:prstGeom prst="rect">
            <a:avLst/>
          </a:prstGeom>
          <a:noFill/>
          <a:ln>
            <a:noFill/>
          </a:ln>
        </p:spPr>
        <p:txBody>
          <a:bodyPr wrap="square">
            <a:spAutoFit/>
          </a:bodyPr>
          <a:lstStyle/>
          <a:p>
            <a:r>
              <a:rPr lang="en-US" sz="11500" b="1" dirty="0" err="1">
                <a:latin typeface="Avenir Next LT Pro"/>
                <a:ea typeface="Inter Tight" pitchFamily="2" charset="0"/>
                <a:cs typeface="Inter Tight" pitchFamily="2" charset="0"/>
              </a:rPr>
              <a:t>Normalización</a:t>
            </a:r>
            <a:endParaRPr lang="id-ID" sz="11500" b="1" dirty="0">
              <a:latin typeface="Avenir Next LT Pro"/>
              <a:ea typeface="Inter Tight" pitchFamily="2" charset="0"/>
              <a:cs typeface="Inter Tight" pitchFamily="2" charset="0"/>
            </a:endParaRPr>
          </a:p>
        </p:txBody>
      </p:sp>
      <p:sp>
        <p:nvSpPr>
          <p:cNvPr id="34" name="Rectangle: Rounded Corners 33">
            <a:extLst>
              <a:ext uri="{FF2B5EF4-FFF2-40B4-BE49-F238E27FC236}">
                <a16:creationId xmlns:a16="http://schemas.microsoft.com/office/drawing/2014/main" id="{EE500D8B-D499-5E34-5254-B65391837836}"/>
              </a:ext>
            </a:extLst>
          </p:cNvPr>
          <p:cNvSpPr/>
          <p:nvPr/>
        </p:nvSpPr>
        <p:spPr>
          <a:xfrm>
            <a:off x="1038382" y="2321497"/>
            <a:ext cx="3404913" cy="7416823"/>
          </a:xfrm>
          <a:prstGeom prst="roundRect">
            <a:avLst>
              <a:gd name="adj" fmla="val 23139"/>
            </a:avLst>
          </a:prstGeom>
          <a:gradFill>
            <a:gsLst>
              <a:gs pos="88000">
                <a:srgbClr val="120B3E"/>
              </a:gs>
              <a:gs pos="17000">
                <a:srgbClr val="8236FB"/>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TextBox 41">
            <a:extLst>
              <a:ext uri="{FF2B5EF4-FFF2-40B4-BE49-F238E27FC236}">
                <a16:creationId xmlns:a16="http://schemas.microsoft.com/office/drawing/2014/main" id="{B094A2C3-A20F-A5DA-3DD1-A74B3B53720B}"/>
              </a:ext>
            </a:extLst>
          </p:cNvPr>
          <p:cNvSpPr txBox="1"/>
          <p:nvPr/>
        </p:nvSpPr>
        <p:spPr>
          <a:xfrm>
            <a:off x="11880882" y="11445337"/>
            <a:ext cx="11453161" cy="461665"/>
          </a:xfrm>
          <a:prstGeom prst="rect">
            <a:avLst/>
          </a:prstGeom>
          <a:noFill/>
        </p:spPr>
        <p:txBody>
          <a:bodyPr wrap="square" lIns="91440" tIns="45720" rIns="91440" bIns="45720" rtlCol="0" anchor="t">
            <a:spAutoFit/>
          </a:bodyPr>
          <a:lstStyle/>
          <a:p>
            <a:r>
              <a:rPr lang="en-US" sz="2400" dirty="0">
                <a:solidFill>
                  <a:srgbClr val="00FFF2"/>
                </a:solidFill>
                <a:latin typeface="Avenir Next LT Pro"/>
                <a:ea typeface="Inter Tight Light" pitchFamily="2" charset="0"/>
                <a:cs typeface="Inter Tight Light" pitchFamily="2" charset="0"/>
              </a:rPr>
              <a:t>INNOVATING TODAY FOR  A SMARTER TOMORROW</a:t>
            </a:r>
            <a:endParaRPr lang="id-ID" sz="2400" dirty="0">
              <a:solidFill>
                <a:srgbClr val="00FFF2"/>
              </a:solidFill>
              <a:latin typeface="Avenir Next LT Pro"/>
              <a:ea typeface="Inter Tight Light" pitchFamily="2" charset="0"/>
              <a:cs typeface="Inter Tight Light" pitchFamily="2" charset="0"/>
            </a:endParaRPr>
          </a:p>
        </p:txBody>
      </p:sp>
      <p:sp>
        <p:nvSpPr>
          <p:cNvPr id="2" name="Rectangle: Rounded Corners 1">
            <a:extLst>
              <a:ext uri="{FF2B5EF4-FFF2-40B4-BE49-F238E27FC236}">
                <a16:creationId xmlns:a16="http://schemas.microsoft.com/office/drawing/2014/main" id="{B3C6BD77-AA1F-DB29-28F1-167585FAFA3F}"/>
              </a:ext>
            </a:extLst>
          </p:cNvPr>
          <p:cNvSpPr/>
          <p:nvPr/>
        </p:nvSpPr>
        <p:spPr>
          <a:xfrm>
            <a:off x="5761914" y="11207334"/>
            <a:ext cx="3404913" cy="7416823"/>
          </a:xfrm>
          <a:prstGeom prst="roundRect">
            <a:avLst>
              <a:gd name="adj" fmla="val 23139"/>
            </a:avLst>
          </a:prstGeom>
          <a:noFill/>
          <a:ln w="28575">
            <a:solidFill>
              <a:srgbClr val="00FFF2"/>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d-ID"/>
          </a:p>
        </p:txBody>
      </p:sp>
      <p:sp>
        <p:nvSpPr>
          <p:cNvPr id="6" name="Picture Placeholder 5">
            <a:extLst>
              <a:ext uri="{FF2B5EF4-FFF2-40B4-BE49-F238E27FC236}">
                <a16:creationId xmlns:a16="http://schemas.microsoft.com/office/drawing/2014/main" id="{1A6B353F-15F1-BA6F-0504-E29ECC5D3A51}"/>
              </a:ext>
            </a:extLst>
          </p:cNvPr>
          <p:cNvSpPr>
            <a:spLocks noGrp="1"/>
          </p:cNvSpPr>
          <p:nvPr>
            <p:ph type="pic" sz="quarter" idx="11"/>
          </p:nvPr>
        </p:nvSpPr>
        <p:spPr/>
        <p:txBody>
          <a:bodyPr/>
          <a:lstStyle/>
          <a:p>
            <a:endParaRPr lang="es-SV"/>
          </a:p>
        </p:txBody>
      </p:sp>
      <p:sp>
        <p:nvSpPr>
          <p:cNvPr id="5" name="Marcador de posición de imagen 4">
            <a:extLst>
              <a:ext uri="{FF2B5EF4-FFF2-40B4-BE49-F238E27FC236}">
                <a16:creationId xmlns:a16="http://schemas.microsoft.com/office/drawing/2014/main" id="{9F45D392-7F28-9407-9A19-CFED59C3C0B3}"/>
              </a:ext>
            </a:extLst>
          </p:cNvPr>
          <p:cNvSpPr>
            <a:spLocks noGrp="1"/>
          </p:cNvSpPr>
          <p:nvPr>
            <p:ph type="pic" sz="quarter" idx="10"/>
          </p:nvPr>
        </p:nvSpPr>
        <p:spPr/>
        <p:txBody>
          <a:bodyPr/>
          <a:lstStyle/>
          <a:p>
            <a:endParaRPr lang="es-SV"/>
          </a:p>
        </p:txBody>
      </p:sp>
      <p:pic>
        <p:nvPicPr>
          <p:cNvPr id="11" name="Graphic 5">
            <a:extLst>
              <a:ext uri="{FF2B5EF4-FFF2-40B4-BE49-F238E27FC236}">
                <a16:creationId xmlns:a16="http://schemas.microsoft.com/office/drawing/2014/main" id="{72174874-2D56-A996-7746-ED114C413449}"/>
              </a:ext>
            </a:extLst>
          </p:cNvPr>
          <p:cNvPicPr>
            <a:picLocks noChangeAspect="1"/>
          </p:cNvPicPr>
          <p:nvPr/>
        </p:nvPicPr>
        <p:blipFill>
          <a:blip r:embed="rId2"/>
          <a:stretch>
            <a:fillRect/>
          </a:stretch>
        </p:blipFill>
        <p:spPr>
          <a:xfrm>
            <a:off x="11892779" y="2050586"/>
            <a:ext cx="2628290" cy="533041"/>
          </a:xfrm>
          <a:prstGeom prst="rect">
            <a:avLst/>
          </a:prstGeom>
        </p:spPr>
      </p:pic>
    </p:spTree>
    <p:extLst>
      <p:ext uri="{BB962C8B-B14F-4D97-AF65-F5344CB8AC3E}">
        <p14:creationId xmlns:p14="http://schemas.microsoft.com/office/powerpoint/2010/main" val="57798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60105-23F2-27FA-8F4C-30583D5C0C1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B1EC7125-EDDA-6B49-BED7-4A0949269476}"/>
              </a:ext>
            </a:extLst>
          </p:cNvPr>
          <p:cNvSpPr/>
          <p:nvPr/>
        </p:nvSpPr>
        <p:spPr>
          <a:xfrm>
            <a:off x="-1" y="0"/>
            <a:ext cx="24382414" cy="5561856"/>
          </a:xfrm>
          <a:prstGeom prst="rect">
            <a:avLst/>
          </a:prstGeom>
          <a:gradFill flip="none" rotWithShape="1">
            <a:gsLst>
              <a:gs pos="36000">
                <a:srgbClr val="000000">
                  <a:alpha val="0"/>
                </a:srgbClr>
              </a:gs>
              <a:gs pos="0">
                <a:srgbClr val="000000">
                  <a:alpha val="7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5" name="Group 4">
            <a:extLst>
              <a:ext uri="{FF2B5EF4-FFF2-40B4-BE49-F238E27FC236}">
                <a16:creationId xmlns:a16="http://schemas.microsoft.com/office/drawing/2014/main" id="{9063F58D-442D-D5B2-5F54-DAA97A7DFDED}"/>
              </a:ext>
            </a:extLst>
          </p:cNvPr>
          <p:cNvGrpSpPr/>
          <p:nvPr/>
        </p:nvGrpSpPr>
        <p:grpSpPr>
          <a:xfrm>
            <a:off x="1030288" y="1070735"/>
            <a:ext cx="3674534" cy="960121"/>
            <a:chOff x="11997266" y="2215077"/>
            <a:chExt cx="3674534" cy="960121"/>
          </a:xfrm>
        </p:grpSpPr>
        <p:pic>
          <p:nvPicPr>
            <p:cNvPr id="6" name="Graphic 5">
              <a:extLst>
                <a:ext uri="{FF2B5EF4-FFF2-40B4-BE49-F238E27FC236}">
                  <a16:creationId xmlns:a16="http://schemas.microsoft.com/office/drawing/2014/main" id="{A02FDC5C-FEF5-FE4E-FF3F-CEC879F658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97266" y="2215077"/>
              <a:ext cx="960121" cy="960121"/>
            </a:xfrm>
            <a:prstGeom prst="rect">
              <a:avLst/>
            </a:prstGeom>
          </p:spPr>
        </p:pic>
        <p:sp>
          <p:nvSpPr>
            <p:cNvPr id="7" name="TextBox 6">
              <a:extLst>
                <a:ext uri="{FF2B5EF4-FFF2-40B4-BE49-F238E27FC236}">
                  <a16:creationId xmlns:a16="http://schemas.microsoft.com/office/drawing/2014/main" id="{FA443F1D-55B0-686D-5FAB-0DD550422860}"/>
                </a:ext>
              </a:extLst>
            </p:cNvPr>
            <p:cNvSpPr txBox="1"/>
            <p:nvPr/>
          </p:nvSpPr>
          <p:spPr>
            <a:xfrm>
              <a:off x="13179265" y="2218084"/>
              <a:ext cx="2492535" cy="954107"/>
            </a:xfrm>
            <a:prstGeom prst="rect">
              <a:avLst/>
            </a:prstGeom>
            <a:noFill/>
          </p:spPr>
          <p:txBody>
            <a:bodyPr wrap="square" rtlCol="0">
              <a:spAutoFit/>
            </a:bodyPr>
            <a:lstStyle/>
            <a:p>
              <a:r>
                <a:rPr lang="en-US" sz="2800" b="1" dirty="0"/>
                <a:t>HORIZON</a:t>
              </a:r>
            </a:p>
            <a:p>
              <a:r>
                <a:rPr lang="en-US" sz="2800" b="1" dirty="0"/>
                <a:t>TECH.</a:t>
              </a:r>
              <a:endParaRPr lang="id-ID" sz="2800" b="1"/>
            </a:p>
          </p:txBody>
        </p:sp>
      </p:grpSp>
      <p:sp>
        <p:nvSpPr>
          <p:cNvPr id="8" name="TextBox 7">
            <a:extLst>
              <a:ext uri="{FF2B5EF4-FFF2-40B4-BE49-F238E27FC236}">
                <a16:creationId xmlns:a16="http://schemas.microsoft.com/office/drawing/2014/main" id="{1C4869EF-2A07-2BC0-FC8B-92CC73377188}"/>
              </a:ext>
            </a:extLst>
          </p:cNvPr>
          <p:cNvSpPr txBox="1"/>
          <p:nvPr/>
        </p:nvSpPr>
        <p:spPr>
          <a:xfrm>
            <a:off x="18455902" y="1007349"/>
            <a:ext cx="5040560" cy="830997"/>
          </a:xfrm>
          <a:prstGeom prst="rect">
            <a:avLst/>
          </a:prstGeom>
          <a:noFill/>
        </p:spPr>
        <p:txBody>
          <a:bodyPr wrap="square" rtlCol="0">
            <a:spAutoFit/>
          </a:bodyPr>
          <a:lstStyle/>
          <a:p>
            <a:pPr algn="r"/>
            <a:r>
              <a:rPr lang="en-US" sz="2400" dirty="0">
                <a:latin typeface="Inter Tight Light" pitchFamily="2" charset="0"/>
                <a:ea typeface="Inter Tight Light" pitchFamily="2" charset="0"/>
                <a:cs typeface="Inter Tight Light" pitchFamily="2" charset="0"/>
              </a:rPr>
              <a:t>INNOVATING TODAY FOR </a:t>
            </a:r>
          </a:p>
          <a:p>
            <a:pPr algn="r"/>
            <a:r>
              <a:rPr lang="en-US" sz="2400" dirty="0">
                <a:latin typeface="Inter Tight Light" pitchFamily="2" charset="0"/>
                <a:ea typeface="Inter Tight Light" pitchFamily="2" charset="0"/>
                <a:cs typeface="Inter Tight Light" pitchFamily="2" charset="0"/>
              </a:rPr>
              <a:t>A SMARTER TOMORROW</a:t>
            </a:r>
            <a:endParaRPr lang="id-ID" sz="2400">
              <a:latin typeface="Inter Tight Light" pitchFamily="2" charset="0"/>
              <a:ea typeface="Inter Tight Light" pitchFamily="2" charset="0"/>
              <a:cs typeface="Inter Tight Light" pitchFamily="2" charset="0"/>
            </a:endParaRPr>
          </a:p>
        </p:txBody>
      </p:sp>
      <p:pic>
        <p:nvPicPr>
          <p:cNvPr id="11" name="Picture Placeholder 10" descr="A purple and white gradient&#10;&#10;Description automatically generated">
            <a:extLst>
              <a:ext uri="{FF2B5EF4-FFF2-40B4-BE49-F238E27FC236}">
                <a16:creationId xmlns:a16="http://schemas.microsoft.com/office/drawing/2014/main" id="{EC842FE5-F8A6-2DCC-A849-0B1BF89E6062}"/>
              </a:ext>
            </a:extLst>
          </p:cNvPr>
          <p:cNvPicPr>
            <a:picLocks noGrp="1" noChangeAspect="1"/>
          </p:cNvPicPr>
          <p:nvPr>
            <p:ph type="pic" sz="quarter" idx="11"/>
          </p:nvPr>
        </p:nvPicPr>
        <p:blipFill rotWithShape="1">
          <a:blip r:embed="rId4">
            <a:extLst>
              <a:ext uri="{BEBA8EAE-BF5A-486C-A8C5-ECC9F3942E4B}">
                <a14:imgProps xmlns:a14="http://schemas.microsoft.com/office/drawing/2010/main">
                  <a14:imgLayer r:embed="rId5">
                    <a14:imgEffect>
                      <a14:artisticFilmGrain/>
                    </a14:imgEffect>
                  </a14:imgLayer>
                </a14:imgProps>
              </a:ext>
              <a:ext uri="{28A0092B-C50C-407E-A947-70E740481C1C}">
                <a14:useLocalDpi xmlns:a14="http://schemas.microsoft.com/office/drawing/2010/main" val="0"/>
              </a:ext>
            </a:extLst>
          </a:blip>
          <a:srcRect t="60379" b="2743"/>
          <a:stretch/>
        </p:blipFill>
        <p:spPr>
          <a:xfrm>
            <a:off x="-1" y="8658200"/>
            <a:ext cx="24382413" cy="5057800"/>
          </a:xfrm>
        </p:spPr>
      </p:pic>
      <p:sp>
        <p:nvSpPr>
          <p:cNvPr id="19" name="Freeform: Shape 18">
            <a:extLst>
              <a:ext uri="{FF2B5EF4-FFF2-40B4-BE49-F238E27FC236}">
                <a16:creationId xmlns:a16="http://schemas.microsoft.com/office/drawing/2014/main" id="{A8A73A37-7637-A2E8-1969-8255D0E71FE1}"/>
              </a:ext>
            </a:extLst>
          </p:cNvPr>
          <p:cNvSpPr/>
          <p:nvPr/>
        </p:nvSpPr>
        <p:spPr>
          <a:xfrm rot="18900000">
            <a:off x="10529187" y="9581525"/>
            <a:ext cx="1193833" cy="1207721"/>
          </a:xfrm>
          <a:custGeom>
            <a:avLst/>
            <a:gdLst>
              <a:gd name="connsiteX0" fmla="*/ 339803 w 743106"/>
              <a:gd name="connsiteY0" fmla="*/ 0 h 751751"/>
              <a:gd name="connsiteX1" fmla="*/ 403303 w 743106"/>
              <a:gd name="connsiteY1" fmla="*/ 0 h 751751"/>
              <a:gd name="connsiteX2" fmla="*/ 403303 w 743106"/>
              <a:gd name="connsiteY2" fmla="*/ 630197 h 751751"/>
              <a:gd name="connsiteX3" fmla="*/ 698205 w 743106"/>
              <a:gd name="connsiteY3" fmla="*/ 335295 h 751751"/>
              <a:gd name="connsiteX4" fmla="*/ 743106 w 743106"/>
              <a:gd name="connsiteY4" fmla="*/ 380196 h 751751"/>
              <a:gd name="connsiteX5" fmla="*/ 416454 w 743106"/>
              <a:gd name="connsiteY5" fmla="*/ 706849 h 751751"/>
              <a:gd name="connsiteX6" fmla="*/ 416454 w 743106"/>
              <a:gd name="connsiteY6" fmla="*/ 706849 h 751751"/>
              <a:gd name="connsiteX7" fmla="*/ 371553 w 743106"/>
              <a:gd name="connsiteY7" fmla="*/ 751751 h 751751"/>
              <a:gd name="connsiteX8" fmla="*/ 0 w 743106"/>
              <a:gd name="connsiteY8" fmla="*/ 380198 h 751751"/>
              <a:gd name="connsiteX9" fmla="*/ 44901 w 743106"/>
              <a:gd name="connsiteY9" fmla="*/ 335297 h 751751"/>
              <a:gd name="connsiteX10" fmla="*/ 339803 w 743106"/>
              <a:gd name="connsiteY10" fmla="*/ 630198 h 75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106" h="751751">
                <a:moveTo>
                  <a:pt x="339803" y="0"/>
                </a:moveTo>
                <a:lnTo>
                  <a:pt x="403303" y="0"/>
                </a:lnTo>
                <a:lnTo>
                  <a:pt x="403303" y="630197"/>
                </a:lnTo>
                <a:lnTo>
                  <a:pt x="698205" y="335295"/>
                </a:lnTo>
                <a:lnTo>
                  <a:pt x="743106" y="380196"/>
                </a:lnTo>
                <a:lnTo>
                  <a:pt x="416454" y="706849"/>
                </a:lnTo>
                <a:lnTo>
                  <a:pt x="416454" y="706849"/>
                </a:lnTo>
                <a:lnTo>
                  <a:pt x="371553" y="751751"/>
                </a:lnTo>
                <a:lnTo>
                  <a:pt x="0" y="380198"/>
                </a:lnTo>
                <a:lnTo>
                  <a:pt x="44901" y="335297"/>
                </a:lnTo>
                <a:lnTo>
                  <a:pt x="339803" y="630198"/>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solidFill>
                <a:schemeClr val="tx1"/>
              </a:solidFill>
            </a:endParaRPr>
          </a:p>
        </p:txBody>
      </p:sp>
      <p:pic>
        <p:nvPicPr>
          <p:cNvPr id="10" name="Marcador de posición de imagen 9" descr="Diagrama&#10;&#10;El contenido generado por IA puede ser incorrecto.">
            <a:extLst>
              <a:ext uri="{FF2B5EF4-FFF2-40B4-BE49-F238E27FC236}">
                <a16:creationId xmlns:a16="http://schemas.microsoft.com/office/drawing/2014/main" id="{6D03A4B3-12DD-435C-5105-A66E170289FE}"/>
              </a:ext>
            </a:extLst>
          </p:cNvPr>
          <p:cNvPicPr>
            <a:picLocks noGrp="1" noChangeAspect="1"/>
          </p:cNvPicPr>
          <p:nvPr>
            <p:ph type="pic" sz="quarter" idx="10"/>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t="16765" b="16765"/>
          <a:stretch>
            <a:fillRect/>
          </a:stretch>
        </p:blipFill>
        <p:spPr/>
      </p:pic>
      <p:sp>
        <p:nvSpPr>
          <p:cNvPr id="12" name="CuadroTexto 11">
            <a:extLst>
              <a:ext uri="{FF2B5EF4-FFF2-40B4-BE49-F238E27FC236}">
                <a16:creationId xmlns:a16="http://schemas.microsoft.com/office/drawing/2014/main" id="{D1B82626-5EF6-5B28-632A-B256F937BC04}"/>
              </a:ext>
            </a:extLst>
          </p:cNvPr>
          <p:cNvSpPr txBox="1"/>
          <p:nvPr/>
        </p:nvSpPr>
        <p:spPr>
          <a:xfrm>
            <a:off x="-1" y="8658200"/>
            <a:ext cx="24382413" cy="230832"/>
          </a:xfrm>
          <a:prstGeom prst="rect">
            <a:avLst/>
          </a:prstGeom>
          <a:noFill/>
        </p:spPr>
        <p:txBody>
          <a:bodyPr wrap="square" rtlCol="0">
            <a:spAutoFit/>
          </a:bodyPr>
          <a:lstStyle/>
          <a:p>
            <a:r>
              <a:rPr lang="es-SV" sz="900" dirty="0">
                <a:hlinkClick r:id="rId7" tooltip="https://www.tuinstitutoonline.com/cursos/base_avanzado_1/05_er_relacional.php"/>
              </a:rPr>
              <a:t>Esta foto</a:t>
            </a:r>
            <a:r>
              <a:rPr lang="es-SV" sz="900" dirty="0"/>
              <a:t> de Autor desconocido está bajo licencia </a:t>
            </a:r>
            <a:r>
              <a:rPr lang="es-SV" sz="900" dirty="0">
                <a:hlinkClick r:id="rId8" tooltip="https://creativecommons.org/licenses/by-nc-sa/3.0/"/>
              </a:rPr>
              <a:t>CC BY-SA-NC</a:t>
            </a:r>
            <a:endParaRPr lang="es-SV" sz="900" dirty="0"/>
          </a:p>
        </p:txBody>
      </p:sp>
      <p:sp>
        <p:nvSpPr>
          <p:cNvPr id="13" name="TextBox 1">
            <a:extLst>
              <a:ext uri="{FF2B5EF4-FFF2-40B4-BE49-F238E27FC236}">
                <a16:creationId xmlns:a16="http://schemas.microsoft.com/office/drawing/2014/main" id="{338ABDD4-FC7F-77DF-4744-541F381B910A}"/>
              </a:ext>
            </a:extLst>
          </p:cNvPr>
          <p:cNvSpPr txBox="1"/>
          <p:nvPr/>
        </p:nvSpPr>
        <p:spPr>
          <a:xfrm>
            <a:off x="885950" y="9418925"/>
            <a:ext cx="23114568" cy="4524315"/>
          </a:xfrm>
          <a:prstGeom prst="rect">
            <a:avLst/>
          </a:prstGeom>
          <a:noFill/>
          <a:ln>
            <a:noFill/>
          </a:ln>
        </p:spPr>
        <p:txBody>
          <a:bodyPr wrap="square" lIns="91440" tIns="45720" rIns="91440" bIns="45720" anchor="t">
            <a:spAutoFit/>
          </a:bodyPr>
          <a:lstStyle/>
          <a:p>
            <a:r>
              <a:rPr lang="en-US" sz="9600" b="1" dirty="0">
                <a:latin typeface="Avenir Next LT Pro"/>
              </a:rPr>
              <a:t>COMENCEMOS</a:t>
            </a:r>
            <a:endParaRPr lang="en-US" sz="11500" dirty="0">
              <a:latin typeface="Avenir Next LT Pro"/>
            </a:endParaRPr>
          </a:p>
          <a:p>
            <a:r>
              <a:rPr lang="en-US" sz="9600" dirty="0">
                <a:latin typeface="Avenir Next LT Pro"/>
                <a:ea typeface="Inter Tight" pitchFamily="2" charset="0"/>
                <a:cs typeface="Inter Tight" pitchFamily="2" charset="0"/>
              </a:rPr>
              <a:t>INTRODUCCION A LA NORMALIZACION</a:t>
            </a:r>
            <a:endParaRPr lang="id-ID" sz="9600" dirty="0">
              <a:latin typeface="Avenir Next LT Pro"/>
              <a:ea typeface="Inter Tight" pitchFamily="2" charset="0"/>
              <a:cs typeface="Inter Tight" pitchFamily="2" charset="0"/>
            </a:endParaRPr>
          </a:p>
        </p:txBody>
      </p:sp>
    </p:spTree>
    <p:extLst>
      <p:ext uri="{BB962C8B-B14F-4D97-AF65-F5344CB8AC3E}">
        <p14:creationId xmlns:p14="http://schemas.microsoft.com/office/powerpoint/2010/main" val="70938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FB55-8C05-EA11-D71A-021DB3061E62}"/>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F8A2D0A2-7CB7-FFD6-DD95-43A71994C361}"/>
              </a:ext>
            </a:extLst>
          </p:cNvPr>
          <p:cNvSpPr txBox="1"/>
          <p:nvPr/>
        </p:nvSpPr>
        <p:spPr>
          <a:xfrm>
            <a:off x="1925642" y="2339555"/>
            <a:ext cx="19266563" cy="1323439"/>
          </a:xfrm>
          <a:prstGeom prst="rect">
            <a:avLst/>
          </a:prstGeom>
          <a:noFill/>
        </p:spPr>
        <p:txBody>
          <a:bodyPr wrap="square" lIns="91440" tIns="45720" rIns="91440" bIns="45720" rtlCol="0" anchor="t">
            <a:spAutoFit/>
          </a:bodyPr>
          <a:lstStyle/>
          <a:p>
            <a:r>
              <a:rPr lang="es-MX" sz="8000" dirty="0"/>
              <a:t>¿Qué es la Normalización de Bases de Datos?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091582E1-8217-80A1-FEF5-46A61475D9B8}"/>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A2833C7D-96E0-0119-5A66-B9875E5F38CC}"/>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8D1E139F-61C3-B5EB-1F13-0A14485E91D9}"/>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Grupo 6">
            <a:extLst>
              <a:ext uri="{FF2B5EF4-FFF2-40B4-BE49-F238E27FC236}">
                <a16:creationId xmlns:a16="http://schemas.microsoft.com/office/drawing/2014/main" id="{9D2D7A85-069F-D233-AA2E-4594C3CE292E}"/>
              </a:ext>
            </a:extLst>
          </p:cNvPr>
          <p:cNvGrpSpPr/>
          <p:nvPr/>
        </p:nvGrpSpPr>
        <p:grpSpPr>
          <a:xfrm>
            <a:off x="2022724" y="4437794"/>
            <a:ext cx="19170497" cy="3428318"/>
            <a:chOff x="2022724" y="4437794"/>
            <a:chExt cx="19170497" cy="3428318"/>
          </a:xfrm>
        </p:grpSpPr>
        <p:sp>
          <p:nvSpPr>
            <p:cNvPr id="14" name="TextBox 12">
              <a:extLst>
                <a:ext uri="{FF2B5EF4-FFF2-40B4-BE49-F238E27FC236}">
                  <a16:creationId xmlns:a16="http://schemas.microsoft.com/office/drawing/2014/main" id="{BA5D4A61-9C5D-A9DB-4E36-F81C0A83FDAB}"/>
                </a:ext>
              </a:extLst>
            </p:cNvPr>
            <p:cNvSpPr txBox="1"/>
            <p:nvPr/>
          </p:nvSpPr>
          <p:spPr>
            <a:xfrm>
              <a:off x="2022724" y="4735503"/>
              <a:ext cx="13696874" cy="2554545"/>
            </a:xfrm>
            <a:prstGeom prst="rect">
              <a:avLst/>
            </a:prstGeom>
            <a:noFill/>
          </p:spPr>
          <p:txBody>
            <a:bodyPr wrap="square" lIns="91440" tIns="45720" rIns="91440" bIns="45720" anchor="t">
              <a:spAutoFit/>
            </a:bodyPr>
            <a:lstStyle/>
            <a:p>
              <a:r>
                <a:rPr lang="es-MX" sz="3200" dirty="0"/>
                <a:t>La normalización de bases de datos es un proceso de diseño que organiza la información de manera estructurada para eliminar redundancias y mejorar la integridad de los datos. Se basa en una serie de reglas llamadas </a:t>
              </a:r>
              <a:r>
                <a:rPr lang="es-MX" sz="3200" b="1" dirty="0"/>
                <a:t>formas normales</a:t>
              </a:r>
              <a:r>
                <a:rPr lang="es-MX" sz="3200" dirty="0"/>
                <a:t>, que ayudan a reducir la duplicación, evitar anomalías en la actualización y garantizar la coherencia de la información almacenada.</a:t>
              </a:r>
            </a:p>
          </p:txBody>
        </p:sp>
        <p:pic>
          <p:nvPicPr>
            <p:cNvPr id="2" name="Picture 2" descr="Resultado de imagen de normalización de bases de datos imágenes">
              <a:extLst>
                <a:ext uri="{FF2B5EF4-FFF2-40B4-BE49-F238E27FC236}">
                  <a16:creationId xmlns:a16="http://schemas.microsoft.com/office/drawing/2014/main" id="{F8F3AA1E-FF43-4041-3DD1-D41637B1E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8314" y="4437794"/>
              <a:ext cx="4494907" cy="342831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grpSp>
        <p:nvGrpSpPr>
          <p:cNvPr id="9" name="Grupo 8">
            <a:extLst>
              <a:ext uri="{FF2B5EF4-FFF2-40B4-BE49-F238E27FC236}">
                <a16:creationId xmlns:a16="http://schemas.microsoft.com/office/drawing/2014/main" id="{3774D48E-6B32-4F10-F511-4E265C693680}"/>
              </a:ext>
            </a:extLst>
          </p:cNvPr>
          <p:cNvGrpSpPr/>
          <p:nvPr/>
        </p:nvGrpSpPr>
        <p:grpSpPr>
          <a:xfrm>
            <a:off x="2580861" y="9014143"/>
            <a:ext cx="18611344" cy="3390067"/>
            <a:chOff x="2580861" y="9014143"/>
            <a:chExt cx="18611344" cy="3390067"/>
          </a:xfrm>
        </p:grpSpPr>
        <p:sp>
          <p:nvSpPr>
            <p:cNvPr id="4" name="CuadroTexto 3">
              <a:extLst>
                <a:ext uri="{FF2B5EF4-FFF2-40B4-BE49-F238E27FC236}">
                  <a16:creationId xmlns:a16="http://schemas.microsoft.com/office/drawing/2014/main" id="{51B8B115-0060-341E-B3AE-14468DA69D62}"/>
                </a:ext>
              </a:extLst>
            </p:cNvPr>
            <p:cNvSpPr txBox="1"/>
            <p:nvPr/>
          </p:nvSpPr>
          <p:spPr>
            <a:xfrm>
              <a:off x="9000205" y="9306272"/>
              <a:ext cx="12192000" cy="2554545"/>
            </a:xfrm>
            <a:prstGeom prst="rect">
              <a:avLst/>
            </a:prstGeom>
            <a:noFill/>
          </p:spPr>
          <p:txBody>
            <a:bodyPr wrap="square" lIns="91440" tIns="45720" rIns="91440" bIns="45720" anchor="t">
              <a:spAutoFit/>
            </a:bodyPr>
            <a:lstStyle>
              <a:defPPr>
                <a:defRPr lang="en-US"/>
              </a:defPPr>
              <a:lvl1pPr>
                <a:defRPr sz="3200"/>
              </a:lvl1pPr>
            </a:lstStyle>
            <a:p>
              <a:r>
                <a:rPr lang="es-MX" dirty="0"/>
                <a:t>Es similar a organizar un cuarto: cada objeto tiene su lugar específico, lo que facilita encontrar lo que necesitas sin confusión ni desorden. En el contexto de bases de datos, esto significa dividir la información en tablas bien definidas, estableciendo relaciones entre ellas para optimizar el almacenamiento y la consulta de datos.</a:t>
              </a:r>
              <a:endParaRPr lang="es-SV" dirty="0"/>
            </a:p>
          </p:txBody>
        </p:sp>
        <p:pic>
          <p:nvPicPr>
            <p:cNvPr id="1026" name="Picture 2" descr="Decorar una habitación de matrimonio pequeña y moderna">
              <a:extLst>
                <a:ext uri="{FF2B5EF4-FFF2-40B4-BE49-F238E27FC236}">
                  <a16:creationId xmlns:a16="http://schemas.microsoft.com/office/drawing/2014/main" id="{A891E7DB-6AE5-04B5-F010-CC393B4E9E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0861" y="9014143"/>
              <a:ext cx="5400600" cy="339006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7053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EA500-4BE8-C243-54F6-9134F7924F34}"/>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56A0BB19-7A16-C269-B10F-4CC9D7229AF9}"/>
              </a:ext>
            </a:extLst>
          </p:cNvPr>
          <p:cNvSpPr txBox="1"/>
          <p:nvPr/>
        </p:nvSpPr>
        <p:spPr>
          <a:xfrm>
            <a:off x="1925642" y="2339555"/>
            <a:ext cx="19266563" cy="1323439"/>
          </a:xfrm>
          <a:prstGeom prst="rect">
            <a:avLst/>
          </a:prstGeom>
          <a:noFill/>
        </p:spPr>
        <p:txBody>
          <a:bodyPr wrap="square" lIns="91440" tIns="45720" rIns="91440" bIns="45720" rtlCol="0" anchor="t">
            <a:spAutoFit/>
          </a:bodyPr>
          <a:lstStyle/>
          <a:p>
            <a:r>
              <a:rPr lang="es-MX" sz="8000" dirty="0"/>
              <a:t>Introducción a las formas Normales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D06839AF-4CF8-21A4-528A-5C90F80195AD}"/>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A4BA3B5F-DBEF-F882-DC5E-2E88339DCF71}"/>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62E67B8A-4157-0AD9-7510-EA0642ED06D1}"/>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Box 12">
            <a:extLst>
              <a:ext uri="{FF2B5EF4-FFF2-40B4-BE49-F238E27FC236}">
                <a16:creationId xmlns:a16="http://schemas.microsoft.com/office/drawing/2014/main" id="{D0680820-E6D7-A8FD-F4B5-8D8730CCD328}"/>
              </a:ext>
            </a:extLst>
          </p:cNvPr>
          <p:cNvSpPr txBox="1"/>
          <p:nvPr/>
        </p:nvSpPr>
        <p:spPr>
          <a:xfrm>
            <a:off x="2022724" y="4735503"/>
            <a:ext cx="13696874" cy="1569660"/>
          </a:xfrm>
          <a:prstGeom prst="rect">
            <a:avLst/>
          </a:prstGeom>
          <a:noFill/>
        </p:spPr>
        <p:txBody>
          <a:bodyPr wrap="square" lIns="91440" tIns="45720" rIns="91440" bIns="45720" anchor="t">
            <a:spAutoFit/>
          </a:bodyPr>
          <a:lstStyle/>
          <a:p>
            <a:r>
              <a:rPr lang="es-MX" sz="3200" dirty="0"/>
              <a:t>Las </a:t>
            </a:r>
            <a:r>
              <a:rPr lang="es-MX" sz="3200" b="1" dirty="0"/>
              <a:t>formas normales</a:t>
            </a:r>
            <a:r>
              <a:rPr lang="es-MX" sz="3200" dirty="0"/>
              <a:t> son un conjunto de reglas utilizadas en la normalización de bases de datos para estructurar la información de manera eficiente, eliminando redundancias y asegurando la integridad de los datos.</a:t>
            </a:r>
          </a:p>
        </p:txBody>
      </p:sp>
      <p:sp>
        <p:nvSpPr>
          <p:cNvPr id="3" name="TextBox 12">
            <a:extLst>
              <a:ext uri="{FF2B5EF4-FFF2-40B4-BE49-F238E27FC236}">
                <a16:creationId xmlns:a16="http://schemas.microsoft.com/office/drawing/2014/main" id="{88937049-ABC0-DEA7-A6D3-A7454DBF87BA}"/>
              </a:ext>
            </a:extLst>
          </p:cNvPr>
          <p:cNvSpPr txBox="1"/>
          <p:nvPr/>
        </p:nvSpPr>
        <p:spPr>
          <a:xfrm>
            <a:off x="2022724" y="6859910"/>
            <a:ext cx="13696874" cy="2554545"/>
          </a:xfrm>
          <a:prstGeom prst="rect">
            <a:avLst/>
          </a:prstGeom>
          <a:noFill/>
        </p:spPr>
        <p:txBody>
          <a:bodyPr wrap="square" lIns="91440" tIns="45720" rIns="91440" bIns="45720" anchor="t">
            <a:spAutoFit/>
          </a:bodyPr>
          <a:lstStyle/>
          <a:p>
            <a:r>
              <a:rPr lang="es-MX" sz="3200" dirty="0"/>
              <a:t>Este concepto fue desarrollado por </a:t>
            </a:r>
            <a:r>
              <a:rPr lang="es-MX" sz="3200" b="1" dirty="0"/>
              <a:t>Edgar F. Codd</a:t>
            </a:r>
            <a:r>
              <a:rPr lang="es-MX" sz="3200" dirty="0"/>
              <a:t> en </a:t>
            </a:r>
            <a:r>
              <a:rPr lang="es-MX" sz="3200" b="1" dirty="0"/>
              <a:t>1970</a:t>
            </a:r>
            <a:r>
              <a:rPr lang="es-MX" sz="3200" dirty="0"/>
              <a:t>, quien introdujo las primeras tres formas normales (1NF, 2NF y 3NF) como parte de su trabajo sobre bases de datos relacionales. Su objetivo era garantizar que los datos estuvieran organizados de manera lógica y evitar anomalías en la actualización, eliminación e inserción de registros.</a:t>
            </a:r>
          </a:p>
        </p:txBody>
      </p:sp>
      <p:sp>
        <p:nvSpPr>
          <p:cNvPr id="10" name="TextBox 12">
            <a:extLst>
              <a:ext uri="{FF2B5EF4-FFF2-40B4-BE49-F238E27FC236}">
                <a16:creationId xmlns:a16="http://schemas.microsoft.com/office/drawing/2014/main" id="{28C8557F-30DE-8A73-78EE-C0F35A1640FD}"/>
              </a:ext>
            </a:extLst>
          </p:cNvPr>
          <p:cNvSpPr txBox="1"/>
          <p:nvPr/>
        </p:nvSpPr>
        <p:spPr>
          <a:xfrm>
            <a:off x="2022724" y="9969202"/>
            <a:ext cx="13696874" cy="2554545"/>
          </a:xfrm>
          <a:prstGeom prst="rect">
            <a:avLst/>
          </a:prstGeom>
          <a:noFill/>
        </p:spPr>
        <p:txBody>
          <a:bodyPr wrap="square" lIns="91440" tIns="45720" rIns="91440" bIns="45720" anchor="t">
            <a:spAutoFit/>
          </a:bodyPr>
          <a:lstStyle/>
          <a:p>
            <a:r>
              <a:rPr lang="es-MX" sz="3200" dirty="0"/>
              <a:t>Con el tiempo, se han definido formas normales adicionales, como la </a:t>
            </a:r>
            <a:r>
              <a:rPr lang="es-MX" sz="3200" b="1" dirty="0"/>
              <a:t>Boyce-Codd Normal </a:t>
            </a:r>
            <a:r>
              <a:rPr lang="es-MX" sz="3200" b="1" dirty="0" err="1"/>
              <a:t>Form</a:t>
            </a:r>
            <a:r>
              <a:rPr lang="es-MX" sz="3200" b="1" dirty="0"/>
              <a:t> (BCNF), 4NF, 5NF y 6NF</a:t>
            </a:r>
            <a:r>
              <a:rPr lang="es-MX" sz="3200" dirty="0"/>
              <a:t>, cada una abordando problemas más específicos en el diseño de bases de datos. Estas reglas han evolucionado hasta convertirse en un estándar fundamental para la gestión de datos en entornos empresariales y tecnológicos modernos.</a:t>
            </a:r>
          </a:p>
        </p:txBody>
      </p:sp>
      <p:pic>
        <p:nvPicPr>
          <p:cNvPr id="2050" name="Picture 2" descr="A seated, middle-aged Ted Codd in a suit smiles confidently into the camera.">
            <a:extLst>
              <a:ext uri="{FF2B5EF4-FFF2-40B4-BE49-F238E27FC236}">
                <a16:creationId xmlns:a16="http://schemas.microsoft.com/office/drawing/2014/main" id="{7E991692-3157-B964-9613-3E0EC19BBE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681" t="-209" r="30902" b="209"/>
          <a:stretch/>
        </p:blipFill>
        <p:spPr bwMode="auto">
          <a:xfrm>
            <a:off x="17663814" y="-11916"/>
            <a:ext cx="6718599" cy="13739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27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2050"/>
                                        </p:tgtEl>
                                        <p:attrNameLst>
                                          <p:attrName>style.visibility</p:attrName>
                                        </p:attrNameLst>
                                      </p:cBhvr>
                                      <p:to>
                                        <p:strVal val="visible"/>
                                      </p:to>
                                    </p:set>
                                    <p:animEffect transition="in" filter="fade">
                                      <p:cBhvr>
                                        <p:cTn id="14" dur="500"/>
                                        <p:tgtEl>
                                          <p:spTgt spid="205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5BD5B-DAC8-1CA7-B1D3-E10453A3E719}"/>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BBB54E2C-B82B-20F4-936A-8A53CBC8FFC9}"/>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MX" sz="8000" dirty="0"/>
              <a:t>Aplicación de la Normalización en Bases de Datos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D2B41FAC-1A74-75B6-42E6-80E6536824D7}"/>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6771C312-A3EE-91A8-24B7-78491139EB7A}"/>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20D085B5-7045-7521-1DEE-D4569F7FDE7A}"/>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Box 12">
            <a:extLst>
              <a:ext uri="{FF2B5EF4-FFF2-40B4-BE49-F238E27FC236}">
                <a16:creationId xmlns:a16="http://schemas.microsoft.com/office/drawing/2014/main" id="{76B1FA28-DF1B-91FC-C9D7-24567EBBEB3C}"/>
              </a:ext>
            </a:extLst>
          </p:cNvPr>
          <p:cNvSpPr txBox="1"/>
          <p:nvPr/>
        </p:nvSpPr>
        <p:spPr>
          <a:xfrm>
            <a:off x="8731478" y="4507022"/>
            <a:ext cx="13696874" cy="1569660"/>
          </a:xfrm>
          <a:prstGeom prst="rect">
            <a:avLst/>
          </a:prstGeom>
          <a:noFill/>
        </p:spPr>
        <p:txBody>
          <a:bodyPr wrap="square" lIns="91440" tIns="45720" rIns="91440" bIns="45720" anchor="t">
            <a:spAutoFit/>
          </a:bodyPr>
          <a:lstStyle/>
          <a:p>
            <a:pPr algn="r"/>
            <a:r>
              <a:rPr lang="es-MX" sz="3200" i="1" dirty="0"/>
              <a:t>Imagina que tienes una lista de tus películas favoritas con información como el título, el director y el año de lanzamiento. Si almacenas todo en una sola tabla, el nombre del director se repetirá varias veces, generando redundancia innecesaria.</a:t>
            </a:r>
          </a:p>
        </p:txBody>
      </p:sp>
      <p:sp>
        <p:nvSpPr>
          <p:cNvPr id="10" name="CuadroTexto 9">
            <a:extLst>
              <a:ext uri="{FF2B5EF4-FFF2-40B4-BE49-F238E27FC236}">
                <a16:creationId xmlns:a16="http://schemas.microsoft.com/office/drawing/2014/main" id="{7723A05E-B1D8-919F-6AB5-425FFCA4310F}"/>
              </a:ext>
            </a:extLst>
          </p:cNvPr>
          <p:cNvSpPr txBox="1"/>
          <p:nvPr/>
        </p:nvSpPr>
        <p:spPr>
          <a:xfrm>
            <a:off x="1925642" y="7664605"/>
            <a:ext cx="12192000" cy="4524315"/>
          </a:xfrm>
          <a:prstGeom prst="rect">
            <a:avLst/>
          </a:prstGeom>
          <a:noFill/>
        </p:spPr>
        <p:txBody>
          <a:bodyPr wrap="square" lIns="91440" tIns="45720" rIns="91440" bIns="45720" anchor="t">
            <a:spAutoFit/>
          </a:bodyPr>
          <a:lstStyle>
            <a:defPPr>
              <a:defRPr lang="en-US"/>
            </a:defPPr>
            <a:lvl1pPr>
              <a:defRPr sz="3200"/>
            </a:lvl1pPr>
          </a:lstStyle>
          <a:p>
            <a:r>
              <a:rPr lang="es-MX" dirty="0"/>
              <a:t>La normalización permite dividir esta información en tablas más pequeñas y especializadas, asegurando que cada dato se almacene una sola vez y se relacione de manera lógica. </a:t>
            </a:r>
          </a:p>
          <a:p>
            <a:endParaRPr lang="es-MX" dirty="0"/>
          </a:p>
          <a:p>
            <a:r>
              <a:rPr lang="es-MX" dirty="0"/>
              <a:t>Por ejemplo:</a:t>
            </a:r>
          </a:p>
          <a:p>
            <a:pPr marL="457200" indent="-457200">
              <a:buFont typeface="Arial" panose="020B0604020202020204" pitchFamily="34" charset="0"/>
              <a:buChar char="•"/>
            </a:pPr>
            <a:r>
              <a:rPr lang="es-MX" dirty="0"/>
              <a:t>Una tabla Películas con el título y el año de lanzamiento.</a:t>
            </a:r>
          </a:p>
          <a:p>
            <a:pPr marL="457200" indent="-457200">
              <a:buFont typeface="Arial" panose="020B0604020202020204" pitchFamily="34" charset="0"/>
              <a:buChar char="•"/>
            </a:pPr>
            <a:r>
              <a:rPr lang="es-MX" dirty="0"/>
              <a:t>Una tabla Directores, donde cada director aparece solo una vez.</a:t>
            </a:r>
          </a:p>
          <a:p>
            <a:pPr marL="457200" indent="-457200">
              <a:buFont typeface="Arial" panose="020B0604020202020204" pitchFamily="34" charset="0"/>
              <a:buChar char="•"/>
            </a:pPr>
            <a:r>
              <a:rPr lang="es-MX" dirty="0"/>
              <a:t>Una relación entre ambas tablas que vincula cada película con su director correspondiente.</a:t>
            </a:r>
          </a:p>
        </p:txBody>
      </p:sp>
      <p:pic>
        <p:nvPicPr>
          <p:cNvPr id="13" name="Imagen 12">
            <a:extLst>
              <a:ext uri="{FF2B5EF4-FFF2-40B4-BE49-F238E27FC236}">
                <a16:creationId xmlns:a16="http://schemas.microsoft.com/office/drawing/2014/main" id="{F9802BC6-D9F8-3CA6-54CF-A98475120E6C}"/>
              </a:ext>
            </a:extLst>
          </p:cNvPr>
          <p:cNvPicPr>
            <a:picLocks noChangeAspect="1"/>
          </p:cNvPicPr>
          <p:nvPr/>
        </p:nvPicPr>
        <p:blipFill>
          <a:blip r:embed="rId3"/>
          <a:stretch>
            <a:fillRect/>
          </a:stretch>
        </p:blipFill>
        <p:spPr>
          <a:xfrm>
            <a:off x="15874386" y="6785992"/>
            <a:ext cx="6253924" cy="6253924"/>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108093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par>
                          <p:cTn id="27" fill="hold">
                            <p:stCondLst>
                              <p:cond delay="0"/>
                            </p:stCondLst>
                            <p:childTnLst>
                              <p:par>
                                <p:cTn id="28" presetID="16" presetClass="entr" presetSubtype="21"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arn(inVertical)">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6FD4-671F-16E4-4DF3-5040FCF2B3F5}"/>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D812F47A-F5B7-2371-B70C-0F7A2D5CA8C3}"/>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MX" sz="8000" dirty="0"/>
              <a:t>Objetivos de la Normalización de Bases de Datos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9EECA3CE-27CE-5B7E-E315-27DA074CBDB1}"/>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12203008-54B9-962A-B9F5-1BA7BF0AB23F}"/>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8B81F8F1-DDBD-0407-7929-7E3C2C741E79}"/>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 name="Grupo 1">
            <a:extLst>
              <a:ext uri="{FF2B5EF4-FFF2-40B4-BE49-F238E27FC236}">
                <a16:creationId xmlns:a16="http://schemas.microsoft.com/office/drawing/2014/main" id="{4977473F-73C7-B7E1-973A-B6854BF80AA8}"/>
              </a:ext>
            </a:extLst>
          </p:cNvPr>
          <p:cNvGrpSpPr/>
          <p:nvPr/>
        </p:nvGrpSpPr>
        <p:grpSpPr>
          <a:xfrm>
            <a:off x="1925642" y="4095434"/>
            <a:ext cx="21531700" cy="8519481"/>
            <a:chOff x="1925642" y="4095434"/>
            <a:chExt cx="21531700" cy="8519481"/>
          </a:xfrm>
        </p:grpSpPr>
        <p:sp>
          <p:nvSpPr>
            <p:cNvPr id="14" name="TextBox 12">
              <a:extLst>
                <a:ext uri="{FF2B5EF4-FFF2-40B4-BE49-F238E27FC236}">
                  <a16:creationId xmlns:a16="http://schemas.microsoft.com/office/drawing/2014/main" id="{2D3D0B61-3A4A-EA27-9CE1-4283F4DE5FB3}"/>
                </a:ext>
              </a:extLst>
            </p:cNvPr>
            <p:cNvSpPr txBox="1"/>
            <p:nvPr/>
          </p:nvSpPr>
          <p:spPr>
            <a:xfrm>
              <a:off x="1925642" y="4323302"/>
              <a:ext cx="10481588" cy="4524315"/>
            </a:xfrm>
            <a:prstGeom prst="rect">
              <a:avLst/>
            </a:prstGeom>
            <a:noFill/>
          </p:spPr>
          <p:txBody>
            <a:bodyPr wrap="square" lIns="91440" tIns="45720" rIns="91440" bIns="45720" anchor="t">
              <a:spAutoFit/>
            </a:bodyPr>
            <a:lstStyle>
              <a:defPPr>
                <a:defRPr lang="en-US"/>
              </a:defPPr>
              <a:lvl1pPr>
                <a:defRPr sz="3200"/>
              </a:lvl1pPr>
            </a:lstStyle>
            <a:p>
              <a:r>
                <a:rPr lang="es-MX" dirty="0"/>
                <a:t>La </a:t>
              </a:r>
              <a:r>
                <a:rPr lang="es-MX" b="1" dirty="0"/>
                <a:t>normalización de bases de datos</a:t>
              </a:r>
              <a:r>
                <a:rPr lang="es-MX" dirty="0"/>
                <a:t> tiene como objetivo principal </a:t>
              </a:r>
              <a:r>
                <a:rPr lang="es-MX" b="1" dirty="0"/>
                <a:t>organizar la información de manera eficiente</a:t>
              </a:r>
              <a:r>
                <a:rPr lang="es-MX" dirty="0"/>
                <a:t>, reduciendo la redundancia y eliminando anomalías que pueden afectar la integridad de los datos. </a:t>
              </a:r>
            </a:p>
            <a:p>
              <a:endParaRPr lang="es-MX" dirty="0"/>
            </a:p>
            <a:p>
              <a:r>
                <a:rPr lang="es-MX" dirty="0"/>
                <a:t>Para lograrlo, se aplica un conjunto de reglas que permiten </a:t>
              </a:r>
              <a:r>
                <a:rPr lang="es-MX" b="1" dirty="0"/>
                <a:t>dividir la información en tablas más pequeñas y especializadas</a:t>
              </a:r>
              <a:r>
                <a:rPr lang="es-MX" dirty="0"/>
                <a:t>, estableciendo relaciones entre ellas para garantizar la coherencia y optimizar el almacenamiento.</a:t>
              </a:r>
            </a:p>
          </p:txBody>
        </p:sp>
        <p:pic>
          <p:nvPicPr>
            <p:cNvPr id="3074" name="Picture 2" descr="Normalización en base de datos - Estructura | Alura Cursos Online">
              <a:extLst>
                <a:ext uri="{FF2B5EF4-FFF2-40B4-BE49-F238E27FC236}">
                  <a16:creationId xmlns:a16="http://schemas.microsoft.com/office/drawing/2014/main" id="{44BB8FAC-28E6-0E73-F537-8B7E6276C6A9}"/>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13703374" y="4095434"/>
              <a:ext cx="9753968" cy="85194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8571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3F31-EE8B-3B4E-8B4C-00AD2202CDED}"/>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17265D83-921B-1468-6FB6-5929A13B549E}"/>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MX" sz="8000" dirty="0"/>
              <a:t>Objetivos de la Normalización de Bases de Datos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22E457E1-8C18-59FB-6610-7B10C310E5B5}"/>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23C1A8D5-B7DC-F206-AAA3-B00E6986F7CE}"/>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CF7C9973-61B2-DE79-3A0C-2623AAFF2D84}"/>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88F03A32-1AE3-58BE-1404-30EEAF46826B}"/>
              </a:ext>
            </a:extLst>
          </p:cNvPr>
          <p:cNvSpPr txBox="1"/>
          <p:nvPr/>
        </p:nvSpPr>
        <p:spPr>
          <a:xfrm>
            <a:off x="1925642" y="4595842"/>
            <a:ext cx="16386244" cy="7478970"/>
          </a:xfrm>
          <a:prstGeom prst="rect">
            <a:avLst/>
          </a:prstGeom>
          <a:noFill/>
        </p:spPr>
        <p:txBody>
          <a:bodyPr wrap="square" lIns="91440" tIns="45720" rIns="91440" bIns="45720" anchor="t">
            <a:spAutoFit/>
          </a:bodyPr>
          <a:lstStyle>
            <a:defPPr>
              <a:defRPr lang="en-US"/>
            </a:defPPr>
            <a:lvl1pPr>
              <a:defRPr sz="3200"/>
            </a:lvl1pPr>
          </a:lstStyle>
          <a:p>
            <a:r>
              <a:rPr lang="es-MX" dirty="0"/>
              <a:t>✅ Eliminar la redundancia de datos, evitando duplicaciones innecesarias.</a:t>
            </a:r>
          </a:p>
          <a:p>
            <a:br>
              <a:rPr lang="es-MX" dirty="0"/>
            </a:br>
            <a:r>
              <a:rPr lang="es-MX" dirty="0"/>
              <a:t>✅ Prevenir anomalías en la actualización, eliminación e inserción de registros, asegurando la consistencia de la información.</a:t>
            </a:r>
            <a:br>
              <a:rPr lang="es-MX" dirty="0"/>
            </a:br>
            <a:endParaRPr lang="es-MX" dirty="0"/>
          </a:p>
          <a:p>
            <a:r>
              <a:rPr lang="es-MX" dirty="0"/>
              <a:t>✅ Optimizar el espacio de almacenamiento, reduciendo el tamaño de la base de datos sin comprometer la accesibilidad.</a:t>
            </a:r>
            <a:br>
              <a:rPr lang="es-MX" dirty="0"/>
            </a:br>
            <a:endParaRPr lang="es-MX" dirty="0"/>
          </a:p>
          <a:p>
            <a:r>
              <a:rPr lang="es-MX" dirty="0"/>
              <a:t>✅ Mejorar la escalabilidad y el rendimiento, facilitando consultas más rápidas y eficientes.</a:t>
            </a:r>
            <a:br>
              <a:rPr lang="es-MX" dirty="0"/>
            </a:br>
            <a:endParaRPr lang="es-MX" dirty="0"/>
          </a:p>
          <a:p>
            <a:r>
              <a:rPr lang="es-MX" dirty="0"/>
              <a:t>✅ Garantizar la integridad referencial, asegurando que las relaciones entre tablas sean correctas y coherentes.</a:t>
            </a:r>
            <a:br>
              <a:rPr lang="es-MX" dirty="0"/>
            </a:br>
            <a:endParaRPr lang="es-MX" dirty="0"/>
          </a:p>
          <a:p>
            <a:r>
              <a:rPr lang="es-MX" dirty="0"/>
              <a:t>✅ Facilitar la automatización y el análisis de datos, permitiendo una mejor integración con herramientas de inteligencia artificial y </a:t>
            </a:r>
            <a:r>
              <a:rPr lang="es-MX" dirty="0" err="1"/>
              <a:t>big</a:t>
            </a:r>
            <a:r>
              <a:rPr lang="es-MX" dirty="0"/>
              <a:t> data</a:t>
            </a:r>
          </a:p>
        </p:txBody>
      </p:sp>
    </p:spTree>
    <p:extLst>
      <p:ext uri="{BB962C8B-B14F-4D97-AF65-F5344CB8AC3E}">
        <p14:creationId xmlns:p14="http://schemas.microsoft.com/office/powerpoint/2010/main" val="1967189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87E43-1B3F-9E9B-1D4A-E5D3B3861C21}"/>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5340FA48-C2C5-2718-9B03-335E7313E036}"/>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MX" sz="8000" dirty="0"/>
              <a:t>Objetivos de la Normalización de Bases de Datos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1BA3BC55-C555-A073-1647-0C35D3C1CF18}"/>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E0E3ABE9-24CF-8983-0BB9-6A02FA170E69}"/>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A8C67D0F-566C-B903-5FBC-9341A933FD00}"/>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028FAE85-56A6-662A-B5CC-BFBE2AE297E2}"/>
              </a:ext>
            </a:extLst>
          </p:cNvPr>
          <p:cNvSpPr txBox="1"/>
          <p:nvPr/>
        </p:nvSpPr>
        <p:spPr>
          <a:xfrm>
            <a:off x="1925642" y="4595842"/>
            <a:ext cx="16386244" cy="6494085"/>
          </a:xfrm>
          <a:prstGeom prst="rect">
            <a:avLst/>
          </a:prstGeom>
          <a:noFill/>
        </p:spPr>
        <p:txBody>
          <a:bodyPr wrap="square" lIns="91440" tIns="45720" rIns="91440" bIns="45720" anchor="t">
            <a:spAutoFit/>
          </a:bodyPr>
          <a:lstStyle>
            <a:defPPr>
              <a:defRPr lang="en-US"/>
            </a:defPPr>
            <a:lvl1pPr>
              <a:defRPr sz="3200"/>
            </a:lvl1pPr>
          </a:lstStyle>
          <a:p>
            <a:r>
              <a:rPr lang="es-MX" dirty="0"/>
              <a:t>Avances tecnológicos recientes:</a:t>
            </a:r>
          </a:p>
          <a:p>
            <a:endParaRPr lang="es-MX" dirty="0"/>
          </a:p>
          <a:p>
            <a:r>
              <a:rPr lang="es-MX" dirty="0"/>
              <a:t>🔹 Bases de datos distribuidas y en la nube: La normalización sigue siendo clave en entornos de bases de datos escalables y distribuidas, como AWS RDS, Google Cloud SQL y Azure SQL </a:t>
            </a:r>
            <a:r>
              <a:rPr lang="es-MX" dirty="0" err="1"/>
              <a:t>Database</a:t>
            </a:r>
            <a:r>
              <a:rPr lang="es-MX" dirty="0"/>
              <a:t>.</a:t>
            </a:r>
            <a:br>
              <a:rPr lang="es-MX" dirty="0"/>
            </a:br>
            <a:endParaRPr lang="es-MX" dirty="0"/>
          </a:p>
          <a:p>
            <a:r>
              <a:rPr lang="es-MX" dirty="0"/>
              <a:t>🔹 Optimización para Big Data: Aunque las bases de datos NoSQL han ganado popularidad, la normalización sigue siendo esencial en sistemas híbridos que combinan SQL y NoSQL para mejorar la eficiencia del almacenamiento.</a:t>
            </a:r>
            <a:br>
              <a:rPr lang="es-MX" dirty="0"/>
            </a:br>
            <a:endParaRPr lang="es-MX" dirty="0"/>
          </a:p>
          <a:p>
            <a:r>
              <a:rPr lang="es-MX" dirty="0"/>
              <a:t>🔹 Integración con Machine </a:t>
            </a:r>
            <a:r>
              <a:rPr lang="es-MX" dirty="0" err="1"/>
              <a:t>Learning</a:t>
            </a:r>
            <a:r>
              <a:rPr lang="es-MX" dirty="0"/>
              <a:t>: La calidad de los datos normalizados es fundamental para entrenar modelos de inteligencia artificial, asegurando que los datos sean precisos y estructurados.</a:t>
            </a:r>
          </a:p>
          <a:p>
            <a:endParaRPr lang="es-MX" dirty="0"/>
          </a:p>
        </p:txBody>
      </p:sp>
    </p:spTree>
    <p:extLst>
      <p:ext uri="{BB962C8B-B14F-4D97-AF65-F5344CB8AC3E}">
        <p14:creationId xmlns:p14="http://schemas.microsoft.com/office/powerpoint/2010/main" val="116559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3928-2E7D-C6B3-6B62-A6CB5A72746B}"/>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C6AC8C7A-095B-3DD2-3D6A-165B00A86B26}"/>
              </a:ext>
            </a:extLst>
          </p:cNvPr>
          <p:cNvSpPr/>
          <p:nvPr/>
        </p:nvSpPr>
        <p:spPr>
          <a:xfrm>
            <a:off x="-1" y="0"/>
            <a:ext cx="24382414" cy="5561856"/>
          </a:xfrm>
          <a:prstGeom prst="rect">
            <a:avLst/>
          </a:prstGeom>
          <a:gradFill flip="none" rotWithShape="1">
            <a:gsLst>
              <a:gs pos="36000">
                <a:srgbClr val="000000">
                  <a:alpha val="0"/>
                </a:srgbClr>
              </a:gs>
              <a:gs pos="0">
                <a:srgbClr val="000000">
                  <a:alpha val="7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5" name="Group 4">
            <a:extLst>
              <a:ext uri="{FF2B5EF4-FFF2-40B4-BE49-F238E27FC236}">
                <a16:creationId xmlns:a16="http://schemas.microsoft.com/office/drawing/2014/main" id="{252E14F4-C869-9689-EAF8-4460FA20DB39}"/>
              </a:ext>
            </a:extLst>
          </p:cNvPr>
          <p:cNvGrpSpPr/>
          <p:nvPr/>
        </p:nvGrpSpPr>
        <p:grpSpPr>
          <a:xfrm>
            <a:off x="1030288" y="1070735"/>
            <a:ext cx="3674534" cy="960121"/>
            <a:chOff x="11997266" y="2215077"/>
            <a:chExt cx="3674534" cy="960121"/>
          </a:xfrm>
        </p:grpSpPr>
        <p:pic>
          <p:nvPicPr>
            <p:cNvPr id="6" name="Graphic 5">
              <a:extLst>
                <a:ext uri="{FF2B5EF4-FFF2-40B4-BE49-F238E27FC236}">
                  <a16:creationId xmlns:a16="http://schemas.microsoft.com/office/drawing/2014/main" id="{937DC037-F36A-D3FE-09D1-7B94087F6A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997266" y="2215077"/>
              <a:ext cx="960121" cy="960121"/>
            </a:xfrm>
            <a:prstGeom prst="rect">
              <a:avLst/>
            </a:prstGeom>
          </p:spPr>
        </p:pic>
        <p:sp>
          <p:nvSpPr>
            <p:cNvPr id="7" name="TextBox 6">
              <a:extLst>
                <a:ext uri="{FF2B5EF4-FFF2-40B4-BE49-F238E27FC236}">
                  <a16:creationId xmlns:a16="http://schemas.microsoft.com/office/drawing/2014/main" id="{07C4738A-0F88-76EA-2E8D-760666F6E84A}"/>
                </a:ext>
              </a:extLst>
            </p:cNvPr>
            <p:cNvSpPr txBox="1"/>
            <p:nvPr/>
          </p:nvSpPr>
          <p:spPr>
            <a:xfrm>
              <a:off x="13179265" y="2218084"/>
              <a:ext cx="2492535" cy="954107"/>
            </a:xfrm>
            <a:prstGeom prst="rect">
              <a:avLst/>
            </a:prstGeom>
            <a:noFill/>
          </p:spPr>
          <p:txBody>
            <a:bodyPr wrap="square" rtlCol="0">
              <a:spAutoFit/>
            </a:bodyPr>
            <a:lstStyle/>
            <a:p>
              <a:r>
                <a:rPr lang="en-US" sz="2800" b="1" dirty="0"/>
                <a:t>HORIZON</a:t>
              </a:r>
            </a:p>
            <a:p>
              <a:r>
                <a:rPr lang="en-US" sz="2800" b="1" dirty="0"/>
                <a:t>TECH.</a:t>
              </a:r>
              <a:endParaRPr lang="id-ID" sz="2800" b="1"/>
            </a:p>
          </p:txBody>
        </p:sp>
      </p:grpSp>
      <p:sp>
        <p:nvSpPr>
          <p:cNvPr id="8" name="TextBox 7">
            <a:extLst>
              <a:ext uri="{FF2B5EF4-FFF2-40B4-BE49-F238E27FC236}">
                <a16:creationId xmlns:a16="http://schemas.microsoft.com/office/drawing/2014/main" id="{8E120E07-9F4F-52A8-BDC7-204A09598F14}"/>
              </a:ext>
            </a:extLst>
          </p:cNvPr>
          <p:cNvSpPr txBox="1"/>
          <p:nvPr/>
        </p:nvSpPr>
        <p:spPr>
          <a:xfrm>
            <a:off x="18455902" y="1007349"/>
            <a:ext cx="5040560" cy="830997"/>
          </a:xfrm>
          <a:prstGeom prst="rect">
            <a:avLst/>
          </a:prstGeom>
          <a:noFill/>
        </p:spPr>
        <p:txBody>
          <a:bodyPr wrap="square" rtlCol="0">
            <a:spAutoFit/>
          </a:bodyPr>
          <a:lstStyle/>
          <a:p>
            <a:pPr algn="r"/>
            <a:r>
              <a:rPr lang="en-US" sz="2400" dirty="0">
                <a:latin typeface="Inter Tight Light" pitchFamily="2" charset="0"/>
                <a:ea typeface="Inter Tight Light" pitchFamily="2" charset="0"/>
                <a:cs typeface="Inter Tight Light" pitchFamily="2" charset="0"/>
              </a:rPr>
              <a:t>INNOVATING TODAY FOR </a:t>
            </a:r>
          </a:p>
          <a:p>
            <a:pPr algn="r"/>
            <a:r>
              <a:rPr lang="en-US" sz="2400" dirty="0">
                <a:latin typeface="Inter Tight Light" pitchFamily="2" charset="0"/>
                <a:ea typeface="Inter Tight Light" pitchFamily="2" charset="0"/>
                <a:cs typeface="Inter Tight Light" pitchFamily="2" charset="0"/>
              </a:rPr>
              <a:t>A SMARTER TOMORROW</a:t>
            </a:r>
            <a:endParaRPr lang="id-ID" sz="2400">
              <a:latin typeface="Inter Tight Light" pitchFamily="2" charset="0"/>
              <a:ea typeface="Inter Tight Light" pitchFamily="2" charset="0"/>
              <a:cs typeface="Inter Tight Light" pitchFamily="2" charset="0"/>
            </a:endParaRPr>
          </a:p>
        </p:txBody>
      </p:sp>
      <p:pic>
        <p:nvPicPr>
          <p:cNvPr id="11" name="Picture Placeholder 10" descr="A purple and white gradient&#10;&#10;Description automatically generated">
            <a:extLst>
              <a:ext uri="{FF2B5EF4-FFF2-40B4-BE49-F238E27FC236}">
                <a16:creationId xmlns:a16="http://schemas.microsoft.com/office/drawing/2014/main" id="{CA9016AB-2FAF-C357-AF2C-71E9C2856E8B}"/>
              </a:ext>
            </a:extLst>
          </p:cNvPr>
          <p:cNvPicPr>
            <a:picLocks noGrp="1" noChangeAspect="1"/>
          </p:cNvPicPr>
          <p:nvPr>
            <p:ph type="pic" sz="quarter" idx="11"/>
          </p:nvPr>
        </p:nvPicPr>
        <p:blipFill rotWithShape="1">
          <a:blip r:embed="rId4">
            <a:extLst>
              <a:ext uri="{BEBA8EAE-BF5A-486C-A8C5-ECC9F3942E4B}">
                <a14:imgProps xmlns:a14="http://schemas.microsoft.com/office/drawing/2010/main">
                  <a14:imgLayer r:embed="rId5">
                    <a14:imgEffect>
                      <a14:artisticFilmGrain/>
                    </a14:imgEffect>
                  </a14:imgLayer>
                </a14:imgProps>
              </a:ext>
              <a:ext uri="{28A0092B-C50C-407E-A947-70E740481C1C}">
                <a14:useLocalDpi xmlns:a14="http://schemas.microsoft.com/office/drawing/2010/main" val="0"/>
              </a:ext>
            </a:extLst>
          </a:blip>
          <a:srcRect t="60379" b="2743"/>
          <a:stretch/>
        </p:blipFill>
        <p:spPr>
          <a:xfrm>
            <a:off x="-1" y="8658200"/>
            <a:ext cx="24382413" cy="5057800"/>
          </a:xfrm>
        </p:spPr>
      </p:pic>
      <p:pic>
        <p:nvPicPr>
          <p:cNvPr id="10" name="Marcador de posición de imagen 9">
            <a:extLst>
              <a:ext uri="{FF2B5EF4-FFF2-40B4-BE49-F238E27FC236}">
                <a16:creationId xmlns:a16="http://schemas.microsoft.com/office/drawing/2014/main" id="{D68BC334-5A67-9B87-3742-18BC5978EFA3}"/>
              </a:ext>
            </a:extLst>
          </p:cNvPr>
          <p:cNvPicPr>
            <a:picLocks noGrp="1" noChangeAspect="1"/>
          </p:cNvPicPr>
          <p:nvPr>
            <p:ph type="pic" sz="quarter" idx="10"/>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4445" r="4445"/>
          <a:stretch/>
        </p:blipFill>
        <p:spPr/>
      </p:pic>
      <p:sp>
        <p:nvSpPr>
          <p:cNvPr id="12" name="CuadroTexto 11">
            <a:extLst>
              <a:ext uri="{FF2B5EF4-FFF2-40B4-BE49-F238E27FC236}">
                <a16:creationId xmlns:a16="http://schemas.microsoft.com/office/drawing/2014/main" id="{FB0EE8B2-6F97-50D0-2CA3-AD4C928FAF48}"/>
              </a:ext>
            </a:extLst>
          </p:cNvPr>
          <p:cNvSpPr txBox="1"/>
          <p:nvPr/>
        </p:nvSpPr>
        <p:spPr>
          <a:xfrm>
            <a:off x="-1" y="8658200"/>
            <a:ext cx="24382413" cy="230832"/>
          </a:xfrm>
          <a:prstGeom prst="rect">
            <a:avLst/>
          </a:prstGeom>
          <a:noFill/>
        </p:spPr>
        <p:txBody>
          <a:bodyPr wrap="square" rtlCol="0">
            <a:spAutoFit/>
          </a:bodyPr>
          <a:lstStyle/>
          <a:p>
            <a:r>
              <a:rPr lang="es-SV" sz="900">
                <a:hlinkClick r:id="rId7" tooltip="https://www.tuinstitutoonline.com/cursos/bbdd/basebasico1_v19es/02tablas.php"/>
              </a:rPr>
              <a:t>Esta foto</a:t>
            </a:r>
            <a:r>
              <a:rPr lang="es-SV" sz="900"/>
              <a:t> de Autor desconocido está bajo licencia </a:t>
            </a:r>
            <a:r>
              <a:rPr lang="es-SV" sz="900">
                <a:hlinkClick r:id="rId8" tooltip="https://creativecommons.org/licenses/by-nc-sa/3.0/"/>
              </a:rPr>
              <a:t>CC BY-SA-NC</a:t>
            </a:r>
            <a:endParaRPr lang="es-SV" sz="900"/>
          </a:p>
        </p:txBody>
      </p:sp>
      <p:sp>
        <p:nvSpPr>
          <p:cNvPr id="13" name="TextBox 1">
            <a:extLst>
              <a:ext uri="{FF2B5EF4-FFF2-40B4-BE49-F238E27FC236}">
                <a16:creationId xmlns:a16="http://schemas.microsoft.com/office/drawing/2014/main" id="{8CAFC3EE-DCF2-F1CD-AB29-610CDB8CAAC1}"/>
              </a:ext>
            </a:extLst>
          </p:cNvPr>
          <p:cNvSpPr txBox="1"/>
          <p:nvPr/>
        </p:nvSpPr>
        <p:spPr>
          <a:xfrm>
            <a:off x="885950" y="9418925"/>
            <a:ext cx="21890432" cy="1569660"/>
          </a:xfrm>
          <a:prstGeom prst="rect">
            <a:avLst/>
          </a:prstGeom>
          <a:noFill/>
          <a:ln>
            <a:noFill/>
          </a:ln>
        </p:spPr>
        <p:txBody>
          <a:bodyPr wrap="square" lIns="91440" tIns="45720" rIns="91440" bIns="45720" anchor="t">
            <a:spAutoFit/>
          </a:bodyPr>
          <a:lstStyle/>
          <a:p>
            <a:r>
              <a:rPr lang="en-US" sz="9600" b="1" dirty="0">
                <a:latin typeface="Avenir Next LT Pro"/>
              </a:rPr>
              <a:t>NORMAS</a:t>
            </a:r>
            <a:endParaRPr lang="id-ID" sz="9600" dirty="0">
              <a:latin typeface="Avenir Next LT Pro"/>
              <a:ea typeface="Inter Tight" pitchFamily="2" charset="0"/>
              <a:cs typeface="Inter Tight" pitchFamily="2" charset="0"/>
            </a:endParaRPr>
          </a:p>
        </p:txBody>
      </p:sp>
    </p:spTree>
    <p:extLst>
      <p:ext uri="{BB962C8B-B14F-4D97-AF65-F5344CB8AC3E}">
        <p14:creationId xmlns:p14="http://schemas.microsoft.com/office/powerpoint/2010/main" val="2441223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CC86-9E2E-4E51-4372-E78F2BCA5D30}"/>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8737AE46-B1AD-EDC2-1B11-E4CE552BC57B}"/>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Primera Forma Normal (1NF)</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6AF2E3E8-62FD-9A21-FD4F-438FFA714B86}"/>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899B3F25-DD2F-CBFA-925A-B5CF054C318F}"/>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DF6DAA83-0BF7-B218-F1BF-CF223F1BE7BD}"/>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7DDDF2C9-92DF-5CE4-CB07-96AED04A6F99}"/>
              </a:ext>
            </a:extLst>
          </p:cNvPr>
          <p:cNvSpPr txBox="1"/>
          <p:nvPr/>
        </p:nvSpPr>
        <p:spPr>
          <a:xfrm>
            <a:off x="1937078" y="3902911"/>
            <a:ext cx="20983319" cy="1569660"/>
          </a:xfrm>
          <a:prstGeom prst="rect">
            <a:avLst/>
          </a:prstGeom>
          <a:noFill/>
        </p:spPr>
        <p:txBody>
          <a:bodyPr wrap="square" lIns="91440" tIns="45720" rIns="91440" bIns="45720" anchor="t">
            <a:spAutoFit/>
          </a:bodyPr>
          <a:lstStyle>
            <a:defPPr>
              <a:defRPr lang="en-US"/>
            </a:defPPr>
            <a:lvl1pPr>
              <a:defRPr sz="3200"/>
            </a:lvl1pPr>
          </a:lstStyle>
          <a:p>
            <a:r>
              <a:rPr lang="es-MX" dirty="0"/>
              <a:t>La </a:t>
            </a:r>
            <a:r>
              <a:rPr lang="es-MX" b="1" dirty="0"/>
              <a:t>Primera Forma Normal (1NF)</a:t>
            </a:r>
            <a:r>
              <a:rPr lang="es-MX" dirty="0"/>
              <a:t> es el primer paso en el proceso de normalización de bases de datos. Su objetivo es </a:t>
            </a:r>
            <a:r>
              <a:rPr lang="es-MX" b="1" dirty="0"/>
              <a:t>eliminar grupos repetitivos</a:t>
            </a:r>
            <a:r>
              <a:rPr lang="es-MX" dirty="0"/>
              <a:t> y garantizar que cada columna contenga </a:t>
            </a:r>
            <a:r>
              <a:rPr lang="es-MX" b="1" dirty="0"/>
              <a:t>valores atómicos</a:t>
            </a:r>
            <a:r>
              <a:rPr lang="es-MX" dirty="0"/>
              <a:t>, es decir, datos indivisibles que no pueden descomponerse en unidades más pequeñas.</a:t>
            </a:r>
          </a:p>
        </p:txBody>
      </p:sp>
      <p:sp>
        <p:nvSpPr>
          <p:cNvPr id="4" name="CuadroTexto 3">
            <a:extLst>
              <a:ext uri="{FF2B5EF4-FFF2-40B4-BE49-F238E27FC236}">
                <a16:creationId xmlns:a16="http://schemas.microsoft.com/office/drawing/2014/main" id="{AD5AB9D1-66BD-82EA-FE9A-10B1BD92F192}"/>
              </a:ext>
            </a:extLst>
          </p:cNvPr>
          <p:cNvSpPr txBox="1"/>
          <p:nvPr/>
        </p:nvSpPr>
        <p:spPr>
          <a:xfrm>
            <a:off x="2182094" y="6473715"/>
            <a:ext cx="10009112" cy="5509200"/>
          </a:xfrm>
          <a:prstGeom prst="rect">
            <a:avLst/>
          </a:prstGeom>
          <a:noFill/>
        </p:spPr>
        <p:txBody>
          <a:bodyPr wrap="square">
            <a:spAutoFit/>
          </a:bodyPr>
          <a:lstStyle/>
          <a:p>
            <a:pPr>
              <a:buNone/>
            </a:pPr>
            <a:r>
              <a:rPr lang="es-MX" sz="3200" dirty="0"/>
              <a:t>Reglas de 1NF:</a:t>
            </a:r>
          </a:p>
          <a:p>
            <a:pPr>
              <a:buNone/>
            </a:pPr>
            <a:endParaRPr lang="es-MX" sz="3200" dirty="0"/>
          </a:p>
          <a:p>
            <a:r>
              <a:rPr lang="es-MX" sz="3200" dirty="0"/>
              <a:t>✅ Cada tabla debe tener una clave primaria que identifique de manera única cada fila.</a:t>
            </a:r>
          </a:p>
          <a:p>
            <a:br>
              <a:rPr lang="es-MX" sz="3200" dirty="0"/>
            </a:br>
            <a:r>
              <a:rPr lang="es-MX" sz="3200" dirty="0"/>
              <a:t>✅ Cada campo debe contener solo un valor único y atómico, evitando listas o conjuntos de datos dentro de una misma celda.</a:t>
            </a:r>
          </a:p>
          <a:p>
            <a:br>
              <a:rPr lang="es-MX" sz="3200" dirty="0"/>
            </a:br>
            <a:r>
              <a:rPr lang="es-MX" sz="3200" dirty="0"/>
              <a:t>✅ No debe haber grupos repetitivos dentro de una tabla; los datos deben estar organizados en registros individuales.</a:t>
            </a:r>
          </a:p>
        </p:txBody>
      </p:sp>
      <p:sp>
        <p:nvSpPr>
          <p:cNvPr id="9" name="CuadroTexto 8">
            <a:extLst>
              <a:ext uri="{FF2B5EF4-FFF2-40B4-BE49-F238E27FC236}">
                <a16:creationId xmlns:a16="http://schemas.microsoft.com/office/drawing/2014/main" id="{941004A9-2A04-9CDD-8C72-B5BA06F9E1C1}"/>
              </a:ext>
            </a:extLst>
          </p:cNvPr>
          <p:cNvSpPr txBox="1"/>
          <p:nvPr/>
        </p:nvSpPr>
        <p:spPr>
          <a:xfrm>
            <a:off x="13631365" y="7362056"/>
            <a:ext cx="8568953" cy="4524315"/>
          </a:xfrm>
          <a:prstGeom prst="rect">
            <a:avLst/>
          </a:prstGeom>
          <a:noFill/>
        </p:spPr>
        <p:txBody>
          <a:bodyPr wrap="square">
            <a:spAutoFit/>
          </a:bodyPr>
          <a:lstStyle/>
          <a:p>
            <a:pPr>
              <a:buNone/>
            </a:pPr>
            <a:r>
              <a:rPr lang="es-MX" sz="3200" dirty="0"/>
              <a:t>Ejemplo práctico:</a:t>
            </a:r>
          </a:p>
          <a:p>
            <a:pPr>
              <a:buNone/>
            </a:pPr>
            <a:endParaRPr lang="es-MX" sz="3200" dirty="0"/>
          </a:p>
          <a:p>
            <a:r>
              <a:rPr lang="es-MX" sz="3200" dirty="0"/>
              <a:t>Imagina una tabla de pedidos donde un cliente puede comprar varios productos en una sola transacción. Si almacenamos todos los productos en una sola celda, estaríamos violando 1NF. La solución es dividir los datos en una tabla Pedidos y una tabla Productos, vinculadas mediante una clave foránea.</a:t>
            </a:r>
          </a:p>
        </p:txBody>
      </p:sp>
    </p:spTree>
    <p:extLst>
      <p:ext uri="{BB962C8B-B14F-4D97-AF65-F5344CB8AC3E}">
        <p14:creationId xmlns:p14="http://schemas.microsoft.com/office/powerpoint/2010/main" val="368628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D303A-F177-B757-B9A4-5C99511A75ED}"/>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35FA17CB-3826-3EE8-EB82-4441F55823D9}"/>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Primera Forma Normal (1NF)</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8FB8ED39-B8D9-87BF-6D35-95B18D08D4F2}"/>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2449F199-370C-1DFC-C961-0AF56881602F}"/>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1621E1C4-7978-8D13-EF42-E7362B5F9A77}"/>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 name="Imagen 2">
            <a:extLst>
              <a:ext uri="{FF2B5EF4-FFF2-40B4-BE49-F238E27FC236}">
                <a16:creationId xmlns:a16="http://schemas.microsoft.com/office/drawing/2014/main" id="{27394630-B298-C3EE-C6EA-508B9607CEFE}"/>
              </a:ext>
            </a:extLst>
          </p:cNvPr>
          <p:cNvPicPr>
            <a:picLocks noChangeAspect="1"/>
          </p:cNvPicPr>
          <p:nvPr/>
        </p:nvPicPr>
        <p:blipFill>
          <a:blip r:embed="rId3"/>
          <a:stretch>
            <a:fillRect/>
          </a:stretch>
        </p:blipFill>
        <p:spPr>
          <a:xfrm>
            <a:off x="1937695" y="4843326"/>
            <a:ext cx="20096715" cy="1653778"/>
          </a:xfrm>
          <a:prstGeom prst="rect">
            <a:avLst/>
          </a:prstGeom>
        </p:spPr>
      </p:pic>
      <p:pic>
        <p:nvPicPr>
          <p:cNvPr id="7" name="Imagen 6">
            <a:extLst>
              <a:ext uri="{FF2B5EF4-FFF2-40B4-BE49-F238E27FC236}">
                <a16:creationId xmlns:a16="http://schemas.microsoft.com/office/drawing/2014/main" id="{62BC4C9B-029A-33D4-2DB5-675FB2112127}"/>
              </a:ext>
            </a:extLst>
          </p:cNvPr>
          <p:cNvPicPr>
            <a:picLocks noChangeAspect="1"/>
          </p:cNvPicPr>
          <p:nvPr/>
        </p:nvPicPr>
        <p:blipFill>
          <a:blip r:embed="rId4"/>
          <a:stretch>
            <a:fillRect/>
          </a:stretch>
        </p:blipFill>
        <p:spPr>
          <a:xfrm>
            <a:off x="5602683" y="8082136"/>
            <a:ext cx="12766739" cy="3726177"/>
          </a:xfrm>
          <a:prstGeom prst="rect">
            <a:avLst/>
          </a:prstGeom>
        </p:spPr>
      </p:pic>
    </p:spTree>
    <p:extLst>
      <p:ext uri="{BB962C8B-B14F-4D97-AF65-F5344CB8AC3E}">
        <p14:creationId xmlns:p14="http://schemas.microsoft.com/office/powerpoint/2010/main" val="45620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E95C0-09C2-5BC9-0A89-5EA0A620979A}"/>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F36AC045-FDB2-B6BC-377A-B2E9C03F1378}"/>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Segunda Forma Normal (2NF)</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EA4B7684-3496-A3D9-5075-55791B0CFA74}"/>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A62FDABE-E31B-94B9-F330-C943A50957EF}"/>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B6D91D90-CB10-C9EB-C743-4121D0018897}"/>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B40A173F-84FE-1E9C-F43B-C4B0A0854BC6}"/>
              </a:ext>
            </a:extLst>
          </p:cNvPr>
          <p:cNvSpPr txBox="1"/>
          <p:nvPr/>
        </p:nvSpPr>
        <p:spPr>
          <a:xfrm>
            <a:off x="1937078" y="3902911"/>
            <a:ext cx="20983319" cy="1569660"/>
          </a:xfrm>
          <a:prstGeom prst="rect">
            <a:avLst/>
          </a:prstGeom>
          <a:noFill/>
        </p:spPr>
        <p:txBody>
          <a:bodyPr wrap="square" lIns="91440" tIns="45720" rIns="91440" bIns="45720" anchor="t">
            <a:spAutoFit/>
          </a:bodyPr>
          <a:lstStyle>
            <a:defPPr>
              <a:defRPr lang="en-US"/>
            </a:defPPr>
            <a:lvl1pPr>
              <a:defRPr sz="3200"/>
            </a:lvl1pPr>
          </a:lstStyle>
          <a:p>
            <a:r>
              <a:rPr lang="es-MX" dirty="0"/>
              <a:t>La </a:t>
            </a:r>
            <a:r>
              <a:rPr lang="es-MX" b="1" dirty="0"/>
              <a:t>Segunda Forma Normal (2NF)</a:t>
            </a:r>
            <a:r>
              <a:rPr lang="es-MX" dirty="0"/>
              <a:t> es el siguiente paso en la normalización de bases de datos y se enfoca en </a:t>
            </a:r>
            <a:r>
              <a:rPr lang="es-MX" b="1" dirty="0"/>
              <a:t>eliminar la redundancia de datos</a:t>
            </a:r>
            <a:r>
              <a:rPr lang="es-MX" dirty="0"/>
              <a:t> que dependen parcialmente de la clave primaria. Fue introducida por </a:t>
            </a:r>
            <a:r>
              <a:rPr lang="es-MX" b="1" dirty="0"/>
              <a:t>Edgar F. Codd en 1971</a:t>
            </a:r>
            <a:r>
              <a:rPr lang="es-MX" dirty="0"/>
              <a:t> como parte de su trabajo sobre bases de datos relacionales.</a:t>
            </a:r>
          </a:p>
        </p:txBody>
      </p:sp>
      <p:sp>
        <p:nvSpPr>
          <p:cNvPr id="4" name="CuadroTexto 3">
            <a:extLst>
              <a:ext uri="{FF2B5EF4-FFF2-40B4-BE49-F238E27FC236}">
                <a16:creationId xmlns:a16="http://schemas.microsoft.com/office/drawing/2014/main" id="{F89569E6-D7AA-7CC9-4A81-032601604186}"/>
              </a:ext>
            </a:extLst>
          </p:cNvPr>
          <p:cNvSpPr txBox="1"/>
          <p:nvPr/>
        </p:nvSpPr>
        <p:spPr>
          <a:xfrm>
            <a:off x="2182094" y="6473715"/>
            <a:ext cx="10009112" cy="6001643"/>
          </a:xfrm>
          <a:prstGeom prst="rect">
            <a:avLst/>
          </a:prstGeom>
          <a:noFill/>
        </p:spPr>
        <p:txBody>
          <a:bodyPr wrap="square">
            <a:spAutoFit/>
          </a:bodyPr>
          <a:lstStyle/>
          <a:p>
            <a:pPr>
              <a:buNone/>
            </a:pPr>
            <a:r>
              <a:rPr lang="es-MX" sz="3200" dirty="0"/>
              <a:t>Reglas de 2NF:</a:t>
            </a:r>
          </a:p>
          <a:p>
            <a:pPr>
              <a:buNone/>
            </a:pPr>
            <a:endParaRPr lang="es-MX" sz="3200" dirty="0"/>
          </a:p>
          <a:p>
            <a:r>
              <a:rPr lang="es-MX" sz="3200" dirty="0"/>
              <a:t>✅ La tabla debe cumplir con </a:t>
            </a:r>
            <a:r>
              <a:rPr lang="es-MX" sz="3200" b="1" dirty="0"/>
              <a:t>1NF</a:t>
            </a:r>
            <a:r>
              <a:rPr lang="es-MX" sz="3200" dirty="0"/>
              <a:t> (todos los valores deben ser atómicos y no contener grupos repetitivos).</a:t>
            </a:r>
            <a:br>
              <a:rPr lang="es-MX" sz="3200" dirty="0"/>
            </a:br>
            <a:endParaRPr lang="es-MX" sz="3200" dirty="0"/>
          </a:p>
          <a:p>
            <a:r>
              <a:rPr lang="es-MX" sz="3200" dirty="0"/>
              <a:t>✅ Todos los atributos </a:t>
            </a:r>
            <a:r>
              <a:rPr lang="es-MX" sz="3200" b="1" dirty="0"/>
              <a:t>no clave</a:t>
            </a:r>
            <a:r>
              <a:rPr lang="es-MX" sz="3200" dirty="0"/>
              <a:t> deben depender completamente de la </a:t>
            </a:r>
            <a:r>
              <a:rPr lang="es-MX" sz="3200" b="1" dirty="0"/>
              <a:t>clave primaria</a:t>
            </a:r>
            <a:r>
              <a:rPr lang="es-MX" sz="3200" dirty="0"/>
              <a:t>, evitando dependencias parciales.</a:t>
            </a:r>
            <a:br>
              <a:rPr lang="es-MX" sz="3200" dirty="0"/>
            </a:br>
            <a:endParaRPr lang="es-MX" sz="3200" dirty="0"/>
          </a:p>
          <a:p>
            <a:r>
              <a:rPr lang="es-MX" sz="3200" dirty="0"/>
              <a:t>✅ Si una tabla tiene una </a:t>
            </a:r>
            <a:r>
              <a:rPr lang="es-MX" sz="3200" b="1" dirty="0"/>
              <a:t>clave compuesta</a:t>
            </a:r>
            <a:r>
              <a:rPr lang="es-MX" sz="3200" dirty="0"/>
              <a:t>, los atributos no clave deben depender de toda la clave y no solo de una parte de ella.</a:t>
            </a:r>
          </a:p>
        </p:txBody>
      </p:sp>
      <p:sp>
        <p:nvSpPr>
          <p:cNvPr id="9" name="CuadroTexto 8">
            <a:extLst>
              <a:ext uri="{FF2B5EF4-FFF2-40B4-BE49-F238E27FC236}">
                <a16:creationId xmlns:a16="http://schemas.microsoft.com/office/drawing/2014/main" id="{D611DB5C-CADC-5186-1F4F-F151AF58A61A}"/>
              </a:ext>
            </a:extLst>
          </p:cNvPr>
          <p:cNvSpPr txBox="1"/>
          <p:nvPr/>
        </p:nvSpPr>
        <p:spPr>
          <a:xfrm>
            <a:off x="13631365" y="6065912"/>
            <a:ext cx="9505057" cy="6986528"/>
          </a:xfrm>
          <a:prstGeom prst="rect">
            <a:avLst/>
          </a:prstGeom>
          <a:noFill/>
        </p:spPr>
        <p:txBody>
          <a:bodyPr wrap="square">
            <a:spAutoFit/>
          </a:bodyPr>
          <a:lstStyle/>
          <a:p>
            <a:pPr>
              <a:buNone/>
            </a:pPr>
            <a:r>
              <a:rPr lang="es-MX" sz="3200" dirty="0"/>
              <a:t>Ejemplo práctico:</a:t>
            </a:r>
          </a:p>
          <a:p>
            <a:pPr>
              <a:buNone/>
            </a:pPr>
            <a:endParaRPr lang="es-MX" sz="3200" dirty="0"/>
          </a:p>
          <a:p>
            <a:r>
              <a:rPr lang="es-MX" sz="3200" dirty="0"/>
              <a:t>Imagina una tabla de inscripción a cursos donde cada estudiante puede estar inscrito en varios cursos. Si almacenamos el nombre del curso y el instructor en la misma tabla, estos datos dependerían solo del </a:t>
            </a:r>
            <a:r>
              <a:rPr lang="es-MX" sz="3200" b="1" dirty="0"/>
              <a:t>ID del curso</a:t>
            </a:r>
            <a:r>
              <a:rPr lang="es-MX" sz="3200" dirty="0"/>
              <a:t>, no del </a:t>
            </a:r>
            <a:r>
              <a:rPr lang="es-MX" sz="3200" b="1" dirty="0"/>
              <a:t>ID del estudiante</a:t>
            </a:r>
            <a:r>
              <a:rPr lang="es-MX" sz="3200" dirty="0"/>
              <a:t>, lo que viola 2NF. La solución es dividir la información en:</a:t>
            </a:r>
          </a:p>
          <a:p>
            <a:pPr marL="457200" indent="-457200">
              <a:buFont typeface="Arial" panose="020B0604020202020204" pitchFamily="34" charset="0"/>
              <a:buChar char="•"/>
            </a:pPr>
            <a:r>
              <a:rPr lang="es-MX" sz="3200" dirty="0"/>
              <a:t>Una tabla </a:t>
            </a:r>
            <a:r>
              <a:rPr lang="es-MX" sz="3200" b="1" dirty="0"/>
              <a:t>Estudiantes</a:t>
            </a:r>
            <a:r>
              <a:rPr lang="es-MX" sz="3200" dirty="0"/>
              <a:t> con datos individuales de cada alumno.</a:t>
            </a:r>
          </a:p>
          <a:p>
            <a:pPr marL="457200" indent="-457200">
              <a:buFont typeface="Arial" panose="020B0604020202020204" pitchFamily="34" charset="0"/>
              <a:buChar char="•"/>
            </a:pPr>
            <a:r>
              <a:rPr lang="es-MX" sz="3200" dirty="0"/>
              <a:t>Una tabla </a:t>
            </a:r>
            <a:r>
              <a:rPr lang="es-MX" sz="3200" b="1" dirty="0"/>
              <a:t>Cursos</a:t>
            </a:r>
            <a:r>
              <a:rPr lang="es-MX" sz="3200" dirty="0"/>
              <a:t> con información única de cada curso.</a:t>
            </a:r>
          </a:p>
          <a:p>
            <a:pPr marL="457200" indent="-457200">
              <a:buFont typeface="Arial" panose="020B0604020202020204" pitchFamily="34" charset="0"/>
              <a:buChar char="•"/>
            </a:pPr>
            <a:r>
              <a:rPr lang="es-MX" sz="3200" dirty="0"/>
              <a:t>Una tabla </a:t>
            </a:r>
            <a:r>
              <a:rPr lang="es-MX" sz="3200" b="1" dirty="0"/>
              <a:t>Inscripciones</a:t>
            </a:r>
            <a:r>
              <a:rPr lang="es-MX" sz="3200" dirty="0"/>
              <a:t> que relacione estudiantes con cursos sin redundancia.</a:t>
            </a:r>
          </a:p>
        </p:txBody>
      </p:sp>
    </p:spTree>
    <p:extLst>
      <p:ext uri="{BB962C8B-B14F-4D97-AF65-F5344CB8AC3E}">
        <p14:creationId xmlns:p14="http://schemas.microsoft.com/office/powerpoint/2010/main" val="74915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charRg st="16" end="12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charRg st="122" end="23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charRg st="238" end="36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CB6DB-8818-CE41-C9C0-FEA558F8A0DB}"/>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2B133BDA-7F3E-8FED-EB27-BA13117C86FB}"/>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Segunda Forma Normal (2NF)</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C8DE25E1-AF11-9B41-5BB7-120BB4D8F256}"/>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A64102F6-5426-CB0A-B3ED-DB07FD4187AB}"/>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487C295A-632F-6E9B-43C0-A8FE72B6FCE1}"/>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9" name="Imagen 8">
            <a:extLst>
              <a:ext uri="{FF2B5EF4-FFF2-40B4-BE49-F238E27FC236}">
                <a16:creationId xmlns:a16="http://schemas.microsoft.com/office/drawing/2014/main" id="{8D5AA301-066D-1EA8-6723-95357CB65E14}"/>
              </a:ext>
            </a:extLst>
          </p:cNvPr>
          <p:cNvPicPr>
            <a:picLocks noChangeAspect="1"/>
          </p:cNvPicPr>
          <p:nvPr/>
        </p:nvPicPr>
        <p:blipFill>
          <a:blip r:embed="rId3"/>
          <a:stretch>
            <a:fillRect/>
          </a:stretch>
        </p:blipFill>
        <p:spPr>
          <a:xfrm>
            <a:off x="4906802" y="3946506"/>
            <a:ext cx="13333076" cy="3891472"/>
          </a:xfrm>
          <a:prstGeom prst="rect">
            <a:avLst/>
          </a:prstGeom>
        </p:spPr>
      </p:pic>
      <p:pic>
        <p:nvPicPr>
          <p:cNvPr id="10" name="Imagen 9">
            <a:extLst>
              <a:ext uri="{FF2B5EF4-FFF2-40B4-BE49-F238E27FC236}">
                <a16:creationId xmlns:a16="http://schemas.microsoft.com/office/drawing/2014/main" id="{BD73145C-80CC-5732-7171-17F02E2B6456}"/>
              </a:ext>
            </a:extLst>
          </p:cNvPr>
          <p:cNvPicPr>
            <a:picLocks noChangeAspect="1"/>
          </p:cNvPicPr>
          <p:nvPr/>
        </p:nvPicPr>
        <p:blipFill>
          <a:blip r:embed="rId4"/>
          <a:stretch>
            <a:fillRect/>
          </a:stretch>
        </p:blipFill>
        <p:spPr>
          <a:xfrm>
            <a:off x="8121079" y="8489910"/>
            <a:ext cx="6904522" cy="4376106"/>
          </a:xfrm>
          <a:prstGeom prst="rect">
            <a:avLst/>
          </a:prstGeom>
        </p:spPr>
      </p:pic>
    </p:spTree>
    <p:extLst>
      <p:ext uri="{BB962C8B-B14F-4D97-AF65-F5344CB8AC3E}">
        <p14:creationId xmlns:p14="http://schemas.microsoft.com/office/powerpoint/2010/main" val="189565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D3A73-BF34-6270-73E7-91ABA3B3F526}"/>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E26C857D-CD41-BBE3-D250-2C08A48676B0}"/>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Tercera Forma Normal (3NF)</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A190E6A2-1CDC-2A9B-3808-B83161BB3649}"/>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5FCC0B29-263E-DEA7-856E-55064ED49223}"/>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B4BD5DA3-253C-B2DD-441C-03F0F6192474}"/>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0F3BF59F-C644-E8C6-26D1-45C29521D47A}"/>
              </a:ext>
            </a:extLst>
          </p:cNvPr>
          <p:cNvSpPr txBox="1"/>
          <p:nvPr/>
        </p:nvSpPr>
        <p:spPr>
          <a:xfrm>
            <a:off x="1937078" y="3902911"/>
            <a:ext cx="20983319" cy="1569660"/>
          </a:xfrm>
          <a:prstGeom prst="rect">
            <a:avLst/>
          </a:prstGeom>
          <a:noFill/>
        </p:spPr>
        <p:txBody>
          <a:bodyPr wrap="square" lIns="91440" tIns="45720" rIns="91440" bIns="45720" anchor="t">
            <a:spAutoFit/>
          </a:bodyPr>
          <a:lstStyle>
            <a:defPPr>
              <a:defRPr lang="en-US"/>
            </a:defPPr>
            <a:lvl1pPr>
              <a:defRPr sz="3200"/>
            </a:lvl1pPr>
          </a:lstStyle>
          <a:p>
            <a:r>
              <a:rPr lang="es-MX" dirty="0"/>
              <a:t>La </a:t>
            </a:r>
            <a:r>
              <a:rPr lang="es-MX" b="1" dirty="0"/>
              <a:t>Tercera Forma Normal (3NF)</a:t>
            </a:r>
            <a:r>
              <a:rPr lang="es-MX" dirty="0"/>
              <a:t> es el siguiente paso en la normalización de bases de datos y se enfoca en </a:t>
            </a:r>
            <a:r>
              <a:rPr lang="es-MX" b="1" dirty="0"/>
              <a:t>eliminar dependencias transitivas</a:t>
            </a:r>
            <a:r>
              <a:rPr lang="es-MX" dirty="0"/>
              <a:t>, asegurando que cada atributo no clave dependa </a:t>
            </a:r>
            <a:r>
              <a:rPr lang="es-MX" b="1" dirty="0"/>
              <a:t>únicamente</a:t>
            </a:r>
            <a:r>
              <a:rPr lang="es-MX" dirty="0"/>
              <a:t> de la clave primaria y no de otro atributo no clave.</a:t>
            </a:r>
          </a:p>
        </p:txBody>
      </p:sp>
      <p:sp>
        <p:nvSpPr>
          <p:cNvPr id="4" name="CuadroTexto 3">
            <a:extLst>
              <a:ext uri="{FF2B5EF4-FFF2-40B4-BE49-F238E27FC236}">
                <a16:creationId xmlns:a16="http://schemas.microsoft.com/office/drawing/2014/main" id="{D71B71AA-F602-DB7E-2ADE-0269DAFBFB9D}"/>
              </a:ext>
            </a:extLst>
          </p:cNvPr>
          <p:cNvSpPr txBox="1"/>
          <p:nvPr/>
        </p:nvSpPr>
        <p:spPr>
          <a:xfrm>
            <a:off x="2182094" y="6473715"/>
            <a:ext cx="10009112" cy="6001643"/>
          </a:xfrm>
          <a:prstGeom prst="rect">
            <a:avLst/>
          </a:prstGeom>
          <a:noFill/>
        </p:spPr>
        <p:txBody>
          <a:bodyPr wrap="square">
            <a:spAutoFit/>
          </a:bodyPr>
          <a:lstStyle/>
          <a:p>
            <a:pPr>
              <a:buNone/>
            </a:pPr>
            <a:r>
              <a:rPr lang="es-MX" sz="3200" dirty="0"/>
              <a:t>Reglas de 3NF:</a:t>
            </a:r>
          </a:p>
          <a:p>
            <a:pPr>
              <a:buNone/>
            </a:pPr>
            <a:endParaRPr lang="es-MX" sz="3200" dirty="0"/>
          </a:p>
          <a:p>
            <a:r>
              <a:rPr lang="es-MX" sz="3200" dirty="0"/>
              <a:t>✅ La tabla debe cumplir con </a:t>
            </a:r>
            <a:r>
              <a:rPr lang="es-MX" sz="3200" b="1" dirty="0"/>
              <a:t>2NF</a:t>
            </a:r>
            <a:r>
              <a:rPr lang="es-MX" sz="3200" dirty="0"/>
              <a:t> (todos los atributos no clave deben depender completamente de la clave primaria).</a:t>
            </a:r>
          </a:p>
          <a:p>
            <a:br>
              <a:rPr lang="es-MX" sz="3200" dirty="0"/>
            </a:br>
            <a:r>
              <a:rPr lang="es-MX" sz="3200" dirty="0"/>
              <a:t>✅ No debe haber </a:t>
            </a:r>
            <a:r>
              <a:rPr lang="es-MX" sz="3200" b="1" dirty="0"/>
              <a:t>dependencias transitivas</a:t>
            </a:r>
            <a:r>
              <a:rPr lang="es-MX" sz="3200" dirty="0"/>
              <a:t>, es decir, un atributo no clave no puede depender de otro atributo no clave.</a:t>
            </a:r>
            <a:br>
              <a:rPr lang="es-MX" sz="3200" dirty="0"/>
            </a:br>
            <a:endParaRPr lang="es-MX" sz="3200" dirty="0"/>
          </a:p>
          <a:p>
            <a:r>
              <a:rPr lang="es-MX" sz="3200" dirty="0"/>
              <a:t>✅ Todos los atributos no clave deben depender </a:t>
            </a:r>
            <a:r>
              <a:rPr lang="es-MX" sz="3200" b="1" dirty="0"/>
              <a:t>directamente</a:t>
            </a:r>
            <a:r>
              <a:rPr lang="es-MX" sz="3200" dirty="0"/>
              <a:t> de la clave primaria.</a:t>
            </a:r>
          </a:p>
        </p:txBody>
      </p:sp>
      <p:sp>
        <p:nvSpPr>
          <p:cNvPr id="9" name="CuadroTexto 8">
            <a:extLst>
              <a:ext uri="{FF2B5EF4-FFF2-40B4-BE49-F238E27FC236}">
                <a16:creationId xmlns:a16="http://schemas.microsoft.com/office/drawing/2014/main" id="{40ED6560-6B80-4F93-57F9-DEDD1446F2B4}"/>
              </a:ext>
            </a:extLst>
          </p:cNvPr>
          <p:cNvSpPr txBox="1"/>
          <p:nvPr/>
        </p:nvSpPr>
        <p:spPr>
          <a:xfrm>
            <a:off x="13631365" y="6065912"/>
            <a:ext cx="9505057" cy="6001643"/>
          </a:xfrm>
          <a:prstGeom prst="rect">
            <a:avLst/>
          </a:prstGeom>
          <a:noFill/>
        </p:spPr>
        <p:txBody>
          <a:bodyPr wrap="square">
            <a:spAutoFit/>
          </a:bodyPr>
          <a:lstStyle/>
          <a:p>
            <a:pPr>
              <a:buNone/>
            </a:pPr>
            <a:r>
              <a:rPr lang="es-MX" sz="3200" dirty="0"/>
              <a:t>Ejemplo práctico:</a:t>
            </a:r>
          </a:p>
          <a:p>
            <a:pPr>
              <a:buNone/>
            </a:pPr>
            <a:endParaRPr lang="es-MX" sz="3200" dirty="0"/>
          </a:p>
          <a:p>
            <a:r>
              <a:rPr lang="es-MX" sz="3200" dirty="0"/>
              <a:t>Siguiendo el caso de la tabla </a:t>
            </a:r>
            <a:r>
              <a:rPr lang="es-MX" sz="3200" b="1" dirty="0"/>
              <a:t>Inscripciones</a:t>
            </a:r>
            <a:r>
              <a:rPr lang="es-MX" sz="3200" dirty="0"/>
              <a:t>, supongamos que agregamos un campo </a:t>
            </a:r>
            <a:r>
              <a:rPr lang="es-MX" sz="3200" b="1" dirty="0"/>
              <a:t>Dirección del Profesor</a:t>
            </a:r>
            <a:r>
              <a:rPr lang="es-MX" sz="3200" dirty="0"/>
              <a:t> en la tabla </a:t>
            </a:r>
            <a:r>
              <a:rPr lang="es-MX" sz="3200" b="1" dirty="0"/>
              <a:t>Cursos</a:t>
            </a:r>
          </a:p>
          <a:p>
            <a:r>
              <a:rPr lang="es-MX" sz="3200" dirty="0"/>
              <a:t>Aquí, </a:t>
            </a:r>
            <a:r>
              <a:rPr lang="es-MX" sz="3200" b="1" dirty="0"/>
              <a:t>"Dirección del Profesor" depende de "Profesor"</a:t>
            </a:r>
            <a:r>
              <a:rPr lang="es-MX" sz="3200" dirty="0"/>
              <a:t>, no directamente de </a:t>
            </a:r>
            <a:r>
              <a:rPr lang="es-MX" sz="3200" b="1" dirty="0"/>
              <a:t>ID Curso</a:t>
            </a:r>
            <a:r>
              <a:rPr lang="es-MX" sz="3200" dirty="0"/>
              <a:t>, lo que </a:t>
            </a:r>
            <a:r>
              <a:rPr lang="es-MX" sz="3200" b="1" dirty="0"/>
              <a:t>viola 3NF</a:t>
            </a:r>
            <a:r>
              <a:rPr lang="es-MX" sz="3200" dirty="0"/>
              <a:t> porque introduce una dependencia transitiva.</a:t>
            </a:r>
          </a:p>
          <a:p>
            <a:endParaRPr lang="es-MX" sz="3200" dirty="0"/>
          </a:p>
          <a:p>
            <a:r>
              <a:rPr lang="es-MX" sz="3200" dirty="0"/>
              <a:t>Para corregir este problema, debemos dividir la información en </a:t>
            </a:r>
            <a:r>
              <a:rPr lang="es-MX" sz="3200" b="1" dirty="0"/>
              <a:t>dos tablas separadas</a:t>
            </a:r>
            <a:r>
              <a:rPr lang="es-MX" sz="3200" dirty="0"/>
              <a:t>:</a:t>
            </a:r>
          </a:p>
          <a:p>
            <a:r>
              <a:rPr lang="es-MX" sz="3200" b="1" dirty="0"/>
              <a:t>Tabla Cursos y Tabla Profesores</a:t>
            </a:r>
            <a:endParaRPr lang="es-MX" sz="3200" dirty="0"/>
          </a:p>
        </p:txBody>
      </p:sp>
    </p:spTree>
    <p:extLst>
      <p:ext uri="{BB962C8B-B14F-4D97-AF65-F5344CB8AC3E}">
        <p14:creationId xmlns:p14="http://schemas.microsoft.com/office/powerpoint/2010/main" val="391221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build="p"/>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D1283-7C8C-8E20-07F9-E000969005AC}"/>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05705695-1996-EB2A-D8EC-C5233F1B9251}"/>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Tercera Forma Normal (3NF)</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F2407D32-F4E4-9B3A-2110-DB2D8BA434DE}"/>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0B77B280-52F3-B0D1-B23E-9AE813E45455}"/>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038150C3-BBD2-15A9-9F96-539CAB6387A2}"/>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 name="Imagen 1">
            <a:extLst>
              <a:ext uri="{FF2B5EF4-FFF2-40B4-BE49-F238E27FC236}">
                <a16:creationId xmlns:a16="http://schemas.microsoft.com/office/drawing/2014/main" id="{38B87A87-F8D6-1754-3345-96960A281AB2}"/>
              </a:ext>
            </a:extLst>
          </p:cNvPr>
          <p:cNvPicPr>
            <a:picLocks noChangeAspect="1"/>
          </p:cNvPicPr>
          <p:nvPr/>
        </p:nvPicPr>
        <p:blipFill>
          <a:blip r:embed="rId3"/>
          <a:stretch>
            <a:fillRect/>
          </a:stretch>
        </p:blipFill>
        <p:spPr>
          <a:xfrm>
            <a:off x="944617" y="4010636"/>
            <a:ext cx="12563043" cy="3666725"/>
          </a:xfrm>
          <a:prstGeom prst="rect">
            <a:avLst/>
          </a:prstGeom>
        </p:spPr>
      </p:pic>
      <p:pic>
        <p:nvPicPr>
          <p:cNvPr id="3" name="Imagen 2">
            <a:extLst>
              <a:ext uri="{FF2B5EF4-FFF2-40B4-BE49-F238E27FC236}">
                <a16:creationId xmlns:a16="http://schemas.microsoft.com/office/drawing/2014/main" id="{27A3E248-42E2-80D0-9F6B-18D044ACEB91}"/>
              </a:ext>
            </a:extLst>
          </p:cNvPr>
          <p:cNvPicPr>
            <a:picLocks noChangeAspect="1"/>
          </p:cNvPicPr>
          <p:nvPr/>
        </p:nvPicPr>
        <p:blipFill>
          <a:blip r:embed="rId4"/>
          <a:stretch>
            <a:fillRect/>
          </a:stretch>
        </p:blipFill>
        <p:spPr>
          <a:xfrm>
            <a:off x="8302774" y="6740491"/>
            <a:ext cx="15469159" cy="6430817"/>
          </a:xfrm>
          <a:prstGeom prst="rect">
            <a:avLst/>
          </a:prstGeom>
        </p:spPr>
      </p:pic>
    </p:spTree>
    <p:extLst>
      <p:ext uri="{BB962C8B-B14F-4D97-AF65-F5344CB8AC3E}">
        <p14:creationId xmlns:p14="http://schemas.microsoft.com/office/powerpoint/2010/main" val="324523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E0BC-3FD7-A79A-BCD1-0802A1C172F5}"/>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B7ED9C6E-A63E-FE72-E06F-844CA04ABD52}"/>
              </a:ext>
            </a:extLst>
          </p:cNvPr>
          <p:cNvSpPr txBox="1"/>
          <p:nvPr/>
        </p:nvSpPr>
        <p:spPr>
          <a:xfrm>
            <a:off x="1925642" y="2339555"/>
            <a:ext cx="20706724" cy="1323439"/>
          </a:xfrm>
          <a:prstGeom prst="rect">
            <a:avLst/>
          </a:prstGeom>
          <a:noFill/>
        </p:spPr>
        <p:txBody>
          <a:bodyPr wrap="square" lIns="91440" tIns="45720" rIns="91440" bIns="45720" rtlCol="0" anchor="t">
            <a:spAutoFit/>
          </a:bodyPr>
          <a:lstStyle/>
          <a:p>
            <a:r>
              <a:rPr lang="es-SV" sz="8000" dirty="0"/>
              <a:t>Formas Normales Avanzadas</a:t>
            </a:r>
            <a:endParaRPr lang="id-ID" sz="8000" dirty="0">
              <a:solidFill>
                <a:schemeClr val="accent1"/>
              </a:solidFill>
              <a:latin typeface="Avenir Next LT Pro Demi"/>
            </a:endParaRPr>
          </a:p>
        </p:txBody>
      </p:sp>
      <p:grpSp>
        <p:nvGrpSpPr>
          <p:cNvPr id="6" name="Grupo 5">
            <a:extLst>
              <a:ext uri="{FF2B5EF4-FFF2-40B4-BE49-F238E27FC236}">
                <a16:creationId xmlns:a16="http://schemas.microsoft.com/office/drawing/2014/main" id="{211015A0-3713-EB4C-7263-A80E8933F4FA}"/>
              </a:ext>
            </a:extLst>
          </p:cNvPr>
          <p:cNvGrpSpPr/>
          <p:nvPr/>
        </p:nvGrpSpPr>
        <p:grpSpPr>
          <a:xfrm>
            <a:off x="1928711" y="541607"/>
            <a:ext cx="20528765" cy="564914"/>
            <a:chOff x="1928711" y="541607"/>
            <a:chExt cx="20528765" cy="564914"/>
          </a:xfrm>
        </p:grpSpPr>
        <p:pic>
          <p:nvPicPr>
            <p:cNvPr id="8" name="Graphic 5">
              <a:extLst>
                <a:ext uri="{FF2B5EF4-FFF2-40B4-BE49-F238E27FC236}">
                  <a16:creationId xmlns:a16="http://schemas.microsoft.com/office/drawing/2014/main" id="{1328474E-EAB5-2FD4-384A-78FFAE43C039}"/>
                </a:ext>
              </a:extLst>
            </p:cNvPr>
            <p:cNvPicPr>
              <a:picLocks noChangeAspect="1"/>
            </p:cNvPicPr>
            <p:nvPr/>
          </p:nvPicPr>
          <p:blipFill>
            <a:blip r:embed="rId2"/>
            <a:stretch>
              <a:fillRect/>
            </a:stretch>
          </p:blipFill>
          <p:spPr>
            <a:xfrm>
              <a:off x="1928711" y="805596"/>
              <a:ext cx="1509446" cy="300925"/>
            </a:xfrm>
            <a:prstGeom prst="rect">
              <a:avLst/>
            </a:prstGeom>
          </p:spPr>
        </p:pic>
        <p:cxnSp>
          <p:nvCxnSpPr>
            <p:cNvPr id="12" name="Conector recto de flecha 11">
              <a:extLst>
                <a:ext uri="{FF2B5EF4-FFF2-40B4-BE49-F238E27FC236}">
                  <a16:creationId xmlns:a16="http://schemas.microsoft.com/office/drawing/2014/main" id="{A5ADD34D-DAB6-EF9F-1442-7177370DF139}"/>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CuadroTexto 1">
            <a:extLst>
              <a:ext uri="{FF2B5EF4-FFF2-40B4-BE49-F238E27FC236}">
                <a16:creationId xmlns:a16="http://schemas.microsoft.com/office/drawing/2014/main" id="{FA7B7D06-6587-AF64-E9B9-6834C5F93529}"/>
              </a:ext>
            </a:extLst>
          </p:cNvPr>
          <p:cNvSpPr txBox="1"/>
          <p:nvPr/>
        </p:nvSpPr>
        <p:spPr>
          <a:xfrm>
            <a:off x="1937078" y="3902911"/>
            <a:ext cx="20983319" cy="1077218"/>
          </a:xfrm>
          <a:prstGeom prst="rect">
            <a:avLst/>
          </a:prstGeom>
          <a:noFill/>
        </p:spPr>
        <p:txBody>
          <a:bodyPr wrap="square" lIns="91440" tIns="45720" rIns="91440" bIns="45720" anchor="t">
            <a:spAutoFit/>
          </a:bodyPr>
          <a:lstStyle>
            <a:defPPr>
              <a:defRPr lang="en-US"/>
            </a:defPPr>
            <a:lvl1pPr>
              <a:defRPr sz="3200"/>
            </a:lvl1pPr>
          </a:lstStyle>
          <a:p>
            <a:r>
              <a:rPr lang="es-MX" dirty="0"/>
              <a:t>Además de la </a:t>
            </a:r>
            <a:r>
              <a:rPr lang="es-MX" b="1" dirty="0"/>
              <a:t>Primera (1NF), Segunda (2NF) y Tercera Forma Normal (3NF)</a:t>
            </a:r>
            <a:r>
              <a:rPr lang="es-MX" dirty="0"/>
              <a:t>, existen formas normales adicionales que abordan problemas más específicos en la normalización de bases de datos.</a:t>
            </a:r>
          </a:p>
        </p:txBody>
      </p:sp>
      <p:graphicFrame>
        <p:nvGraphicFramePr>
          <p:cNvPr id="3" name="Diagrama 2">
            <a:extLst>
              <a:ext uri="{FF2B5EF4-FFF2-40B4-BE49-F238E27FC236}">
                <a16:creationId xmlns:a16="http://schemas.microsoft.com/office/drawing/2014/main" id="{1010605D-B93A-109A-8319-6473097ADECB}"/>
              </a:ext>
            </a:extLst>
          </p:cNvPr>
          <p:cNvGraphicFramePr/>
          <p:nvPr>
            <p:extLst>
              <p:ext uri="{D42A27DB-BD31-4B8C-83A1-F6EECF244321}">
                <p14:modId xmlns:p14="http://schemas.microsoft.com/office/powerpoint/2010/main" val="4266986920"/>
              </p:ext>
            </p:extLst>
          </p:nvPr>
        </p:nvGraphicFramePr>
        <p:xfrm>
          <a:off x="1937078" y="5446875"/>
          <a:ext cx="20983319" cy="73265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126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Graphic spid="3"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6"/>
          <p:cNvSpPr txBox="1">
            <a:spLocks noGrp="1"/>
          </p:cNvSpPr>
          <p:nvPr>
            <p:ph type="title" idx="4"/>
          </p:nvPr>
        </p:nvSpPr>
        <p:spPr>
          <a:xfrm>
            <a:off x="2502504" y="1187102"/>
            <a:ext cx="12343996" cy="2510237"/>
          </a:xfrm>
          <a:prstGeom prst="rect">
            <a:avLst/>
          </a:prstGeom>
        </p:spPr>
        <p:txBody>
          <a:bodyPr spcFirstLastPara="1" wrap="square" lIns="243784" tIns="243784" rIns="243784" bIns="243784" anchor="t" anchorCtr="0">
            <a:noAutofit/>
          </a:bodyPr>
          <a:lstStyle/>
          <a:p>
            <a:r>
              <a:rPr lang="en" dirty="0">
                <a:solidFill>
                  <a:srgbClr val="FFC000"/>
                </a:solidFill>
              </a:rPr>
              <a:t>Aplica la normalizaci</a:t>
            </a:r>
            <a:r>
              <a:rPr lang="es-SV" dirty="0" err="1">
                <a:solidFill>
                  <a:srgbClr val="FFC000"/>
                </a:solidFill>
              </a:rPr>
              <a:t>ó</a:t>
            </a:r>
            <a:r>
              <a:rPr lang="en" dirty="0">
                <a:solidFill>
                  <a:srgbClr val="FFC000"/>
                </a:solidFill>
              </a:rPr>
              <a:t>n</a:t>
            </a:r>
            <a:endParaRPr dirty="0">
              <a:solidFill>
                <a:srgbClr val="FFC000"/>
              </a:solidFill>
            </a:endParaRPr>
          </a:p>
        </p:txBody>
      </p:sp>
      <p:cxnSp>
        <p:nvCxnSpPr>
          <p:cNvPr id="234" name="Google Shape;234;p46"/>
          <p:cNvCxnSpPr/>
          <p:nvPr/>
        </p:nvCxnSpPr>
        <p:spPr>
          <a:xfrm>
            <a:off x="2736355" y="1104433"/>
            <a:ext cx="736752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235" name="Google Shape;235;p46"/>
          <p:cNvSpPr txBox="1">
            <a:spLocks noGrp="1"/>
          </p:cNvSpPr>
          <p:nvPr>
            <p:ph type="title"/>
          </p:nvPr>
        </p:nvSpPr>
        <p:spPr>
          <a:xfrm>
            <a:off x="9435378" y="4979952"/>
            <a:ext cx="5511641" cy="1462305"/>
          </a:xfrm>
          <a:prstGeom prst="rect">
            <a:avLst/>
          </a:prstGeom>
        </p:spPr>
        <p:txBody>
          <a:bodyPr spcFirstLastPara="1" wrap="square" lIns="243784" tIns="243784" rIns="243784" bIns="243784" anchor="b" anchorCtr="0">
            <a:noAutofit/>
          </a:bodyPr>
          <a:lstStyle/>
          <a:p>
            <a:r>
              <a:rPr lang="es-SV" dirty="0"/>
              <a:t>G2</a:t>
            </a:r>
            <a:endParaRPr dirty="0"/>
          </a:p>
        </p:txBody>
      </p:sp>
      <p:sp>
        <p:nvSpPr>
          <p:cNvPr id="236" name="Google Shape;236;p46"/>
          <p:cNvSpPr txBox="1">
            <a:spLocks noGrp="1"/>
          </p:cNvSpPr>
          <p:nvPr>
            <p:ph type="subTitle" idx="1"/>
          </p:nvPr>
        </p:nvSpPr>
        <p:spPr>
          <a:xfrm>
            <a:off x="9435378" y="6584583"/>
            <a:ext cx="5511641" cy="3293386"/>
          </a:xfrm>
          <a:prstGeom prst="rect">
            <a:avLst/>
          </a:prstGeom>
        </p:spPr>
        <p:txBody>
          <a:bodyPr spcFirstLastPara="1" wrap="square" lIns="243784" tIns="243784" rIns="243784" bIns="243784" anchor="t" anchorCtr="0">
            <a:noAutofit/>
          </a:bodyPr>
          <a:lstStyle/>
          <a:p>
            <a:pPr marL="0" indent="0"/>
            <a:r>
              <a:rPr lang="es-MX" sz="2667" b="1" u="sng" dirty="0">
                <a:solidFill>
                  <a:schemeClr val="accent6"/>
                </a:solidFill>
                <a:latin typeface="Open Sans" panose="020B0606030504020204" pitchFamily="34" charset="0"/>
                <a:ea typeface="Open Sans" panose="020B0606030504020204" pitchFamily="34" charset="0"/>
                <a:cs typeface="Open Sans" panose="020B0606030504020204" pitchFamily="34" charset="0"/>
              </a:rPr>
              <a:t>Clínica Médica</a:t>
            </a: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Descripción: Una clínica necesita gestionar la información de pacientes, médicos y citas.</a:t>
            </a:r>
          </a:p>
          <a:p>
            <a:pPr marL="0" indent="0"/>
            <a:endPar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endParaRP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Entidades: Pacientes, Médicos, Citas, Tratamientos.</a:t>
            </a:r>
          </a:p>
          <a:p>
            <a:pPr marL="0" indent="0"/>
            <a:endPar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endParaRP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Objetivo: Normalizar la base de datos para asegurar que la información de pacientes y médicos no se duplique y que las citas y tratamientos se gestionen de manera eficiente.</a:t>
            </a:r>
            <a:endParaRPr lang="es-CO" sz="2667" dirty="0">
              <a:solidFill>
                <a:schemeClr val="accent6"/>
              </a:solidFill>
            </a:endParaRPr>
          </a:p>
        </p:txBody>
      </p:sp>
      <p:sp>
        <p:nvSpPr>
          <p:cNvPr id="237" name="Google Shape;237;p46"/>
          <p:cNvSpPr txBox="1">
            <a:spLocks noGrp="1"/>
          </p:cNvSpPr>
          <p:nvPr>
            <p:ph type="title" idx="2"/>
          </p:nvPr>
        </p:nvSpPr>
        <p:spPr>
          <a:xfrm>
            <a:off x="16075095" y="4979952"/>
            <a:ext cx="5511641" cy="1462305"/>
          </a:xfrm>
          <a:prstGeom prst="rect">
            <a:avLst/>
          </a:prstGeom>
        </p:spPr>
        <p:txBody>
          <a:bodyPr spcFirstLastPara="1" wrap="square" lIns="243784" tIns="243784" rIns="243784" bIns="243784" anchor="b" anchorCtr="0">
            <a:noAutofit/>
          </a:bodyPr>
          <a:lstStyle/>
          <a:p>
            <a:r>
              <a:rPr lang="en" dirty="0"/>
              <a:t>G3</a:t>
            </a:r>
            <a:endParaRPr dirty="0"/>
          </a:p>
        </p:txBody>
      </p:sp>
      <p:sp>
        <p:nvSpPr>
          <p:cNvPr id="238" name="Google Shape;238;p46"/>
          <p:cNvSpPr txBox="1">
            <a:spLocks noGrp="1"/>
          </p:cNvSpPr>
          <p:nvPr>
            <p:ph type="subTitle" idx="3"/>
          </p:nvPr>
        </p:nvSpPr>
        <p:spPr>
          <a:xfrm>
            <a:off x="16075095" y="6584583"/>
            <a:ext cx="5511641" cy="3293386"/>
          </a:xfrm>
          <a:prstGeom prst="rect">
            <a:avLst/>
          </a:prstGeom>
        </p:spPr>
        <p:txBody>
          <a:bodyPr spcFirstLastPara="1" wrap="square" lIns="243784" tIns="243784" rIns="243784" bIns="243784" anchor="t" anchorCtr="0">
            <a:noAutofit/>
          </a:bodyPr>
          <a:lstStyle/>
          <a:p>
            <a:pPr marL="0" indent="0"/>
            <a:r>
              <a:rPr lang="es-MX" sz="2667" b="1" u="sng" dirty="0">
                <a:solidFill>
                  <a:schemeClr val="accent6"/>
                </a:solidFill>
                <a:latin typeface="Open Sans" panose="020B0606030504020204" pitchFamily="34" charset="0"/>
                <a:ea typeface="Open Sans" panose="020B0606030504020204" pitchFamily="34" charset="0"/>
                <a:cs typeface="Open Sans" panose="020B0606030504020204" pitchFamily="34" charset="0"/>
              </a:rPr>
              <a:t>Plataforma de Cursos Online</a:t>
            </a: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Descripción: Una plataforma de cursos online quiere organizar la información de cursos, instructores y estudiantes.</a:t>
            </a:r>
          </a:p>
          <a:p>
            <a:pPr marL="0" indent="0"/>
            <a:endPar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endParaRP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Entidades: Cursos, Instructores, Estudiantes, Inscripciones.</a:t>
            </a:r>
          </a:p>
          <a:p>
            <a:pPr marL="0" indent="0"/>
            <a:endPar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endParaRP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Objetivo: Normalizar la base de datos para evitar redundancia en la información de cursos e instructores, y para gestionar las inscripciones de los estudiantes de manera efectiva.</a:t>
            </a:r>
            <a:endParaRPr lang="es-CO" sz="2667" dirty="0">
              <a:solidFill>
                <a:schemeClr val="accent6"/>
              </a:solidFill>
            </a:endParaRPr>
          </a:p>
        </p:txBody>
      </p:sp>
      <p:sp>
        <p:nvSpPr>
          <p:cNvPr id="239" name="Google Shape;239;p46"/>
          <p:cNvSpPr txBox="1">
            <a:spLocks noGrp="1"/>
          </p:cNvSpPr>
          <p:nvPr>
            <p:ph type="title" idx="5"/>
          </p:nvPr>
        </p:nvSpPr>
        <p:spPr>
          <a:xfrm>
            <a:off x="2795676" y="4979952"/>
            <a:ext cx="5511641" cy="1462305"/>
          </a:xfrm>
          <a:prstGeom prst="rect">
            <a:avLst/>
          </a:prstGeom>
        </p:spPr>
        <p:txBody>
          <a:bodyPr spcFirstLastPara="1" wrap="square" lIns="243784" tIns="243784" rIns="243784" bIns="243784" anchor="b" anchorCtr="0">
            <a:noAutofit/>
          </a:bodyPr>
          <a:lstStyle/>
          <a:p>
            <a:r>
              <a:rPr lang="en" dirty="0"/>
              <a:t>G1</a:t>
            </a:r>
            <a:endParaRPr dirty="0"/>
          </a:p>
        </p:txBody>
      </p:sp>
      <p:sp>
        <p:nvSpPr>
          <p:cNvPr id="240" name="Google Shape;240;p46"/>
          <p:cNvSpPr txBox="1">
            <a:spLocks noGrp="1"/>
          </p:cNvSpPr>
          <p:nvPr>
            <p:ph type="subTitle" idx="6"/>
          </p:nvPr>
        </p:nvSpPr>
        <p:spPr>
          <a:xfrm>
            <a:off x="2795676" y="6584583"/>
            <a:ext cx="5511641" cy="3293386"/>
          </a:xfrm>
          <a:prstGeom prst="rect">
            <a:avLst/>
          </a:prstGeom>
        </p:spPr>
        <p:txBody>
          <a:bodyPr spcFirstLastPara="1" wrap="square" lIns="243784" tIns="243784" rIns="243784" bIns="243784" anchor="t" anchorCtr="0">
            <a:noAutofit/>
          </a:bodyPr>
          <a:lstStyle/>
          <a:p>
            <a:pPr marL="0" indent="0"/>
            <a:r>
              <a:rPr lang="es-MX" sz="2667" b="1" u="sng" dirty="0">
                <a:solidFill>
                  <a:schemeClr val="accent6"/>
                </a:solidFill>
                <a:latin typeface="Open Sans" panose="020B0606030504020204" pitchFamily="34" charset="0"/>
                <a:ea typeface="Open Sans" panose="020B0606030504020204" pitchFamily="34" charset="0"/>
                <a:cs typeface="Open Sans" panose="020B0606030504020204" pitchFamily="34" charset="0"/>
              </a:rPr>
              <a:t>Tienda de Ropa</a:t>
            </a: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Descripción: Una tienda de ropa quiere organizar su inventario y las ventas de manera más eficiente.</a:t>
            </a:r>
          </a:p>
          <a:p>
            <a:pPr marL="0" indent="0"/>
            <a:endPar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endParaRP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Entidades: Productos, Categorías, Clientes, Ventas.</a:t>
            </a:r>
          </a:p>
          <a:p>
            <a:pPr marL="0" indent="0"/>
            <a:endPar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endParaRPr>
          </a:p>
          <a:p>
            <a:pPr marL="0" indent="0"/>
            <a:r>
              <a:rPr lang="es-MX" sz="2667" dirty="0">
                <a:solidFill>
                  <a:schemeClr val="accent6"/>
                </a:solidFill>
                <a:latin typeface="Open Sans" panose="020B0606030504020204" pitchFamily="34" charset="0"/>
                <a:ea typeface="Open Sans" panose="020B0606030504020204" pitchFamily="34" charset="0"/>
                <a:cs typeface="Open Sans" panose="020B0606030504020204" pitchFamily="34" charset="0"/>
              </a:rPr>
              <a:t>Objetivo: Normalizar la base de datos para evitar redundancia en la información de productos y clientes, y para facilitar el seguimiento de las ventas.</a:t>
            </a:r>
            <a:endParaRPr lang="es-CO" sz="2667" dirty="0">
              <a:solidFill>
                <a:schemeClr val="accent6"/>
              </a:solidFill>
            </a:endParaRPr>
          </a:p>
        </p:txBody>
      </p:sp>
      <p:cxnSp>
        <p:nvCxnSpPr>
          <p:cNvPr id="241" name="Google Shape;241;p46"/>
          <p:cNvCxnSpPr/>
          <p:nvPr/>
        </p:nvCxnSpPr>
        <p:spPr>
          <a:xfrm>
            <a:off x="11828822" y="6413989"/>
            <a:ext cx="724753"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242" name="Google Shape;242;p46"/>
          <p:cNvCxnSpPr/>
          <p:nvPr/>
        </p:nvCxnSpPr>
        <p:spPr>
          <a:xfrm>
            <a:off x="18468531" y="6413989"/>
            <a:ext cx="724753"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243" name="Google Shape;243;p46"/>
          <p:cNvCxnSpPr/>
          <p:nvPr/>
        </p:nvCxnSpPr>
        <p:spPr>
          <a:xfrm>
            <a:off x="5189128" y="6413989"/>
            <a:ext cx="724753"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244" name="Google Shape;244;p46"/>
          <p:cNvSpPr/>
          <p:nvPr/>
        </p:nvSpPr>
        <p:spPr>
          <a:xfrm>
            <a:off x="4638764" y="3074545"/>
            <a:ext cx="1825481" cy="1825481"/>
          </a:xfrm>
          <a:prstGeom prst="ellipse">
            <a:avLst/>
          </a:prstGeom>
          <a:solidFill>
            <a:schemeClr val="accent1"/>
          </a:solidFill>
          <a:ln>
            <a:noFill/>
          </a:ln>
        </p:spPr>
        <p:txBody>
          <a:bodyPr spcFirstLastPara="1" wrap="square" lIns="243784" tIns="243784" rIns="243784" bIns="243784" anchor="ctr" anchorCtr="0">
            <a:noAutofit/>
          </a:bodyPr>
          <a:lstStyle/>
          <a:p>
            <a:endParaRPr sz="4800"/>
          </a:p>
        </p:txBody>
      </p:sp>
      <p:sp>
        <p:nvSpPr>
          <p:cNvPr id="245" name="Google Shape;245;p46"/>
          <p:cNvSpPr/>
          <p:nvPr/>
        </p:nvSpPr>
        <p:spPr>
          <a:xfrm>
            <a:off x="11278458" y="3074545"/>
            <a:ext cx="1825481" cy="1825481"/>
          </a:xfrm>
          <a:prstGeom prst="ellipse">
            <a:avLst/>
          </a:prstGeom>
          <a:solidFill>
            <a:schemeClr val="accent1"/>
          </a:solidFill>
          <a:ln>
            <a:noFill/>
          </a:ln>
        </p:spPr>
        <p:txBody>
          <a:bodyPr spcFirstLastPara="1" wrap="square" lIns="243784" tIns="243784" rIns="243784" bIns="243784" anchor="ctr" anchorCtr="0">
            <a:noAutofit/>
          </a:bodyPr>
          <a:lstStyle/>
          <a:p>
            <a:endParaRPr sz="4800"/>
          </a:p>
        </p:txBody>
      </p:sp>
      <p:sp>
        <p:nvSpPr>
          <p:cNvPr id="246" name="Google Shape;246;p46"/>
          <p:cNvSpPr/>
          <p:nvPr/>
        </p:nvSpPr>
        <p:spPr>
          <a:xfrm>
            <a:off x="17918167" y="3074545"/>
            <a:ext cx="1825481" cy="1825481"/>
          </a:xfrm>
          <a:prstGeom prst="ellipse">
            <a:avLst/>
          </a:prstGeom>
          <a:solidFill>
            <a:schemeClr val="accent1"/>
          </a:solidFill>
          <a:ln>
            <a:noFill/>
          </a:ln>
        </p:spPr>
        <p:txBody>
          <a:bodyPr spcFirstLastPara="1" wrap="square" lIns="243784" tIns="243784" rIns="243784" bIns="243784" anchor="ctr" anchorCtr="0">
            <a:noAutofit/>
          </a:bodyPr>
          <a:lstStyle/>
          <a:p>
            <a:endParaRPr sz="4800"/>
          </a:p>
        </p:txBody>
      </p:sp>
      <p:grpSp>
        <p:nvGrpSpPr>
          <p:cNvPr id="3" name="Google Shape;11388;p81">
            <a:extLst>
              <a:ext uri="{FF2B5EF4-FFF2-40B4-BE49-F238E27FC236}">
                <a16:creationId xmlns:a16="http://schemas.microsoft.com/office/drawing/2014/main" id="{0B042423-C2C4-CA16-B8FA-7D1B77372051}"/>
              </a:ext>
            </a:extLst>
          </p:cNvPr>
          <p:cNvGrpSpPr/>
          <p:nvPr/>
        </p:nvGrpSpPr>
        <p:grpSpPr>
          <a:xfrm>
            <a:off x="11514997" y="3429443"/>
            <a:ext cx="1352403" cy="1145437"/>
            <a:chOff x="6671087" y="2009304"/>
            <a:chExt cx="332757" cy="281833"/>
          </a:xfrm>
        </p:grpSpPr>
        <p:sp>
          <p:nvSpPr>
            <p:cNvPr id="4" name="Google Shape;11389;p81">
              <a:extLst>
                <a:ext uri="{FF2B5EF4-FFF2-40B4-BE49-F238E27FC236}">
                  <a16:creationId xmlns:a16="http://schemas.microsoft.com/office/drawing/2014/main" id="{F5807B65-3C02-3A72-E410-6172F3503442}"/>
                </a:ext>
              </a:extLst>
            </p:cNvPr>
            <p:cNvSpPr/>
            <p:nvPr/>
          </p:nvSpPr>
          <p:spPr>
            <a:xfrm>
              <a:off x="6671087" y="2023658"/>
              <a:ext cx="331993" cy="267478"/>
            </a:xfrm>
            <a:custGeom>
              <a:avLst/>
              <a:gdLst/>
              <a:ahLst/>
              <a:cxnLst/>
              <a:rect l="l" t="t" r="r" b="b"/>
              <a:pathLst>
                <a:path w="10431" h="8404" extrusionOk="0">
                  <a:moveTo>
                    <a:pt x="6359" y="2272"/>
                  </a:moveTo>
                  <a:lnTo>
                    <a:pt x="7192" y="2546"/>
                  </a:lnTo>
                  <a:cubicBezTo>
                    <a:pt x="7203" y="2553"/>
                    <a:pt x="7215" y="2556"/>
                    <a:pt x="7228" y="2556"/>
                  </a:cubicBezTo>
                  <a:cubicBezTo>
                    <a:pt x="7261" y="2556"/>
                    <a:pt x="7298" y="2539"/>
                    <a:pt x="7323" y="2522"/>
                  </a:cubicBezTo>
                  <a:lnTo>
                    <a:pt x="7585" y="2332"/>
                  </a:lnTo>
                  <a:lnTo>
                    <a:pt x="9419" y="4725"/>
                  </a:lnTo>
                  <a:lnTo>
                    <a:pt x="9109" y="4951"/>
                  </a:lnTo>
                  <a:cubicBezTo>
                    <a:pt x="9097" y="4927"/>
                    <a:pt x="9061" y="4915"/>
                    <a:pt x="9050" y="4903"/>
                  </a:cubicBezTo>
                  <a:lnTo>
                    <a:pt x="5882" y="3177"/>
                  </a:lnTo>
                  <a:lnTo>
                    <a:pt x="6002" y="2987"/>
                  </a:lnTo>
                  <a:cubicBezTo>
                    <a:pt x="6049" y="2903"/>
                    <a:pt x="6025" y="2820"/>
                    <a:pt x="5954" y="2772"/>
                  </a:cubicBezTo>
                  <a:cubicBezTo>
                    <a:pt x="5929" y="2755"/>
                    <a:pt x="5900" y="2747"/>
                    <a:pt x="5873" y="2747"/>
                  </a:cubicBezTo>
                  <a:cubicBezTo>
                    <a:pt x="5822" y="2747"/>
                    <a:pt x="5775" y="2774"/>
                    <a:pt x="5752" y="2820"/>
                  </a:cubicBezTo>
                  <a:lnTo>
                    <a:pt x="5418" y="3356"/>
                  </a:lnTo>
                  <a:cubicBezTo>
                    <a:pt x="5406" y="3379"/>
                    <a:pt x="5382" y="3415"/>
                    <a:pt x="5382" y="3427"/>
                  </a:cubicBezTo>
                  <a:lnTo>
                    <a:pt x="5382" y="4725"/>
                  </a:lnTo>
                  <a:cubicBezTo>
                    <a:pt x="5382" y="4987"/>
                    <a:pt x="5168" y="5213"/>
                    <a:pt x="4894" y="5213"/>
                  </a:cubicBezTo>
                  <a:cubicBezTo>
                    <a:pt x="4632" y="5213"/>
                    <a:pt x="4406" y="4987"/>
                    <a:pt x="4406" y="4725"/>
                  </a:cubicBezTo>
                  <a:lnTo>
                    <a:pt x="4406" y="3439"/>
                  </a:lnTo>
                  <a:lnTo>
                    <a:pt x="4704" y="2272"/>
                  </a:lnTo>
                  <a:close/>
                  <a:moveTo>
                    <a:pt x="2692" y="1796"/>
                  </a:moveTo>
                  <a:lnTo>
                    <a:pt x="2930" y="1927"/>
                  </a:lnTo>
                  <a:lnTo>
                    <a:pt x="929" y="5392"/>
                  </a:lnTo>
                  <a:lnTo>
                    <a:pt x="691" y="5261"/>
                  </a:lnTo>
                  <a:lnTo>
                    <a:pt x="2692" y="1796"/>
                  </a:lnTo>
                  <a:close/>
                  <a:moveTo>
                    <a:pt x="3215" y="4844"/>
                  </a:moveTo>
                  <a:cubicBezTo>
                    <a:pt x="3323" y="4844"/>
                    <a:pt x="3406" y="4892"/>
                    <a:pt x="3489" y="4975"/>
                  </a:cubicBezTo>
                  <a:cubicBezTo>
                    <a:pt x="3608" y="5130"/>
                    <a:pt x="3561" y="5344"/>
                    <a:pt x="3406" y="5451"/>
                  </a:cubicBezTo>
                  <a:lnTo>
                    <a:pt x="2323" y="6213"/>
                  </a:lnTo>
                  <a:cubicBezTo>
                    <a:pt x="2266" y="6255"/>
                    <a:pt x="2199" y="6275"/>
                    <a:pt x="2131" y="6275"/>
                  </a:cubicBezTo>
                  <a:cubicBezTo>
                    <a:pt x="2027" y="6275"/>
                    <a:pt x="1923" y="6228"/>
                    <a:pt x="1858" y="6142"/>
                  </a:cubicBezTo>
                  <a:cubicBezTo>
                    <a:pt x="1763" y="5987"/>
                    <a:pt x="1787" y="5785"/>
                    <a:pt x="1942" y="5677"/>
                  </a:cubicBezTo>
                  <a:lnTo>
                    <a:pt x="3025" y="4903"/>
                  </a:lnTo>
                  <a:cubicBezTo>
                    <a:pt x="3085" y="4856"/>
                    <a:pt x="3156" y="4844"/>
                    <a:pt x="3215" y="4844"/>
                  </a:cubicBezTo>
                  <a:close/>
                  <a:moveTo>
                    <a:pt x="3811" y="5606"/>
                  </a:moveTo>
                  <a:cubicBezTo>
                    <a:pt x="3918" y="5606"/>
                    <a:pt x="4001" y="5665"/>
                    <a:pt x="4061" y="5737"/>
                  </a:cubicBezTo>
                  <a:cubicBezTo>
                    <a:pt x="4180" y="5880"/>
                    <a:pt x="4144" y="6106"/>
                    <a:pt x="3989" y="6213"/>
                  </a:cubicBezTo>
                  <a:lnTo>
                    <a:pt x="3156" y="6820"/>
                  </a:lnTo>
                  <a:cubicBezTo>
                    <a:pt x="3100" y="6863"/>
                    <a:pt x="3032" y="6883"/>
                    <a:pt x="2964" y="6883"/>
                  </a:cubicBezTo>
                  <a:cubicBezTo>
                    <a:pt x="2861" y="6883"/>
                    <a:pt x="2756" y="6835"/>
                    <a:pt x="2692" y="6749"/>
                  </a:cubicBezTo>
                  <a:cubicBezTo>
                    <a:pt x="2573" y="6594"/>
                    <a:pt x="2620" y="6380"/>
                    <a:pt x="2775" y="6273"/>
                  </a:cubicBezTo>
                  <a:lnTo>
                    <a:pt x="3573" y="5689"/>
                  </a:lnTo>
                  <a:cubicBezTo>
                    <a:pt x="3608" y="5677"/>
                    <a:pt x="3632" y="5642"/>
                    <a:pt x="3668" y="5630"/>
                  </a:cubicBezTo>
                  <a:cubicBezTo>
                    <a:pt x="3704" y="5618"/>
                    <a:pt x="3763" y="5606"/>
                    <a:pt x="3811" y="5606"/>
                  </a:cubicBezTo>
                  <a:close/>
                  <a:moveTo>
                    <a:pt x="4415" y="6386"/>
                  </a:moveTo>
                  <a:cubicBezTo>
                    <a:pt x="4516" y="6386"/>
                    <a:pt x="4617" y="6431"/>
                    <a:pt x="4680" y="6523"/>
                  </a:cubicBezTo>
                  <a:cubicBezTo>
                    <a:pt x="4799" y="6666"/>
                    <a:pt x="4751" y="6892"/>
                    <a:pt x="4597" y="6999"/>
                  </a:cubicBezTo>
                  <a:lnTo>
                    <a:pt x="4001" y="7416"/>
                  </a:lnTo>
                  <a:cubicBezTo>
                    <a:pt x="3946" y="7462"/>
                    <a:pt x="3883" y="7479"/>
                    <a:pt x="3814" y="7479"/>
                  </a:cubicBezTo>
                  <a:cubicBezTo>
                    <a:pt x="3793" y="7479"/>
                    <a:pt x="3773" y="7478"/>
                    <a:pt x="3751" y="7475"/>
                  </a:cubicBezTo>
                  <a:cubicBezTo>
                    <a:pt x="3668" y="7463"/>
                    <a:pt x="3585" y="7416"/>
                    <a:pt x="3525" y="7344"/>
                  </a:cubicBezTo>
                  <a:cubicBezTo>
                    <a:pt x="3430" y="7189"/>
                    <a:pt x="3454" y="6987"/>
                    <a:pt x="3608" y="6880"/>
                  </a:cubicBezTo>
                  <a:lnTo>
                    <a:pt x="4180" y="6463"/>
                  </a:lnTo>
                  <a:lnTo>
                    <a:pt x="4216" y="6451"/>
                  </a:lnTo>
                  <a:cubicBezTo>
                    <a:pt x="4274" y="6407"/>
                    <a:pt x="4344" y="6386"/>
                    <a:pt x="4415" y="6386"/>
                  </a:cubicBezTo>
                  <a:close/>
                  <a:moveTo>
                    <a:pt x="2894" y="2594"/>
                  </a:moveTo>
                  <a:lnTo>
                    <a:pt x="3168" y="2760"/>
                  </a:lnTo>
                  <a:cubicBezTo>
                    <a:pt x="3193" y="2769"/>
                    <a:pt x="3212" y="2777"/>
                    <a:pt x="3234" y="2777"/>
                  </a:cubicBezTo>
                  <a:cubicBezTo>
                    <a:pt x="3243" y="2777"/>
                    <a:pt x="3253" y="2776"/>
                    <a:pt x="3263" y="2772"/>
                  </a:cubicBezTo>
                  <a:lnTo>
                    <a:pt x="3977" y="2677"/>
                  </a:lnTo>
                  <a:lnTo>
                    <a:pt x="4239" y="2784"/>
                  </a:lnTo>
                  <a:lnTo>
                    <a:pt x="4097" y="3379"/>
                  </a:lnTo>
                  <a:lnTo>
                    <a:pt x="4097" y="3415"/>
                  </a:lnTo>
                  <a:lnTo>
                    <a:pt x="4097" y="4701"/>
                  </a:lnTo>
                  <a:cubicBezTo>
                    <a:pt x="4097" y="5154"/>
                    <a:pt x="4454" y="5511"/>
                    <a:pt x="4894" y="5511"/>
                  </a:cubicBezTo>
                  <a:cubicBezTo>
                    <a:pt x="5347" y="5511"/>
                    <a:pt x="5704" y="5154"/>
                    <a:pt x="5704" y="4701"/>
                  </a:cubicBezTo>
                  <a:lnTo>
                    <a:pt x="5704" y="3439"/>
                  </a:lnTo>
                  <a:lnTo>
                    <a:pt x="5728" y="3391"/>
                  </a:lnTo>
                  <a:lnTo>
                    <a:pt x="8919" y="5118"/>
                  </a:lnTo>
                  <a:cubicBezTo>
                    <a:pt x="9061" y="5261"/>
                    <a:pt x="9121" y="5463"/>
                    <a:pt x="9038" y="5630"/>
                  </a:cubicBezTo>
                  <a:cubicBezTo>
                    <a:pt x="8973" y="5742"/>
                    <a:pt x="8860" y="5806"/>
                    <a:pt x="8742" y="5806"/>
                  </a:cubicBezTo>
                  <a:cubicBezTo>
                    <a:pt x="8685" y="5806"/>
                    <a:pt x="8627" y="5792"/>
                    <a:pt x="8573" y="5761"/>
                  </a:cubicBezTo>
                  <a:lnTo>
                    <a:pt x="6799" y="4796"/>
                  </a:lnTo>
                  <a:cubicBezTo>
                    <a:pt x="6777" y="4781"/>
                    <a:pt x="6753" y="4775"/>
                    <a:pt x="6730" y="4775"/>
                  </a:cubicBezTo>
                  <a:cubicBezTo>
                    <a:pt x="6679" y="4775"/>
                    <a:pt x="6630" y="4807"/>
                    <a:pt x="6597" y="4856"/>
                  </a:cubicBezTo>
                  <a:cubicBezTo>
                    <a:pt x="6549" y="4927"/>
                    <a:pt x="6585" y="5023"/>
                    <a:pt x="6656" y="5058"/>
                  </a:cubicBezTo>
                  <a:lnTo>
                    <a:pt x="8133" y="5868"/>
                  </a:lnTo>
                  <a:cubicBezTo>
                    <a:pt x="8288" y="5951"/>
                    <a:pt x="8347" y="6166"/>
                    <a:pt x="8264" y="6332"/>
                  </a:cubicBezTo>
                  <a:cubicBezTo>
                    <a:pt x="8198" y="6439"/>
                    <a:pt x="8080" y="6501"/>
                    <a:pt x="7959" y="6501"/>
                  </a:cubicBezTo>
                  <a:cubicBezTo>
                    <a:pt x="7905" y="6501"/>
                    <a:pt x="7851" y="6489"/>
                    <a:pt x="7799" y="6463"/>
                  </a:cubicBezTo>
                  <a:lnTo>
                    <a:pt x="6299" y="5642"/>
                  </a:lnTo>
                  <a:cubicBezTo>
                    <a:pt x="6277" y="5627"/>
                    <a:pt x="6252" y="5620"/>
                    <a:pt x="6227" y="5620"/>
                  </a:cubicBezTo>
                  <a:cubicBezTo>
                    <a:pt x="6173" y="5620"/>
                    <a:pt x="6118" y="5652"/>
                    <a:pt x="6085" y="5701"/>
                  </a:cubicBezTo>
                  <a:cubicBezTo>
                    <a:pt x="6049" y="5773"/>
                    <a:pt x="6073" y="5868"/>
                    <a:pt x="6144" y="5916"/>
                  </a:cubicBezTo>
                  <a:lnTo>
                    <a:pt x="7371" y="6570"/>
                  </a:lnTo>
                  <a:cubicBezTo>
                    <a:pt x="7537" y="6654"/>
                    <a:pt x="7597" y="6868"/>
                    <a:pt x="7502" y="7023"/>
                  </a:cubicBezTo>
                  <a:cubicBezTo>
                    <a:pt x="7444" y="7139"/>
                    <a:pt x="7322" y="7203"/>
                    <a:pt x="7197" y="7203"/>
                  </a:cubicBezTo>
                  <a:cubicBezTo>
                    <a:pt x="7143" y="7203"/>
                    <a:pt x="7088" y="7191"/>
                    <a:pt x="7037" y="7166"/>
                  </a:cubicBezTo>
                  <a:lnTo>
                    <a:pt x="5775" y="6463"/>
                  </a:lnTo>
                  <a:cubicBezTo>
                    <a:pt x="5753" y="6448"/>
                    <a:pt x="5728" y="6442"/>
                    <a:pt x="5704" y="6442"/>
                  </a:cubicBezTo>
                  <a:cubicBezTo>
                    <a:pt x="5650" y="6442"/>
                    <a:pt x="5597" y="6474"/>
                    <a:pt x="5573" y="6523"/>
                  </a:cubicBezTo>
                  <a:cubicBezTo>
                    <a:pt x="5525" y="6594"/>
                    <a:pt x="5549" y="6689"/>
                    <a:pt x="5632" y="6725"/>
                  </a:cubicBezTo>
                  <a:lnTo>
                    <a:pt x="6609" y="7261"/>
                  </a:lnTo>
                  <a:cubicBezTo>
                    <a:pt x="6775" y="7356"/>
                    <a:pt x="6835" y="7559"/>
                    <a:pt x="6740" y="7725"/>
                  </a:cubicBezTo>
                  <a:cubicBezTo>
                    <a:pt x="6683" y="7838"/>
                    <a:pt x="6567" y="7902"/>
                    <a:pt x="6450" y="7902"/>
                  </a:cubicBezTo>
                  <a:cubicBezTo>
                    <a:pt x="6394" y="7902"/>
                    <a:pt x="6337" y="7887"/>
                    <a:pt x="6287" y="7856"/>
                  </a:cubicBezTo>
                  <a:lnTo>
                    <a:pt x="5597" y="7487"/>
                  </a:lnTo>
                  <a:cubicBezTo>
                    <a:pt x="5597" y="7344"/>
                    <a:pt x="5549" y="7201"/>
                    <a:pt x="5466" y="7082"/>
                  </a:cubicBezTo>
                  <a:cubicBezTo>
                    <a:pt x="5347" y="6939"/>
                    <a:pt x="5168" y="6844"/>
                    <a:pt x="4990" y="6832"/>
                  </a:cubicBezTo>
                  <a:cubicBezTo>
                    <a:pt x="4990" y="6820"/>
                    <a:pt x="4990" y="6808"/>
                    <a:pt x="5001" y="6785"/>
                  </a:cubicBezTo>
                  <a:cubicBezTo>
                    <a:pt x="5037" y="6606"/>
                    <a:pt x="4990" y="6451"/>
                    <a:pt x="4882" y="6308"/>
                  </a:cubicBezTo>
                  <a:cubicBezTo>
                    <a:pt x="4763" y="6166"/>
                    <a:pt x="4585" y="6070"/>
                    <a:pt x="4406" y="6058"/>
                  </a:cubicBezTo>
                  <a:cubicBezTo>
                    <a:pt x="4406" y="6046"/>
                    <a:pt x="4406" y="6035"/>
                    <a:pt x="4418" y="6011"/>
                  </a:cubicBezTo>
                  <a:cubicBezTo>
                    <a:pt x="4454" y="5832"/>
                    <a:pt x="4406" y="5677"/>
                    <a:pt x="4299" y="5535"/>
                  </a:cubicBezTo>
                  <a:cubicBezTo>
                    <a:pt x="4180" y="5392"/>
                    <a:pt x="4001" y="5296"/>
                    <a:pt x="3823" y="5284"/>
                  </a:cubicBezTo>
                  <a:cubicBezTo>
                    <a:pt x="3823" y="5273"/>
                    <a:pt x="3823" y="5261"/>
                    <a:pt x="3847" y="5237"/>
                  </a:cubicBezTo>
                  <a:cubicBezTo>
                    <a:pt x="3870" y="5058"/>
                    <a:pt x="3823" y="4903"/>
                    <a:pt x="3727" y="4761"/>
                  </a:cubicBezTo>
                  <a:cubicBezTo>
                    <a:pt x="3600" y="4597"/>
                    <a:pt x="3413" y="4515"/>
                    <a:pt x="3222" y="4515"/>
                  </a:cubicBezTo>
                  <a:cubicBezTo>
                    <a:pt x="3093" y="4515"/>
                    <a:pt x="2962" y="4553"/>
                    <a:pt x="2846" y="4630"/>
                  </a:cubicBezTo>
                  <a:lnTo>
                    <a:pt x="1775" y="5404"/>
                  </a:lnTo>
                  <a:lnTo>
                    <a:pt x="1382" y="5201"/>
                  </a:lnTo>
                  <a:lnTo>
                    <a:pt x="2894" y="2594"/>
                  </a:lnTo>
                  <a:close/>
                  <a:moveTo>
                    <a:pt x="5009" y="7159"/>
                  </a:moveTo>
                  <a:cubicBezTo>
                    <a:pt x="5109" y="7159"/>
                    <a:pt x="5207" y="7205"/>
                    <a:pt x="5263" y="7297"/>
                  </a:cubicBezTo>
                  <a:cubicBezTo>
                    <a:pt x="5311" y="7356"/>
                    <a:pt x="5347" y="7451"/>
                    <a:pt x="5335" y="7535"/>
                  </a:cubicBezTo>
                  <a:cubicBezTo>
                    <a:pt x="5311" y="7630"/>
                    <a:pt x="5263" y="7701"/>
                    <a:pt x="5192" y="7761"/>
                  </a:cubicBezTo>
                  <a:lnTo>
                    <a:pt x="4835" y="8011"/>
                  </a:lnTo>
                  <a:cubicBezTo>
                    <a:pt x="4778" y="8053"/>
                    <a:pt x="4711" y="8073"/>
                    <a:pt x="4643" y="8073"/>
                  </a:cubicBezTo>
                  <a:cubicBezTo>
                    <a:pt x="4539" y="8073"/>
                    <a:pt x="4435" y="8026"/>
                    <a:pt x="4370" y="7940"/>
                  </a:cubicBezTo>
                  <a:cubicBezTo>
                    <a:pt x="4275" y="7785"/>
                    <a:pt x="4299" y="7582"/>
                    <a:pt x="4454" y="7475"/>
                  </a:cubicBezTo>
                  <a:lnTo>
                    <a:pt x="4775" y="7237"/>
                  </a:lnTo>
                  <a:lnTo>
                    <a:pt x="4811" y="7225"/>
                  </a:lnTo>
                  <a:cubicBezTo>
                    <a:pt x="4869" y="7181"/>
                    <a:pt x="4940" y="7159"/>
                    <a:pt x="5009" y="7159"/>
                  </a:cubicBezTo>
                  <a:close/>
                  <a:moveTo>
                    <a:pt x="182" y="0"/>
                  </a:moveTo>
                  <a:cubicBezTo>
                    <a:pt x="131" y="0"/>
                    <a:pt x="81" y="32"/>
                    <a:pt x="48" y="81"/>
                  </a:cubicBezTo>
                  <a:cubicBezTo>
                    <a:pt x="1" y="153"/>
                    <a:pt x="25" y="248"/>
                    <a:pt x="108" y="284"/>
                  </a:cubicBezTo>
                  <a:lnTo>
                    <a:pt x="2430" y="1629"/>
                  </a:lnTo>
                  <a:lnTo>
                    <a:pt x="418" y="5094"/>
                  </a:lnTo>
                  <a:lnTo>
                    <a:pt x="251" y="5011"/>
                  </a:lnTo>
                  <a:cubicBezTo>
                    <a:pt x="226" y="4994"/>
                    <a:pt x="200" y="4986"/>
                    <a:pt x="175" y="4986"/>
                  </a:cubicBezTo>
                  <a:cubicBezTo>
                    <a:pt x="126" y="4986"/>
                    <a:pt x="80" y="5015"/>
                    <a:pt x="48" y="5070"/>
                  </a:cubicBezTo>
                  <a:cubicBezTo>
                    <a:pt x="1" y="5142"/>
                    <a:pt x="25" y="5225"/>
                    <a:pt x="108" y="5273"/>
                  </a:cubicBezTo>
                  <a:lnTo>
                    <a:pt x="906" y="5737"/>
                  </a:lnTo>
                  <a:cubicBezTo>
                    <a:pt x="932" y="5752"/>
                    <a:pt x="958" y="5759"/>
                    <a:pt x="983" y="5759"/>
                  </a:cubicBezTo>
                  <a:cubicBezTo>
                    <a:pt x="1038" y="5759"/>
                    <a:pt x="1087" y="5726"/>
                    <a:pt x="1120" y="5677"/>
                  </a:cubicBezTo>
                  <a:lnTo>
                    <a:pt x="1239" y="5463"/>
                  </a:lnTo>
                  <a:lnTo>
                    <a:pt x="1561" y="5642"/>
                  </a:lnTo>
                  <a:cubicBezTo>
                    <a:pt x="1465" y="5856"/>
                    <a:pt x="1465" y="6106"/>
                    <a:pt x="1608" y="6320"/>
                  </a:cubicBezTo>
                  <a:cubicBezTo>
                    <a:pt x="1727" y="6499"/>
                    <a:pt x="1942" y="6582"/>
                    <a:pt x="2132" y="6582"/>
                  </a:cubicBezTo>
                  <a:cubicBezTo>
                    <a:pt x="2192" y="6582"/>
                    <a:pt x="2263" y="6570"/>
                    <a:pt x="2323" y="6558"/>
                  </a:cubicBezTo>
                  <a:cubicBezTo>
                    <a:pt x="2323" y="6689"/>
                    <a:pt x="2370" y="6820"/>
                    <a:pt x="2442" y="6928"/>
                  </a:cubicBezTo>
                  <a:cubicBezTo>
                    <a:pt x="2561" y="7094"/>
                    <a:pt x="2751" y="7178"/>
                    <a:pt x="2965" y="7178"/>
                  </a:cubicBezTo>
                  <a:cubicBezTo>
                    <a:pt x="3025" y="7178"/>
                    <a:pt x="3096" y="7166"/>
                    <a:pt x="3156" y="7154"/>
                  </a:cubicBezTo>
                  <a:cubicBezTo>
                    <a:pt x="3156" y="7285"/>
                    <a:pt x="3204" y="7404"/>
                    <a:pt x="3275" y="7523"/>
                  </a:cubicBezTo>
                  <a:cubicBezTo>
                    <a:pt x="3382" y="7654"/>
                    <a:pt x="3525" y="7749"/>
                    <a:pt x="3692" y="7773"/>
                  </a:cubicBezTo>
                  <a:cubicBezTo>
                    <a:pt x="3716" y="7773"/>
                    <a:pt x="3763" y="7785"/>
                    <a:pt x="3799" y="7785"/>
                  </a:cubicBezTo>
                  <a:cubicBezTo>
                    <a:pt x="3858" y="7785"/>
                    <a:pt x="3930" y="7773"/>
                    <a:pt x="3989" y="7761"/>
                  </a:cubicBezTo>
                  <a:cubicBezTo>
                    <a:pt x="3989" y="7892"/>
                    <a:pt x="4037" y="8011"/>
                    <a:pt x="4108" y="8130"/>
                  </a:cubicBezTo>
                  <a:cubicBezTo>
                    <a:pt x="4216" y="8261"/>
                    <a:pt x="4358" y="8356"/>
                    <a:pt x="4525" y="8380"/>
                  </a:cubicBezTo>
                  <a:cubicBezTo>
                    <a:pt x="4549" y="8380"/>
                    <a:pt x="4597" y="8404"/>
                    <a:pt x="4632" y="8404"/>
                  </a:cubicBezTo>
                  <a:cubicBezTo>
                    <a:pt x="4763" y="8404"/>
                    <a:pt x="4894" y="8356"/>
                    <a:pt x="5001" y="8285"/>
                  </a:cubicBezTo>
                  <a:lnTo>
                    <a:pt x="5359" y="8023"/>
                  </a:lnTo>
                  <a:cubicBezTo>
                    <a:pt x="5430" y="7963"/>
                    <a:pt x="5490" y="7904"/>
                    <a:pt x="5537" y="7820"/>
                  </a:cubicBezTo>
                  <a:lnTo>
                    <a:pt x="6156" y="8166"/>
                  </a:lnTo>
                  <a:cubicBezTo>
                    <a:pt x="6252" y="8201"/>
                    <a:pt x="6359" y="8237"/>
                    <a:pt x="6478" y="8237"/>
                  </a:cubicBezTo>
                  <a:cubicBezTo>
                    <a:pt x="6537" y="8237"/>
                    <a:pt x="6597" y="8225"/>
                    <a:pt x="6656" y="8201"/>
                  </a:cubicBezTo>
                  <a:cubicBezTo>
                    <a:pt x="6811" y="8166"/>
                    <a:pt x="6954" y="8047"/>
                    <a:pt x="7037" y="7892"/>
                  </a:cubicBezTo>
                  <a:cubicBezTo>
                    <a:pt x="7097" y="7773"/>
                    <a:pt x="7133" y="7642"/>
                    <a:pt x="7109" y="7523"/>
                  </a:cubicBezTo>
                  <a:cubicBezTo>
                    <a:pt x="7156" y="7523"/>
                    <a:pt x="7192" y="7535"/>
                    <a:pt x="7228" y="7535"/>
                  </a:cubicBezTo>
                  <a:cubicBezTo>
                    <a:pt x="7454" y="7535"/>
                    <a:pt x="7680" y="7416"/>
                    <a:pt x="7799" y="7213"/>
                  </a:cubicBezTo>
                  <a:cubicBezTo>
                    <a:pt x="7859" y="7094"/>
                    <a:pt x="7883" y="6951"/>
                    <a:pt x="7871" y="6832"/>
                  </a:cubicBezTo>
                  <a:cubicBezTo>
                    <a:pt x="7918" y="6832"/>
                    <a:pt x="7942" y="6856"/>
                    <a:pt x="7990" y="6856"/>
                  </a:cubicBezTo>
                  <a:cubicBezTo>
                    <a:pt x="8216" y="6856"/>
                    <a:pt x="8442" y="6737"/>
                    <a:pt x="8561" y="6523"/>
                  </a:cubicBezTo>
                  <a:cubicBezTo>
                    <a:pt x="8621" y="6404"/>
                    <a:pt x="8645" y="6273"/>
                    <a:pt x="8633" y="6154"/>
                  </a:cubicBezTo>
                  <a:cubicBezTo>
                    <a:pt x="8680" y="6154"/>
                    <a:pt x="8704" y="6166"/>
                    <a:pt x="8752" y="6166"/>
                  </a:cubicBezTo>
                  <a:cubicBezTo>
                    <a:pt x="8811" y="6166"/>
                    <a:pt x="8871" y="6154"/>
                    <a:pt x="8930" y="6142"/>
                  </a:cubicBezTo>
                  <a:cubicBezTo>
                    <a:pt x="9097" y="6094"/>
                    <a:pt x="9228" y="5975"/>
                    <a:pt x="9311" y="5820"/>
                  </a:cubicBezTo>
                  <a:cubicBezTo>
                    <a:pt x="9407" y="5677"/>
                    <a:pt x="9419" y="5499"/>
                    <a:pt x="9359" y="5332"/>
                  </a:cubicBezTo>
                  <a:cubicBezTo>
                    <a:pt x="9347" y="5284"/>
                    <a:pt x="9335" y="5261"/>
                    <a:pt x="9311" y="5213"/>
                  </a:cubicBezTo>
                  <a:lnTo>
                    <a:pt x="9585" y="5023"/>
                  </a:lnTo>
                  <a:lnTo>
                    <a:pt x="9728" y="5201"/>
                  </a:lnTo>
                  <a:cubicBezTo>
                    <a:pt x="9756" y="5236"/>
                    <a:pt x="9804" y="5254"/>
                    <a:pt x="9853" y="5254"/>
                  </a:cubicBezTo>
                  <a:cubicBezTo>
                    <a:pt x="9889" y="5254"/>
                    <a:pt x="9925" y="5245"/>
                    <a:pt x="9954" y="5225"/>
                  </a:cubicBezTo>
                  <a:lnTo>
                    <a:pt x="10371" y="4903"/>
                  </a:lnTo>
                  <a:cubicBezTo>
                    <a:pt x="10431" y="4808"/>
                    <a:pt x="10431" y="4725"/>
                    <a:pt x="10395" y="4653"/>
                  </a:cubicBezTo>
                  <a:cubicBezTo>
                    <a:pt x="10350" y="4616"/>
                    <a:pt x="10300" y="4592"/>
                    <a:pt x="10254" y="4592"/>
                  </a:cubicBezTo>
                  <a:cubicBezTo>
                    <a:pt x="10228" y="4592"/>
                    <a:pt x="10202" y="4600"/>
                    <a:pt x="10181" y="4618"/>
                  </a:cubicBezTo>
                  <a:lnTo>
                    <a:pt x="9883" y="4856"/>
                  </a:lnTo>
                  <a:lnTo>
                    <a:pt x="7454" y="1689"/>
                  </a:lnTo>
                  <a:lnTo>
                    <a:pt x="8835" y="796"/>
                  </a:lnTo>
                  <a:cubicBezTo>
                    <a:pt x="8919" y="748"/>
                    <a:pt x="8930" y="665"/>
                    <a:pt x="8883" y="582"/>
                  </a:cubicBezTo>
                  <a:cubicBezTo>
                    <a:pt x="8854" y="539"/>
                    <a:pt x="8813" y="517"/>
                    <a:pt x="8769" y="517"/>
                  </a:cubicBezTo>
                  <a:cubicBezTo>
                    <a:pt x="8740" y="517"/>
                    <a:pt x="8709" y="527"/>
                    <a:pt x="8680" y="546"/>
                  </a:cubicBezTo>
                  <a:lnTo>
                    <a:pt x="7156" y="1522"/>
                  </a:lnTo>
                  <a:cubicBezTo>
                    <a:pt x="7085" y="1570"/>
                    <a:pt x="7073" y="1677"/>
                    <a:pt x="7109" y="1748"/>
                  </a:cubicBezTo>
                  <a:lnTo>
                    <a:pt x="7395" y="2106"/>
                  </a:lnTo>
                  <a:lnTo>
                    <a:pt x="7204" y="2248"/>
                  </a:lnTo>
                  <a:lnTo>
                    <a:pt x="6418" y="1998"/>
                  </a:lnTo>
                  <a:cubicBezTo>
                    <a:pt x="6406" y="1998"/>
                    <a:pt x="6383" y="1986"/>
                    <a:pt x="6371" y="1986"/>
                  </a:cubicBezTo>
                  <a:lnTo>
                    <a:pt x="4585" y="1986"/>
                  </a:lnTo>
                  <a:cubicBezTo>
                    <a:pt x="4513" y="1986"/>
                    <a:pt x="4454" y="2034"/>
                    <a:pt x="4442" y="2106"/>
                  </a:cubicBezTo>
                  <a:lnTo>
                    <a:pt x="4335" y="2510"/>
                  </a:lnTo>
                  <a:lnTo>
                    <a:pt x="4073" y="2403"/>
                  </a:lnTo>
                  <a:cubicBezTo>
                    <a:pt x="4049" y="2391"/>
                    <a:pt x="4037" y="2391"/>
                    <a:pt x="4001" y="2391"/>
                  </a:cubicBezTo>
                  <a:lnTo>
                    <a:pt x="3287" y="2475"/>
                  </a:lnTo>
                  <a:lnTo>
                    <a:pt x="3049" y="2344"/>
                  </a:lnTo>
                  <a:lnTo>
                    <a:pt x="3275" y="1939"/>
                  </a:lnTo>
                  <a:cubicBezTo>
                    <a:pt x="3323" y="1867"/>
                    <a:pt x="3287" y="1772"/>
                    <a:pt x="3215" y="1736"/>
                  </a:cubicBezTo>
                  <a:lnTo>
                    <a:pt x="251" y="22"/>
                  </a:lnTo>
                  <a:cubicBezTo>
                    <a:pt x="228" y="7"/>
                    <a:pt x="205" y="0"/>
                    <a:pt x="182" y="0"/>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5" name="Google Shape;11390;p81">
              <a:extLst>
                <a:ext uri="{FF2B5EF4-FFF2-40B4-BE49-F238E27FC236}">
                  <a16:creationId xmlns:a16="http://schemas.microsoft.com/office/drawing/2014/main" id="{351EA0D7-ECBA-097F-7455-8D25983F50CF}"/>
                </a:ext>
              </a:extLst>
            </p:cNvPr>
            <p:cNvSpPr/>
            <p:nvPr/>
          </p:nvSpPr>
          <p:spPr>
            <a:xfrm>
              <a:off x="6965173" y="2009304"/>
              <a:ext cx="38670" cy="27181"/>
            </a:xfrm>
            <a:custGeom>
              <a:avLst/>
              <a:gdLst/>
              <a:ahLst/>
              <a:cxnLst/>
              <a:rect l="l" t="t" r="r" b="b"/>
              <a:pathLst>
                <a:path w="1215" h="854" extrusionOk="0">
                  <a:moveTo>
                    <a:pt x="1023" y="1"/>
                  </a:moveTo>
                  <a:cubicBezTo>
                    <a:pt x="995" y="1"/>
                    <a:pt x="966" y="8"/>
                    <a:pt x="941" y="20"/>
                  </a:cubicBezTo>
                  <a:lnTo>
                    <a:pt x="95" y="580"/>
                  </a:lnTo>
                  <a:cubicBezTo>
                    <a:pt x="12" y="616"/>
                    <a:pt x="0" y="711"/>
                    <a:pt x="48" y="782"/>
                  </a:cubicBezTo>
                  <a:cubicBezTo>
                    <a:pt x="83" y="830"/>
                    <a:pt x="119" y="854"/>
                    <a:pt x="179" y="854"/>
                  </a:cubicBezTo>
                  <a:cubicBezTo>
                    <a:pt x="214" y="854"/>
                    <a:pt x="238" y="842"/>
                    <a:pt x="274" y="830"/>
                  </a:cubicBezTo>
                  <a:lnTo>
                    <a:pt x="1119" y="282"/>
                  </a:lnTo>
                  <a:cubicBezTo>
                    <a:pt x="1179" y="235"/>
                    <a:pt x="1214" y="140"/>
                    <a:pt x="1155" y="68"/>
                  </a:cubicBezTo>
                  <a:cubicBezTo>
                    <a:pt x="1124" y="22"/>
                    <a:pt x="1074" y="1"/>
                    <a:pt x="1023" y="1"/>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grpSp>
      <p:grpSp>
        <p:nvGrpSpPr>
          <p:cNvPr id="6" name="Google Shape;11863;p81">
            <a:extLst>
              <a:ext uri="{FF2B5EF4-FFF2-40B4-BE49-F238E27FC236}">
                <a16:creationId xmlns:a16="http://schemas.microsoft.com/office/drawing/2014/main" id="{0475BB94-5D56-060D-311C-B1642B20CFAA}"/>
              </a:ext>
            </a:extLst>
          </p:cNvPr>
          <p:cNvGrpSpPr/>
          <p:nvPr/>
        </p:nvGrpSpPr>
        <p:grpSpPr>
          <a:xfrm>
            <a:off x="18509719" y="3451491"/>
            <a:ext cx="706559" cy="1132886"/>
            <a:chOff x="6264109" y="4279432"/>
            <a:chExt cx="225498" cy="361560"/>
          </a:xfrm>
        </p:grpSpPr>
        <p:sp>
          <p:nvSpPr>
            <p:cNvPr id="7" name="Google Shape;11864;p81">
              <a:extLst>
                <a:ext uri="{FF2B5EF4-FFF2-40B4-BE49-F238E27FC236}">
                  <a16:creationId xmlns:a16="http://schemas.microsoft.com/office/drawing/2014/main" id="{0763E4F9-FED0-27CB-B536-B80814F92D3D}"/>
                </a:ext>
              </a:extLst>
            </p:cNvPr>
            <p:cNvSpPr/>
            <p:nvPr/>
          </p:nvSpPr>
          <p:spPr>
            <a:xfrm>
              <a:off x="6264109" y="4279432"/>
              <a:ext cx="225498" cy="361560"/>
            </a:xfrm>
            <a:custGeom>
              <a:avLst/>
              <a:gdLst/>
              <a:ahLst/>
              <a:cxnLst/>
              <a:rect l="l" t="t" r="r" b="b"/>
              <a:pathLst>
                <a:path w="7085" h="11360" extrusionOk="0">
                  <a:moveTo>
                    <a:pt x="6716" y="870"/>
                  </a:moveTo>
                  <a:cubicBezTo>
                    <a:pt x="6716" y="870"/>
                    <a:pt x="6728" y="870"/>
                    <a:pt x="6728" y="882"/>
                  </a:cubicBezTo>
                  <a:lnTo>
                    <a:pt x="6728" y="1239"/>
                  </a:lnTo>
                  <a:lnTo>
                    <a:pt x="6751" y="1239"/>
                  </a:lnTo>
                  <a:lnTo>
                    <a:pt x="6192" y="1251"/>
                  </a:lnTo>
                  <a:cubicBezTo>
                    <a:pt x="6108" y="1251"/>
                    <a:pt x="6037" y="1322"/>
                    <a:pt x="6037" y="1418"/>
                  </a:cubicBezTo>
                  <a:cubicBezTo>
                    <a:pt x="6037" y="1501"/>
                    <a:pt x="6108" y="1584"/>
                    <a:pt x="6192" y="1584"/>
                  </a:cubicBezTo>
                  <a:lnTo>
                    <a:pt x="6394" y="1584"/>
                  </a:lnTo>
                  <a:lnTo>
                    <a:pt x="6394" y="7454"/>
                  </a:lnTo>
                  <a:cubicBezTo>
                    <a:pt x="6394" y="7454"/>
                    <a:pt x="6394" y="7478"/>
                    <a:pt x="6370" y="7478"/>
                  </a:cubicBezTo>
                  <a:lnTo>
                    <a:pt x="679" y="7478"/>
                  </a:lnTo>
                  <a:cubicBezTo>
                    <a:pt x="679" y="7478"/>
                    <a:pt x="655" y="7478"/>
                    <a:pt x="655" y="7454"/>
                  </a:cubicBezTo>
                  <a:lnTo>
                    <a:pt x="655" y="1584"/>
                  </a:lnTo>
                  <a:lnTo>
                    <a:pt x="5477" y="1584"/>
                  </a:lnTo>
                  <a:cubicBezTo>
                    <a:pt x="5573" y="1584"/>
                    <a:pt x="5644" y="1501"/>
                    <a:pt x="5644" y="1418"/>
                  </a:cubicBezTo>
                  <a:cubicBezTo>
                    <a:pt x="5644" y="1322"/>
                    <a:pt x="5573" y="1251"/>
                    <a:pt x="5477" y="1251"/>
                  </a:cubicBezTo>
                  <a:lnTo>
                    <a:pt x="322" y="1251"/>
                  </a:lnTo>
                  <a:cubicBezTo>
                    <a:pt x="322" y="1251"/>
                    <a:pt x="298" y="1251"/>
                    <a:pt x="298" y="1239"/>
                  </a:cubicBezTo>
                  <a:lnTo>
                    <a:pt x="298" y="882"/>
                  </a:lnTo>
                  <a:cubicBezTo>
                    <a:pt x="298" y="882"/>
                    <a:pt x="298" y="870"/>
                    <a:pt x="322" y="870"/>
                  </a:cubicBezTo>
                  <a:close/>
                  <a:moveTo>
                    <a:pt x="5358" y="7811"/>
                  </a:moveTo>
                  <a:lnTo>
                    <a:pt x="5858" y="10335"/>
                  </a:lnTo>
                  <a:lnTo>
                    <a:pt x="3691" y="10335"/>
                  </a:lnTo>
                  <a:lnTo>
                    <a:pt x="3691" y="8371"/>
                  </a:lnTo>
                  <a:cubicBezTo>
                    <a:pt x="3691" y="8276"/>
                    <a:pt x="3620" y="8204"/>
                    <a:pt x="3537" y="8204"/>
                  </a:cubicBezTo>
                  <a:cubicBezTo>
                    <a:pt x="3441" y="8204"/>
                    <a:pt x="3370" y="8276"/>
                    <a:pt x="3370" y="8371"/>
                  </a:cubicBezTo>
                  <a:lnTo>
                    <a:pt x="3370" y="10335"/>
                  </a:lnTo>
                  <a:lnTo>
                    <a:pt x="1215" y="10335"/>
                  </a:lnTo>
                  <a:lnTo>
                    <a:pt x="1715" y="7811"/>
                  </a:lnTo>
                  <a:close/>
                  <a:moveTo>
                    <a:pt x="3549" y="1"/>
                  </a:moveTo>
                  <a:cubicBezTo>
                    <a:pt x="3453" y="1"/>
                    <a:pt x="3382" y="72"/>
                    <a:pt x="3382" y="168"/>
                  </a:cubicBezTo>
                  <a:lnTo>
                    <a:pt x="3382" y="537"/>
                  </a:lnTo>
                  <a:lnTo>
                    <a:pt x="346" y="537"/>
                  </a:lnTo>
                  <a:cubicBezTo>
                    <a:pt x="155" y="537"/>
                    <a:pt x="0" y="691"/>
                    <a:pt x="0" y="882"/>
                  </a:cubicBezTo>
                  <a:lnTo>
                    <a:pt x="0" y="1239"/>
                  </a:lnTo>
                  <a:cubicBezTo>
                    <a:pt x="0" y="1430"/>
                    <a:pt x="155" y="1584"/>
                    <a:pt x="346" y="1584"/>
                  </a:cubicBezTo>
                  <a:lnTo>
                    <a:pt x="358" y="1584"/>
                  </a:lnTo>
                  <a:lnTo>
                    <a:pt x="358" y="7454"/>
                  </a:lnTo>
                  <a:cubicBezTo>
                    <a:pt x="358" y="7645"/>
                    <a:pt x="512" y="7799"/>
                    <a:pt x="703" y="7799"/>
                  </a:cubicBezTo>
                  <a:lnTo>
                    <a:pt x="1382" y="7799"/>
                  </a:lnTo>
                  <a:lnTo>
                    <a:pt x="715" y="11157"/>
                  </a:lnTo>
                  <a:cubicBezTo>
                    <a:pt x="703" y="11252"/>
                    <a:pt x="762" y="11347"/>
                    <a:pt x="858" y="11359"/>
                  </a:cubicBezTo>
                  <a:lnTo>
                    <a:pt x="882" y="11359"/>
                  </a:lnTo>
                  <a:cubicBezTo>
                    <a:pt x="953" y="11359"/>
                    <a:pt x="1036" y="11300"/>
                    <a:pt x="1048" y="11217"/>
                  </a:cubicBezTo>
                  <a:lnTo>
                    <a:pt x="1167" y="10645"/>
                  </a:lnTo>
                  <a:lnTo>
                    <a:pt x="3382" y="10645"/>
                  </a:lnTo>
                  <a:lnTo>
                    <a:pt x="3382" y="11193"/>
                  </a:lnTo>
                  <a:cubicBezTo>
                    <a:pt x="3382" y="11288"/>
                    <a:pt x="3453" y="11359"/>
                    <a:pt x="3549" y="11359"/>
                  </a:cubicBezTo>
                  <a:cubicBezTo>
                    <a:pt x="3632" y="11359"/>
                    <a:pt x="3703" y="11288"/>
                    <a:pt x="3703" y="11193"/>
                  </a:cubicBezTo>
                  <a:lnTo>
                    <a:pt x="3703" y="10645"/>
                  </a:lnTo>
                  <a:lnTo>
                    <a:pt x="5930" y="10645"/>
                  </a:lnTo>
                  <a:lnTo>
                    <a:pt x="6049" y="11217"/>
                  </a:lnTo>
                  <a:cubicBezTo>
                    <a:pt x="6061" y="11300"/>
                    <a:pt x="6132" y="11359"/>
                    <a:pt x="6204" y="11359"/>
                  </a:cubicBezTo>
                  <a:lnTo>
                    <a:pt x="6239" y="11359"/>
                  </a:lnTo>
                  <a:cubicBezTo>
                    <a:pt x="6323" y="11336"/>
                    <a:pt x="6382" y="11252"/>
                    <a:pt x="6370" y="11157"/>
                  </a:cubicBezTo>
                  <a:lnTo>
                    <a:pt x="5704" y="7799"/>
                  </a:lnTo>
                  <a:lnTo>
                    <a:pt x="6382" y="7799"/>
                  </a:lnTo>
                  <a:cubicBezTo>
                    <a:pt x="6585" y="7799"/>
                    <a:pt x="6728" y="7645"/>
                    <a:pt x="6728" y="7454"/>
                  </a:cubicBezTo>
                  <a:lnTo>
                    <a:pt x="6728" y="1584"/>
                  </a:lnTo>
                  <a:lnTo>
                    <a:pt x="6739" y="1584"/>
                  </a:lnTo>
                  <a:cubicBezTo>
                    <a:pt x="6942" y="1584"/>
                    <a:pt x="7085" y="1430"/>
                    <a:pt x="7085" y="1239"/>
                  </a:cubicBezTo>
                  <a:lnTo>
                    <a:pt x="7085" y="882"/>
                  </a:lnTo>
                  <a:cubicBezTo>
                    <a:pt x="7085" y="691"/>
                    <a:pt x="6930" y="537"/>
                    <a:pt x="6751" y="537"/>
                  </a:cubicBezTo>
                  <a:lnTo>
                    <a:pt x="3715" y="537"/>
                  </a:lnTo>
                  <a:lnTo>
                    <a:pt x="3715" y="168"/>
                  </a:lnTo>
                  <a:cubicBezTo>
                    <a:pt x="3715" y="72"/>
                    <a:pt x="3632" y="1"/>
                    <a:pt x="3549" y="1"/>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8" name="Google Shape;11865;p81">
              <a:extLst>
                <a:ext uri="{FF2B5EF4-FFF2-40B4-BE49-F238E27FC236}">
                  <a16:creationId xmlns:a16="http://schemas.microsoft.com/office/drawing/2014/main" id="{5830DFD9-78E1-7F1A-220E-E5AB8C5DC54D}"/>
                </a:ext>
              </a:extLst>
            </p:cNvPr>
            <p:cNvSpPr/>
            <p:nvPr/>
          </p:nvSpPr>
          <p:spPr>
            <a:xfrm>
              <a:off x="6303129" y="4370395"/>
              <a:ext cx="146693" cy="106495"/>
            </a:xfrm>
            <a:custGeom>
              <a:avLst/>
              <a:gdLst/>
              <a:ahLst/>
              <a:cxnLst/>
              <a:rect l="l" t="t" r="r" b="b"/>
              <a:pathLst>
                <a:path w="4609" h="3346" extrusionOk="0">
                  <a:moveTo>
                    <a:pt x="3561" y="0"/>
                  </a:moveTo>
                  <a:cubicBezTo>
                    <a:pt x="3466" y="0"/>
                    <a:pt x="3394" y="72"/>
                    <a:pt x="3394" y="167"/>
                  </a:cubicBezTo>
                  <a:cubicBezTo>
                    <a:pt x="3394" y="250"/>
                    <a:pt x="3466" y="334"/>
                    <a:pt x="3561" y="334"/>
                  </a:cubicBezTo>
                  <a:lnTo>
                    <a:pt x="4049" y="334"/>
                  </a:lnTo>
                  <a:lnTo>
                    <a:pt x="2406" y="1965"/>
                  </a:lnTo>
                  <a:lnTo>
                    <a:pt x="2394" y="1965"/>
                  </a:lnTo>
                  <a:lnTo>
                    <a:pt x="2025" y="1596"/>
                  </a:lnTo>
                  <a:cubicBezTo>
                    <a:pt x="1959" y="1530"/>
                    <a:pt x="1870" y="1498"/>
                    <a:pt x="1781" y="1498"/>
                  </a:cubicBezTo>
                  <a:cubicBezTo>
                    <a:pt x="1692" y="1498"/>
                    <a:pt x="1602" y="1530"/>
                    <a:pt x="1537" y="1596"/>
                  </a:cubicBezTo>
                  <a:lnTo>
                    <a:pt x="60" y="3072"/>
                  </a:lnTo>
                  <a:cubicBezTo>
                    <a:pt x="1" y="3132"/>
                    <a:pt x="1" y="3227"/>
                    <a:pt x="60" y="3310"/>
                  </a:cubicBezTo>
                  <a:cubicBezTo>
                    <a:pt x="84" y="3334"/>
                    <a:pt x="132" y="3346"/>
                    <a:pt x="179" y="3346"/>
                  </a:cubicBezTo>
                  <a:cubicBezTo>
                    <a:pt x="227" y="3346"/>
                    <a:pt x="263" y="3334"/>
                    <a:pt x="298" y="3310"/>
                  </a:cubicBezTo>
                  <a:lnTo>
                    <a:pt x="1775" y="1834"/>
                  </a:lnTo>
                  <a:lnTo>
                    <a:pt x="1787" y="1834"/>
                  </a:lnTo>
                  <a:lnTo>
                    <a:pt x="2156" y="2203"/>
                  </a:lnTo>
                  <a:cubicBezTo>
                    <a:pt x="2215" y="2263"/>
                    <a:pt x="2311" y="2310"/>
                    <a:pt x="2394" y="2310"/>
                  </a:cubicBezTo>
                  <a:cubicBezTo>
                    <a:pt x="2477" y="2310"/>
                    <a:pt x="2573" y="2274"/>
                    <a:pt x="2632" y="2203"/>
                  </a:cubicBezTo>
                  <a:lnTo>
                    <a:pt x="4263" y="572"/>
                  </a:lnTo>
                  <a:lnTo>
                    <a:pt x="4263" y="1060"/>
                  </a:lnTo>
                  <a:cubicBezTo>
                    <a:pt x="4263" y="1143"/>
                    <a:pt x="4347" y="1227"/>
                    <a:pt x="4430" y="1227"/>
                  </a:cubicBezTo>
                  <a:cubicBezTo>
                    <a:pt x="4525" y="1227"/>
                    <a:pt x="4597" y="1143"/>
                    <a:pt x="4597" y="1060"/>
                  </a:cubicBezTo>
                  <a:lnTo>
                    <a:pt x="4597" y="167"/>
                  </a:lnTo>
                  <a:cubicBezTo>
                    <a:pt x="4609" y="72"/>
                    <a:pt x="4537" y="0"/>
                    <a:pt x="4454" y="0"/>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grpSp>
      <p:grpSp>
        <p:nvGrpSpPr>
          <p:cNvPr id="9" name="Google Shape;11950;p81">
            <a:extLst>
              <a:ext uri="{FF2B5EF4-FFF2-40B4-BE49-F238E27FC236}">
                <a16:creationId xmlns:a16="http://schemas.microsoft.com/office/drawing/2014/main" id="{E23039DC-858F-3EC0-C7AE-1E153CE4AD1A}"/>
              </a:ext>
            </a:extLst>
          </p:cNvPr>
          <p:cNvGrpSpPr/>
          <p:nvPr/>
        </p:nvGrpSpPr>
        <p:grpSpPr>
          <a:xfrm>
            <a:off x="4898073" y="3270573"/>
            <a:ext cx="1306848" cy="1313800"/>
            <a:chOff x="3095745" y="3805393"/>
            <a:chExt cx="352840" cy="354717"/>
          </a:xfrm>
        </p:grpSpPr>
        <p:sp>
          <p:nvSpPr>
            <p:cNvPr id="10" name="Google Shape;11951;p81">
              <a:extLst>
                <a:ext uri="{FF2B5EF4-FFF2-40B4-BE49-F238E27FC236}">
                  <a16:creationId xmlns:a16="http://schemas.microsoft.com/office/drawing/2014/main" id="{E4FE88DC-C660-23E1-E529-77C8424E8FC3}"/>
                </a:ext>
              </a:extLst>
            </p:cNvPr>
            <p:cNvSpPr/>
            <p:nvPr/>
          </p:nvSpPr>
          <p:spPr>
            <a:xfrm>
              <a:off x="3095745" y="3805393"/>
              <a:ext cx="272093" cy="271711"/>
            </a:xfrm>
            <a:custGeom>
              <a:avLst/>
              <a:gdLst/>
              <a:ahLst/>
              <a:cxnLst/>
              <a:rect l="l" t="t" r="r" b="b"/>
              <a:pathLst>
                <a:path w="8549" h="8537" extrusionOk="0">
                  <a:moveTo>
                    <a:pt x="4025" y="0"/>
                  </a:moveTo>
                  <a:cubicBezTo>
                    <a:pt x="3763" y="0"/>
                    <a:pt x="3525" y="179"/>
                    <a:pt x="3489" y="441"/>
                  </a:cubicBezTo>
                  <a:lnTo>
                    <a:pt x="3322" y="1262"/>
                  </a:lnTo>
                  <a:cubicBezTo>
                    <a:pt x="3155" y="1322"/>
                    <a:pt x="2977" y="1381"/>
                    <a:pt x="2834" y="1465"/>
                  </a:cubicBezTo>
                  <a:lnTo>
                    <a:pt x="2132" y="1012"/>
                  </a:lnTo>
                  <a:cubicBezTo>
                    <a:pt x="2036" y="947"/>
                    <a:pt x="1929" y="915"/>
                    <a:pt x="1825" y="915"/>
                  </a:cubicBezTo>
                  <a:cubicBezTo>
                    <a:pt x="1683" y="915"/>
                    <a:pt x="1544" y="974"/>
                    <a:pt x="1441" y="1084"/>
                  </a:cubicBezTo>
                  <a:lnTo>
                    <a:pt x="1084" y="1441"/>
                  </a:lnTo>
                  <a:cubicBezTo>
                    <a:pt x="905" y="1619"/>
                    <a:pt x="881" y="1917"/>
                    <a:pt x="1012" y="2119"/>
                  </a:cubicBezTo>
                  <a:lnTo>
                    <a:pt x="1477" y="2822"/>
                  </a:lnTo>
                  <a:cubicBezTo>
                    <a:pt x="1381" y="2989"/>
                    <a:pt x="1322" y="3155"/>
                    <a:pt x="1262" y="3310"/>
                  </a:cubicBezTo>
                  <a:lnTo>
                    <a:pt x="453" y="3477"/>
                  </a:lnTo>
                  <a:cubicBezTo>
                    <a:pt x="191" y="3524"/>
                    <a:pt x="0" y="3763"/>
                    <a:pt x="0" y="4013"/>
                  </a:cubicBezTo>
                  <a:lnTo>
                    <a:pt x="0" y="4525"/>
                  </a:lnTo>
                  <a:cubicBezTo>
                    <a:pt x="0" y="4775"/>
                    <a:pt x="179" y="5013"/>
                    <a:pt x="453" y="5060"/>
                  </a:cubicBezTo>
                  <a:lnTo>
                    <a:pt x="1262" y="5215"/>
                  </a:lnTo>
                  <a:cubicBezTo>
                    <a:pt x="1322" y="5382"/>
                    <a:pt x="1381" y="5560"/>
                    <a:pt x="1477" y="5715"/>
                  </a:cubicBezTo>
                  <a:lnTo>
                    <a:pt x="1012" y="6406"/>
                  </a:lnTo>
                  <a:cubicBezTo>
                    <a:pt x="869" y="6632"/>
                    <a:pt x="893" y="6918"/>
                    <a:pt x="1084" y="7096"/>
                  </a:cubicBezTo>
                  <a:lnTo>
                    <a:pt x="1441" y="7453"/>
                  </a:lnTo>
                  <a:cubicBezTo>
                    <a:pt x="1544" y="7557"/>
                    <a:pt x="1687" y="7608"/>
                    <a:pt x="1830" y="7608"/>
                  </a:cubicBezTo>
                  <a:cubicBezTo>
                    <a:pt x="1935" y="7608"/>
                    <a:pt x="2041" y="7580"/>
                    <a:pt x="2132" y="7525"/>
                  </a:cubicBezTo>
                  <a:lnTo>
                    <a:pt x="2834" y="7061"/>
                  </a:lnTo>
                  <a:cubicBezTo>
                    <a:pt x="2989" y="7156"/>
                    <a:pt x="3155" y="7215"/>
                    <a:pt x="3322" y="7275"/>
                  </a:cubicBezTo>
                  <a:lnTo>
                    <a:pt x="3489" y="8096"/>
                  </a:lnTo>
                  <a:cubicBezTo>
                    <a:pt x="3525" y="8346"/>
                    <a:pt x="3763" y="8537"/>
                    <a:pt x="4025" y="8537"/>
                  </a:cubicBezTo>
                  <a:lnTo>
                    <a:pt x="4525" y="8537"/>
                  </a:lnTo>
                  <a:cubicBezTo>
                    <a:pt x="4775" y="8537"/>
                    <a:pt x="5013" y="8358"/>
                    <a:pt x="5060" y="8096"/>
                  </a:cubicBezTo>
                  <a:lnTo>
                    <a:pt x="5227" y="7275"/>
                  </a:lnTo>
                  <a:cubicBezTo>
                    <a:pt x="5358" y="7227"/>
                    <a:pt x="5489" y="7180"/>
                    <a:pt x="5632" y="7120"/>
                  </a:cubicBezTo>
                  <a:cubicBezTo>
                    <a:pt x="5692" y="7084"/>
                    <a:pt x="5727" y="6977"/>
                    <a:pt x="5692" y="6894"/>
                  </a:cubicBezTo>
                  <a:cubicBezTo>
                    <a:pt x="5655" y="6821"/>
                    <a:pt x="5584" y="6790"/>
                    <a:pt x="5515" y="6790"/>
                  </a:cubicBezTo>
                  <a:cubicBezTo>
                    <a:pt x="5494" y="6790"/>
                    <a:pt x="5473" y="6793"/>
                    <a:pt x="5453" y="6799"/>
                  </a:cubicBezTo>
                  <a:cubicBezTo>
                    <a:pt x="5299" y="6870"/>
                    <a:pt x="5156" y="6918"/>
                    <a:pt x="5001" y="6965"/>
                  </a:cubicBezTo>
                  <a:cubicBezTo>
                    <a:pt x="4941" y="6977"/>
                    <a:pt x="4882" y="7037"/>
                    <a:pt x="4882" y="7096"/>
                  </a:cubicBezTo>
                  <a:lnTo>
                    <a:pt x="4703" y="8025"/>
                  </a:lnTo>
                  <a:cubicBezTo>
                    <a:pt x="4691" y="8108"/>
                    <a:pt x="4596" y="8180"/>
                    <a:pt x="4513" y="8180"/>
                  </a:cubicBezTo>
                  <a:lnTo>
                    <a:pt x="4001" y="8180"/>
                  </a:lnTo>
                  <a:cubicBezTo>
                    <a:pt x="3917" y="8180"/>
                    <a:pt x="3822" y="8120"/>
                    <a:pt x="3810" y="8025"/>
                  </a:cubicBezTo>
                  <a:lnTo>
                    <a:pt x="3632" y="7096"/>
                  </a:lnTo>
                  <a:cubicBezTo>
                    <a:pt x="3620" y="7037"/>
                    <a:pt x="3572" y="6977"/>
                    <a:pt x="3513" y="6965"/>
                  </a:cubicBezTo>
                  <a:cubicBezTo>
                    <a:pt x="3310" y="6906"/>
                    <a:pt x="3096" y="6811"/>
                    <a:pt x="2905" y="6703"/>
                  </a:cubicBezTo>
                  <a:cubicBezTo>
                    <a:pt x="2876" y="6691"/>
                    <a:pt x="2843" y="6686"/>
                    <a:pt x="2812" y="6686"/>
                  </a:cubicBezTo>
                  <a:cubicBezTo>
                    <a:pt x="2780" y="6686"/>
                    <a:pt x="2751" y="6691"/>
                    <a:pt x="2727" y="6703"/>
                  </a:cubicBezTo>
                  <a:lnTo>
                    <a:pt x="1941" y="7227"/>
                  </a:lnTo>
                  <a:cubicBezTo>
                    <a:pt x="1904" y="7249"/>
                    <a:pt x="1864" y="7260"/>
                    <a:pt x="1824" y="7260"/>
                  </a:cubicBezTo>
                  <a:cubicBezTo>
                    <a:pt x="1774" y="7260"/>
                    <a:pt x="1725" y="7243"/>
                    <a:pt x="1679" y="7203"/>
                  </a:cubicBezTo>
                  <a:lnTo>
                    <a:pt x="1322" y="6846"/>
                  </a:lnTo>
                  <a:cubicBezTo>
                    <a:pt x="1262" y="6787"/>
                    <a:pt x="1250" y="6680"/>
                    <a:pt x="1298" y="6584"/>
                  </a:cubicBezTo>
                  <a:lnTo>
                    <a:pt x="1822" y="5799"/>
                  </a:lnTo>
                  <a:cubicBezTo>
                    <a:pt x="1846" y="5739"/>
                    <a:pt x="1858" y="5679"/>
                    <a:pt x="1822" y="5620"/>
                  </a:cubicBezTo>
                  <a:cubicBezTo>
                    <a:pt x="1715" y="5429"/>
                    <a:pt x="1620" y="5215"/>
                    <a:pt x="1560" y="5013"/>
                  </a:cubicBezTo>
                  <a:cubicBezTo>
                    <a:pt x="1548" y="4953"/>
                    <a:pt x="1489" y="4894"/>
                    <a:pt x="1429" y="4894"/>
                  </a:cubicBezTo>
                  <a:lnTo>
                    <a:pt x="512" y="4715"/>
                  </a:lnTo>
                  <a:cubicBezTo>
                    <a:pt x="417" y="4703"/>
                    <a:pt x="346" y="4608"/>
                    <a:pt x="346" y="4525"/>
                  </a:cubicBezTo>
                  <a:lnTo>
                    <a:pt x="346" y="4013"/>
                  </a:lnTo>
                  <a:cubicBezTo>
                    <a:pt x="346" y="3929"/>
                    <a:pt x="405" y="3834"/>
                    <a:pt x="512" y="3822"/>
                  </a:cubicBezTo>
                  <a:lnTo>
                    <a:pt x="1429" y="3643"/>
                  </a:lnTo>
                  <a:cubicBezTo>
                    <a:pt x="1489" y="3632"/>
                    <a:pt x="1548" y="3584"/>
                    <a:pt x="1560" y="3524"/>
                  </a:cubicBezTo>
                  <a:cubicBezTo>
                    <a:pt x="1620" y="3322"/>
                    <a:pt x="1715" y="3108"/>
                    <a:pt x="1822" y="2917"/>
                  </a:cubicBezTo>
                  <a:cubicBezTo>
                    <a:pt x="1846" y="2858"/>
                    <a:pt x="1846" y="2786"/>
                    <a:pt x="1822" y="2739"/>
                  </a:cubicBezTo>
                  <a:lnTo>
                    <a:pt x="1298" y="1941"/>
                  </a:lnTo>
                  <a:cubicBezTo>
                    <a:pt x="1250" y="1869"/>
                    <a:pt x="1250" y="1762"/>
                    <a:pt x="1322" y="1691"/>
                  </a:cubicBezTo>
                  <a:lnTo>
                    <a:pt x="1679" y="1334"/>
                  </a:lnTo>
                  <a:cubicBezTo>
                    <a:pt x="1714" y="1299"/>
                    <a:pt x="1765" y="1280"/>
                    <a:pt x="1820" y="1280"/>
                  </a:cubicBezTo>
                  <a:cubicBezTo>
                    <a:pt x="1859" y="1280"/>
                    <a:pt x="1901" y="1290"/>
                    <a:pt x="1941" y="1310"/>
                  </a:cubicBezTo>
                  <a:lnTo>
                    <a:pt x="2727" y="1822"/>
                  </a:lnTo>
                  <a:cubicBezTo>
                    <a:pt x="2759" y="1841"/>
                    <a:pt x="2791" y="1853"/>
                    <a:pt x="2822" y="1853"/>
                  </a:cubicBezTo>
                  <a:cubicBezTo>
                    <a:pt x="2850" y="1853"/>
                    <a:pt x="2878" y="1844"/>
                    <a:pt x="2905" y="1822"/>
                  </a:cubicBezTo>
                  <a:cubicBezTo>
                    <a:pt x="3096" y="1727"/>
                    <a:pt x="3310" y="1631"/>
                    <a:pt x="3513" y="1572"/>
                  </a:cubicBezTo>
                  <a:cubicBezTo>
                    <a:pt x="3572" y="1560"/>
                    <a:pt x="3632" y="1500"/>
                    <a:pt x="3632" y="1441"/>
                  </a:cubicBezTo>
                  <a:lnTo>
                    <a:pt x="3810" y="512"/>
                  </a:lnTo>
                  <a:cubicBezTo>
                    <a:pt x="3822" y="429"/>
                    <a:pt x="3917" y="357"/>
                    <a:pt x="4001" y="357"/>
                  </a:cubicBezTo>
                  <a:lnTo>
                    <a:pt x="4513" y="357"/>
                  </a:lnTo>
                  <a:cubicBezTo>
                    <a:pt x="4596" y="357"/>
                    <a:pt x="4691" y="417"/>
                    <a:pt x="4703" y="512"/>
                  </a:cubicBezTo>
                  <a:lnTo>
                    <a:pt x="4882" y="1441"/>
                  </a:lnTo>
                  <a:cubicBezTo>
                    <a:pt x="4894" y="1500"/>
                    <a:pt x="4941" y="1560"/>
                    <a:pt x="5001" y="1572"/>
                  </a:cubicBezTo>
                  <a:cubicBezTo>
                    <a:pt x="5215" y="1631"/>
                    <a:pt x="5418" y="1727"/>
                    <a:pt x="5608" y="1822"/>
                  </a:cubicBezTo>
                  <a:cubicBezTo>
                    <a:pt x="5638" y="1840"/>
                    <a:pt x="5674" y="1849"/>
                    <a:pt x="5706" y="1849"/>
                  </a:cubicBezTo>
                  <a:cubicBezTo>
                    <a:pt x="5739" y="1849"/>
                    <a:pt x="5769" y="1840"/>
                    <a:pt x="5787" y="1822"/>
                  </a:cubicBezTo>
                  <a:lnTo>
                    <a:pt x="6584" y="1310"/>
                  </a:lnTo>
                  <a:cubicBezTo>
                    <a:pt x="6617" y="1288"/>
                    <a:pt x="6656" y="1277"/>
                    <a:pt x="6696" y="1277"/>
                  </a:cubicBezTo>
                  <a:cubicBezTo>
                    <a:pt x="6745" y="1277"/>
                    <a:pt x="6795" y="1294"/>
                    <a:pt x="6835" y="1334"/>
                  </a:cubicBezTo>
                  <a:lnTo>
                    <a:pt x="7192" y="1691"/>
                  </a:lnTo>
                  <a:cubicBezTo>
                    <a:pt x="7251" y="1750"/>
                    <a:pt x="7263" y="1858"/>
                    <a:pt x="7216" y="1941"/>
                  </a:cubicBezTo>
                  <a:lnTo>
                    <a:pt x="6704" y="2739"/>
                  </a:lnTo>
                  <a:cubicBezTo>
                    <a:pt x="6668" y="2798"/>
                    <a:pt x="6656" y="2858"/>
                    <a:pt x="6704" y="2917"/>
                  </a:cubicBezTo>
                  <a:cubicBezTo>
                    <a:pt x="6799" y="3108"/>
                    <a:pt x="6894" y="3322"/>
                    <a:pt x="6954" y="3524"/>
                  </a:cubicBezTo>
                  <a:cubicBezTo>
                    <a:pt x="6965" y="3584"/>
                    <a:pt x="7025" y="3643"/>
                    <a:pt x="7085" y="3643"/>
                  </a:cubicBezTo>
                  <a:lnTo>
                    <a:pt x="8013" y="3822"/>
                  </a:lnTo>
                  <a:cubicBezTo>
                    <a:pt x="8097" y="3834"/>
                    <a:pt x="8168" y="3929"/>
                    <a:pt x="8168" y="4013"/>
                  </a:cubicBezTo>
                  <a:lnTo>
                    <a:pt x="8168" y="4525"/>
                  </a:lnTo>
                  <a:cubicBezTo>
                    <a:pt x="8168" y="4608"/>
                    <a:pt x="8108" y="4703"/>
                    <a:pt x="8013" y="4715"/>
                  </a:cubicBezTo>
                  <a:lnTo>
                    <a:pt x="7085" y="4894"/>
                  </a:lnTo>
                  <a:cubicBezTo>
                    <a:pt x="7025" y="4906"/>
                    <a:pt x="6965" y="4953"/>
                    <a:pt x="6954" y="5013"/>
                  </a:cubicBezTo>
                  <a:cubicBezTo>
                    <a:pt x="6906" y="5156"/>
                    <a:pt x="6846" y="5322"/>
                    <a:pt x="6787" y="5477"/>
                  </a:cubicBezTo>
                  <a:cubicBezTo>
                    <a:pt x="6739" y="5560"/>
                    <a:pt x="6787" y="5668"/>
                    <a:pt x="6882" y="5715"/>
                  </a:cubicBezTo>
                  <a:cubicBezTo>
                    <a:pt x="6903" y="5724"/>
                    <a:pt x="6926" y="5729"/>
                    <a:pt x="6949" y="5729"/>
                  </a:cubicBezTo>
                  <a:cubicBezTo>
                    <a:pt x="7016" y="5729"/>
                    <a:pt x="7085" y="5691"/>
                    <a:pt x="7120" y="5620"/>
                  </a:cubicBezTo>
                  <a:cubicBezTo>
                    <a:pt x="7180" y="5489"/>
                    <a:pt x="7239" y="5358"/>
                    <a:pt x="7275" y="5215"/>
                  </a:cubicBezTo>
                  <a:lnTo>
                    <a:pt x="8097" y="5060"/>
                  </a:lnTo>
                  <a:cubicBezTo>
                    <a:pt x="8347" y="5013"/>
                    <a:pt x="8549" y="4775"/>
                    <a:pt x="8549" y="4525"/>
                  </a:cubicBezTo>
                  <a:lnTo>
                    <a:pt x="8549" y="4013"/>
                  </a:lnTo>
                  <a:cubicBezTo>
                    <a:pt x="8549" y="3763"/>
                    <a:pt x="8370" y="3524"/>
                    <a:pt x="8097" y="3477"/>
                  </a:cubicBezTo>
                  <a:lnTo>
                    <a:pt x="7275" y="3310"/>
                  </a:lnTo>
                  <a:cubicBezTo>
                    <a:pt x="7216" y="3155"/>
                    <a:pt x="7156" y="2977"/>
                    <a:pt x="7073" y="2822"/>
                  </a:cubicBezTo>
                  <a:lnTo>
                    <a:pt x="7537" y="2119"/>
                  </a:lnTo>
                  <a:cubicBezTo>
                    <a:pt x="7680" y="1905"/>
                    <a:pt x="7656" y="1619"/>
                    <a:pt x="7454" y="1441"/>
                  </a:cubicBezTo>
                  <a:lnTo>
                    <a:pt x="7096" y="1084"/>
                  </a:lnTo>
                  <a:cubicBezTo>
                    <a:pt x="6992" y="980"/>
                    <a:pt x="6848" y="924"/>
                    <a:pt x="6705" y="924"/>
                  </a:cubicBezTo>
                  <a:cubicBezTo>
                    <a:pt x="6603" y="924"/>
                    <a:pt x="6502" y="953"/>
                    <a:pt x="6418" y="1012"/>
                  </a:cubicBezTo>
                  <a:lnTo>
                    <a:pt x="5715" y="1465"/>
                  </a:lnTo>
                  <a:cubicBezTo>
                    <a:pt x="5549" y="1381"/>
                    <a:pt x="5394" y="1322"/>
                    <a:pt x="5227" y="1262"/>
                  </a:cubicBezTo>
                  <a:lnTo>
                    <a:pt x="5060" y="441"/>
                  </a:lnTo>
                  <a:cubicBezTo>
                    <a:pt x="5013" y="191"/>
                    <a:pt x="4775" y="0"/>
                    <a:pt x="4525" y="0"/>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11" name="Google Shape;11952;p81">
              <a:extLst>
                <a:ext uri="{FF2B5EF4-FFF2-40B4-BE49-F238E27FC236}">
                  <a16:creationId xmlns:a16="http://schemas.microsoft.com/office/drawing/2014/main" id="{7D62A3F3-2CCD-8F49-BD08-AE0A2CEC6168}"/>
                </a:ext>
              </a:extLst>
            </p:cNvPr>
            <p:cNvSpPr/>
            <p:nvPr/>
          </p:nvSpPr>
          <p:spPr>
            <a:xfrm>
              <a:off x="3184798" y="3878883"/>
              <a:ext cx="109550" cy="94018"/>
            </a:xfrm>
            <a:custGeom>
              <a:avLst/>
              <a:gdLst/>
              <a:ahLst/>
              <a:cxnLst/>
              <a:rect l="l" t="t" r="r" b="b"/>
              <a:pathLst>
                <a:path w="3442" h="2954" extrusionOk="0">
                  <a:moveTo>
                    <a:pt x="1465" y="1"/>
                  </a:moveTo>
                  <a:cubicBezTo>
                    <a:pt x="941" y="1"/>
                    <a:pt x="453" y="191"/>
                    <a:pt x="72" y="561"/>
                  </a:cubicBezTo>
                  <a:cubicBezTo>
                    <a:pt x="0" y="632"/>
                    <a:pt x="0" y="739"/>
                    <a:pt x="72" y="811"/>
                  </a:cubicBezTo>
                  <a:cubicBezTo>
                    <a:pt x="113" y="852"/>
                    <a:pt x="158" y="873"/>
                    <a:pt x="203" y="873"/>
                  </a:cubicBezTo>
                  <a:cubicBezTo>
                    <a:pt x="247" y="873"/>
                    <a:pt x="292" y="852"/>
                    <a:pt x="334" y="811"/>
                  </a:cubicBezTo>
                  <a:cubicBezTo>
                    <a:pt x="631" y="513"/>
                    <a:pt x="1024" y="358"/>
                    <a:pt x="1465" y="358"/>
                  </a:cubicBezTo>
                  <a:cubicBezTo>
                    <a:pt x="2358" y="358"/>
                    <a:pt x="3084" y="1084"/>
                    <a:pt x="3084" y="1977"/>
                  </a:cubicBezTo>
                  <a:cubicBezTo>
                    <a:pt x="3084" y="2227"/>
                    <a:pt x="3024" y="2477"/>
                    <a:pt x="2905" y="2716"/>
                  </a:cubicBezTo>
                  <a:cubicBezTo>
                    <a:pt x="2846" y="2799"/>
                    <a:pt x="2894" y="2894"/>
                    <a:pt x="2977" y="2942"/>
                  </a:cubicBezTo>
                  <a:cubicBezTo>
                    <a:pt x="3013" y="2954"/>
                    <a:pt x="3036" y="2954"/>
                    <a:pt x="3048" y="2954"/>
                  </a:cubicBezTo>
                  <a:cubicBezTo>
                    <a:pt x="3108" y="2954"/>
                    <a:pt x="3167" y="2930"/>
                    <a:pt x="3215" y="2870"/>
                  </a:cubicBezTo>
                  <a:cubicBezTo>
                    <a:pt x="3370" y="2585"/>
                    <a:pt x="3441" y="2287"/>
                    <a:pt x="3441" y="1977"/>
                  </a:cubicBezTo>
                  <a:cubicBezTo>
                    <a:pt x="3441" y="894"/>
                    <a:pt x="2560" y="1"/>
                    <a:pt x="1465" y="1"/>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12" name="Google Shape;11953;p81">
              <a:extLst>
                <a:ext uri="{FF2B5EF4-FFF2-40B4-BE49-F238E27FC236}">
                  <a16:creationId xmlns:a16="http://schemas.microsoft.com/office/drawing/2014/main" id="{88DFBA9F-DF33-F390-4839-F2FC0925F57B}"/>
                </a:ext>
              </a:extLst>
            </p:cNvPr>
            <p:cNvSpPr/>
            <p:nvPr/>
          </p:nvSpPr>
          <p:spPr>
            <a:xfrm>
              <a:off x="3168120" y="3917331"/>
              <a:ext cx="102707" cy="87016"/>
            </a:xfrm>
            <a:custGeom>
              <a:avLst/>
              <a:gdLst/>
              <a:ahLst/>
              <a:cxnLst/>
              <a:rect l="l" t="t" r="r" b="b"/>
              <a:pathLst>
                <a:path w="3227" h="2734" extrusionOk="0">
                  <a:moveTo>
                    <a:pt x="277" y="0"/>
                  </a:moveTo>
                  <a:cubicBezTo>
                    <a:pt x="203" y="0"/>
                    <a:pt x="136" y="38"/>
                    <a:pt x="108" y="115"/>
                  </a:cubicBezTo>
                  <a:cubicBezTo>
                    <a:pt x="36" y="317"/>
                    <a:pt x="0" y="531"/>
                    <a:pt x="0" y="758"/>
                  </a:cubicBezTo>
                  <a:cubicBezTo>
                    <a:pt x="0" y="1841"/>
                    <a:pt x="881" y="2734"/>
                    <a:pt x="1977" y="2734"/>
                  </a:cubicBezTo>
                  <a:cubicBezTo>
                    <a:pt x="2394" y="2734"/>
                    <a:pt x="2798" y="2603"/>
                    <a:pt x="3144" y="2365"/>
                  </a:cubicBezTo>
                  <a:cubicBezTo>
                    <a:pt x="3215" y="2305"/>
                    <a:pt x="3227" y="2198"/>
                    <a:pt x="3191" y="2127"/>
                  </a:cubicBezTo>
                  <a:cubicBezTo>
                    <a:pt x="3162" y="2075"/>
                    <a:pt x="3106" y="2051"/>
                    <a:pt x="3050" y="2051"/>
                  </a:cubicBezTo>
                  <a:cubicBezTo>
                    <a:pt x="3015" y="2051"/>
                    <a:pt x="2981" y="2061"/>
                    <a:pt x="2953" y="2079"/>
                  </a:cubicBezTo>
                  <a:cubicBezTo>
                    <a:pt x="2667" y="2282"/>
                    <a:pt x="2334" y="2389"/>
                    <a:pt x="2001" y="2389"/>
                  </a:cubicBezTo>
                  <a:cubicBezTo>
                    <a:pt x="1108" y="2389"/>
                    <a:pt x="370" y="1662"/>
                    <a:pt x="370" y="769"/>
                  </a:cubicBezTo>
                  <a:cubicBezTo>
                    <a:pt x="370" y="591"/>
                    <a:pt x="405" y="412"/>
                    <a:pt x="465" y="246"/>
                  </a:cubicBezTo>
                  <a:cubicBezTo>
                    <a:pt x="465" y="138"/>
                    <a:pt x="417" y="43"/>
                    <a:pt x="334" y="7"/>
                  </a:cubicBezTo>
                  <a:cubicBezTo>
                    <a:pt x="315" y="3"/>
                    <a:pt x="296" y="0"/>
                    <a:pt x="277" y="0"/>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13" name="Google Shape;11954;p81">
              <a:extLst>
                <a:ext uri="{FF2B5EF4-FFF2-40B4-BE49-F238E27FC236}">
                  <a16:creationId xmlns:a16="http://schemas.microsoft.com/office/drawing/2014/main" id="{E8FCC135-3F7A-711D-703B-883090E87CD2}"/>
                </a:ext>
              </a:extLst>
            </p:cNvPr>
            <p:cNvSpPr/>
            <p:nvPr/>
          </p:nvSpPr>
          <p:spPr>
            <a:xfrm>
              <a:off x="3264749" y="3976275"/>
              <a:ext cx="183836" cy="183836"/>
            </a:xfrm>
            <a:custGeom>
              <a:avLst/>
              <a:gdLst/>
              <a:ahLst/>
              <a:cxnLst/>
              <a:rect l="l" t="t" r="r" b="b"/>
              <a:pathLst>
                <a:path w="5776" h="5776" extrusionOk="0">
                  <a:moveTo>
                    <a:pt x="2739" y="1"/>
                  </a:moveTo>
                  <a:cubicBezTo>
                    <a:pt x="2548" y="1"/>
                    <a:pt x="2370" y="156"/>
                    <a:pt x="2322" y="346"/>
                  </a:cubicBezTo>
                  <a:lnTo>
                    <a:pt x="2215" y="846"/>
                  </a:lnTo>
                  <a:cubicBezTo>
                    <a:pt x="2132" y="882"/>
                    <a:pt x="2036" y="930"/>
                    <a:pt x="1953" y="953"/>
                  </a:cubicBezTo>
                  <a:lnTo>
                    <a:pt x="1525" y="668"/>
                  </a:lnTo>
                  <a:cubicBezTo>
                    <a:pt x="1454" y="627"/>
                    <a:pt x="1372" y="606"/>
                    <a:pt x="1291" y="606"/>
                  </a:cubicBezTo>
                  <a:cubicBezTo>
                    <a:pt x="1181" y="606"/>
                    <a:pt x="1071" y="645"/>
                    <a:pt x="989" y="727"/>
                  </a:cubicBezTo>
                  <a:lnTo>
                    <a:pt x="751" y="965"/>
                  </a:lnTo>
                  <a:cubicBezTo>
                    <a:pt x="620" y="1108"/>
                    <a:pt x="584" y="1322"/>
                    <a:pt x="691" y="1501"/>
                  </a:cubicBezTo>
                  <a:lnTo>
                    <a:pt x="977" y="1942"/>
                  </a:lnTo>
                  <a:cubicBezTo>
                    <a:pt x="917" y="2061"/>
                    <a:pt x="870" y="2180"/>
                    <a:pt x="822" y="2311"/>
                  </a:cubicBezTo>
                  <a:cubicBezTo>
                    <a:pt x="786" y="2394"/>
                    <a:pt x="858" y="2501"/>
                    <a:pt x="941" y="2537"/>
                  </a:cubicBezTo>
                  <a:cubicBezTo>
                    <a:pt x="954" y="2541"/>
                    <a:pt x="967" y="2542"/>
                    <a:pt x="980" y="2542"/>
                  </a:cubicBezTo>
                  <a:cubicBezTo>
                    <a:pt x="1055" y="2542"/>
                    <a:pt x="1137" y="2489"/>
                    <a:pt x="1167" y="2418"/>
                  </a:cubicBezTo>
                  <a:cubicBezTo>
                    <a:pt x="1203" y="2275"/>
                    <a:pt x="1251" y="2144"/>
                    <a:pt x="1322" y="2025"/>
                  </a:cubicBezTo>
                  <a:cubicBezTo>
                    <a:pt x="1358" y="1965"/>
                    <a:pt x="1358" y="1894"/>
                    <a:pt x="1322" y="1846"/>
                  </a:cubicBezTo>
                  <a:lnTo>
                    <a:pt x="989" y="1322"/>
                  </a:lnTo>
                  <a:cubicBezTo>
                    <a:pt x="977" y="1299"/>
                    <a:pt x="977" y="1263"/>
                    <a:pt x="1001" y="1239"/>
                  </a:cubicBezTo>
                  <a:lnTo>
                    <a:pt x="1239" y="1001"/>
                  </a:lnTo>
                  <a:cubicBezTo>
                    <a:pt x="1258" y="981"/>
                    <a:pt x="1274" y="973"/>
                    <a:pt x="1291" y="973"/>
                  </a:cubicBezTo>
                  <a:cubicBezTo>
                    <a:pt x="1304" y="973"/>
                    <a:pt x="1318" y="978"/>
                    <a:pt x="1334" y="989"/>
                  </a:cubicBezTo>
                  <a:lnTo>
                    <a:pt x="1846" y="1322"/>
                  </a:lnTo>
                  <a:cubicBezTo>
                    <a:pt x="1878" y="1342"/>
                    <a:pt x="1910" y="1354"/>
                    <a:pt x="1942" y="1354"/>
                  </a:cubicBezTo>
                  <a:cubicBezTo>
                    <a:pt x="1969" y="1354"/>
                    <a:pt x="1997" y="1345"/>
                    <a:pt x="2025" y="1322"/>
                  </a:cubicBezTo>
                  <a:cubicBezTo>
                    <a:pt x="2144" y="1251"/>
                    <a:pt x="2287" y="1203"/>
                    <a:pt x="2417" y="1156"/>
                  </a:cubicBezTo>
                  <a:cubicBezTo>
                    <a:pt x="2477" y="1144"/>
                    <a:pt x="2537" y="1084"/>
                    <a:pt x="2537" y="1025"/>
                  </a:cubicBezTo>
                  <a:lnTo>
                    <a:pt x="2656" y="418"/>
                  </a:lnTo>
                  <a:cubicBezTo>
                    <a:pt x="2656" y="382"/>
                    <a:pt x="2679" y="358"/>
                    <a:pt x="2727" y="358"/>
                  </a:cubicBezTo>
                  <a:lnTo>
                    <a:pt x="3060" y="358"/>
                  </a:lnTo>
                  <a:cubicBezTo>
                    <a:pt x="3084" y="358"/>
                    <a:pt x="3120" y="394"/>
                    <a:pt x="3132" y="418"/>
                  </a:cubicBezTo>
                  <a:lnTo>
                    <a:pt x="3251" y="1025"/>
                  </a:lnTo>
                  <a:cubicBezTo>
                    <a:pt x="3263" y="1084"/>
                    <a:pt x="3310" y="1144"/>
                    <a:pt x="3370" y="1156"/>
                  </a:cubicBezTo>
                  <a:cubicBezTo>
                    <a:pt x="3501" y="1203"/>
                    <a:pt x="3632" y="1251"/>
                    <a:pt x="3751" y="1322"/>
                  </a:cubicBezTo>
                  <a:cubicBezTo>
                    <a:pt x="3781" y="1340"/>
                    <a:pt x="3816" y="1349"/>
                    <a:pt x="3849" y="1349"/>
                  </a:cubicBezTo>
                  <a:cubicBezTo>
                    <a:pt x="3882" y="1349"/>
                    <a:pt x="3912" y="1340"/>
                    <a:pt x="3930" y="1322"/>
                  </a:cubicBezTo>
                  <a:lnTo>
                    <a:pt x="4453" y="989"/>
                  </a:lnTo>
                  <a:cubicBezTo>
                    <a:pt x="4469" y="978"/>
                    <a:pt x="4483" y="973"/>
                    <a:pt x="4497" y="973"/>
                  </a:cubicBezTo>
                  <a:cubicBezTo>
                    <a:pt x="4513" y="973"/>
                    <a:pt x="4529" y="981"/>
                    <a:pt x="4549" y="1001"/>
                  </a:cubicBezTo>
                  <a:lnTo>
                    <a:pt x="4787" y="1239"/>
                  </a:lnTo>
                  <a:cubicBezTo>
                    <a:pt x="4811" y="1263"/>
                    <a:pt x="4811" y="1299"/>
                    <a:pt x="4799" y="1322"/>
                  </a:cubicBezTo>
                  <a:lnTo>
                    <a:pt x="4453" y="1846"/>
                  </a:lnTo>
                  <a:cubicBezTo>
                    <a:pt x="4430" y="1906"/>
                    <a:pt x="4406" y="1965"/>
                    <a:pt x="4453" y="2025"/>
                  </a:cubicBezTo>
                  <a:cubicBezTo>
                    <a:pt x="4525" y="2144"/>
                    <a:pt x="4573" y="2275"/>
                    <a:pt x="4620" y="2418"/>
                  </a:cubicBezTo>
                  <a:cubicBezTo>
                    <a:pt x="4632" y="2477"/>
                    <a:pt x="4692" y="2537"/>
                    <a:pt x="4751" y="2537"/>
                  </a:cubicBezTo>
                  <a:lnTo>
                    <a:pt x="5358" y="2656"/>
                  </a:lnTo>
                  <a:cubicBezTo>
                    <a:pt x="5394" y="2656"/>
                    <a:pt x="5418" y="2680"/>
                    <a:pt x="5418" y="2727"/>
                  </a:cubicBezTo>
                  <a:lnTo>
                    <a:pt x="5418" y="3049"/>
                  </a:lnTo>
                  <a:cubicBezTo>
                    <a:pt x="5418" y="3085"/>
                    <a:pt x="5394" y="3108"/>
                    <a:pt x="5358" y="3132"/>
                  </a:cubicBezTo>
                  <a:lnTo>
                    <a:pt x="4751" y="3251"/>
                  </a:lnTo>
                  <a:cubicBezTo>
                    <a:pt x="4692" y="3263"/>
                    <a:pt x="4632" y="3311"/>
                    <a:pt x="4620" y="3370"/>
                  </a:cubicBezTo>
                  <a:cubicBezTo>
                    <a:pt x="4573" y="3501"/>
                    <a:pt x="4525" y="3632"/>
                    <a:pt x="4453" y="3751"/>
                  </a:cubicBezTo>
                  <a:cubicBezTo>
                    <a:pt x="4430" y="3811"/>
                    <a:pt x="4430" y="3882"/>
                    <a:pt x="4453" y="3930"/>
                  </a:cubicBezTo>
                  <a:lnTo>
                    <a:pt x="4799" y="4454"/>
                  </a:lnTo>
                  <a:cubicBezTo>
                    <a:pt x="4811" y="4478"/>
                    <a:pt x="4811" y="4513"/>
                    <a:pt x="4787" y="4537"/>
                  </a:cubicBezTo>
                  <a:lnTo>
                    <a:pt x="4549" y="4775"/>
                  </a:lnTo>
                  <a:cubicBezTo>
                    <a:pt x="4526" y="4798"/>
                    <a:pt x="4508" y="4806"/>
                    <a:pt x="4489" y="4806"/>
                  </a:cubicBezTo>
                  <a:cubicBezTo>
                    <a:pt x="4478" y="4806"/>
                    <a:pt x="4467" y="4803"/>
                    <a:pt x="4453" y="4799"/>
                  </a:cubicBezTo>
                  <a:lnTo>
                    <a:pt x="3930" y="4454"/>
                  </a:lnTo>
                  <a:cubicBezTo>
                    <a:pt x="3898" y="4435"/>
                    <a:pt x="3866" y="4422"/>
                    <a:pt x="3834" y="4422"/>
                  </a:cubicBezTo>
                  <a:cubicBezTo>
                    <a:pt x="3806" y="4422"/>
                    <a:pt x="3779" y="4432"/>
                    <a:pt x="3751" y="4454"/>
                  </a:cubicBezTo>
                  <a:cubicBezTo>
                    <a:pt x="3632" y="4525"/>
                    <a:pt x="3501" y="4573"/>
                    <a:pt x="3370" y="4621"/>
                  </a:cubicBezTo>
                  <a:cubicBezTo>
                    <a:pt x="3310" y="4632"/>
                    <a:pt x="3251" y="4692"/>
                    <a:pt x="3251" y="4751"/>
                  </a:cubicBezTo>
                  <a:lnTo>
                    <a:pt x="3132" y="5359"/>
                  </a:lnTo>
                  <a:cubicBezTo>
                    <a:pt x="3132" y="5394"/>
                    <a:pt x="3096" y="5418"/>
                    <a:pt x="3060" y="5418"/>
                  </a:cubicBezTo>
                  <a:lnTo>
                    <a:pt x="2727" y="5418"/>
                  </a:lnTo>
                  <a:cubicBezTo>
                    <a:pt x="2703" y="5418"/>
                    <a:pt x="2668" y="5394"/>
                    <a:pt x="2656" y="5359"/>
                  </a:cubicBezTo>
                  <a:lnTo>
                    <a:pt x="2537" y="4751"/>
                  </a:lnTo>
                  <a:cubicBezTo>
                    <a:pt x="2525" y="4692"/>
                    <a:pt x="2477" y="4632"/>
                    <a:pt x="2417" y="4621"/>
                  </a:cubicBezTo>
                  <a:cubicBezTo>
                    <a:pt x="2287" y="4573"/>
                    <a:pt x="2144" y="4525"/>
                    <a:pt x="2025" y="4454"/>
                  </a:cubicBezTo>
                  <a:cubicBezTo>
                    <a:pt x="1995" y="4436"/>
                    <a:pt x="1962" y="4427"/>
                    <a:pt x="1931" y="4427"/>
                  </a:cubicBezTo>
                  <a:cubicBezTo>
                    <a:pt x="1900" y="4427"/>
                    <a:pt x="1870" y="4436"/>
                    <a:pt x="1846" y="4454"/>
                  </a:cubicBezTo>
                  <a:lnTo>
                    <a:pt x="1334" y="4799"/>
                  </a:lnTo>
                  <a:cubicBezTo>
                    <a:pt x="1321" y="4803"/>
                    <a:pt x="1309" y="4806"/>
                    <a:pt x="1298" y="4806"/>
                  </a:cubicBezTo>
                  <a:cubicBezTo>
                    <a:pt x="1279" y="4806"/>
                    <a:pt x="1261" y="4798"/>
                    <a:pt x="1239" y="4775"/>
                  </a:cubicBezTo>
                  <a:lnTo>
                    <a:pt x="1001" y="4537"/>
                  </a:lnTo>
                  <a:cubicBezTo>
                    <a:pt x="977" y="4513"/>
                    <a:pt x="977" y="4478"/>
                    <a:pt x="989" y="4454"/>
                  </a:cubicBezTo>
                  <a:lnTo>
                    <a:pt x="1322" y="3930"/>
                  </a:lnTo>
                  <a:cubicBezTo>
                    <a:pt x="1358" y="3870"/>
                    <a:pt x="1370" y="3811"/>
                    <a:pt x="1322" y="3751"/>
                  </a:cubicBezTo>
                  <a:cubicBezTo>
                    <a:pt x="1251" y="3632"/>
                    <a:pt x="1215" y="3501"/>
                    <a:pt x="1167" y="3370"/>
                  </a:cubicBezTo>
                  <a:cubicBezTo>
                    <a:pt x="1144" y="3311"/>
                    <a:pt x="1084" y="3251"/>
                    <a:pt x="1024" y="3251"/>
                  </a:cubicBezTo>
                  <a:lnTo>
                    <a:pt x="417" y="3132"/>
                  </a:lnTo>
                  <a:cubicBezTo>
                    <a:pt x="393" y="3132"/>
                    <a:pt x="358" y="3097"/>
                    <a:pt x="358" y="3049"/>
                  </a:cubicBezTo>
                  <a:lnTo>
                    <a:pt x="358" y="2727"/>
                  </a:lnTo>
                  <a:cubicBezTo>
                    <a:pt x="358" y="2692"/>
                    <a:pt x="393" y="2668"/>
                    <a:pt x="417" y="2656"/>
                  </a:cubicBezTo>
                  <a:lnTo>
                    <a:pt x="465" y="2632"/>
                  </a:lnTo>
                  <a:cubicBezTo>
                    <a:pt x="548" y="2620"/>
                    <a:pt x="632" y="2525"/>
                    <a:pt x="596" y="2430"/>
                  </a:cubicBezTo>
                  <a:cubicBezTo>
                    <a:pt x="586" y="2352"/>
                    <a:pt x="520" y="2289"/>
                    <a:pt x="444" y="2289"/>
                  </a:cubicBezTo>
                  <a:cubicBezTo>
                    <a:pt x="428" y="2289"/>
                    <a:pt x="410" y="2292"/>
                    <a:pt x="393" y="2299"/>
                  </a:cubicBezTo>
                  <a:lnTo>
                    <a:pt x="346" y="2311"/>
                  </a:lnTo>
                  <a:cubicBezTo>
                    <a:pt x="155" y="2358"/>
                    <a:pt x="1" y="2513"/>
                    <a:pt x="1" y="2727"/>
                  </a:cubicBezTo>
                  <a:lnTo>
                    <a:pt x="1" y="3049"/>
                  </a:lnTo>
                  <a:cubicBezTo>
                    <a:pt x="1" y="3251"/>
                    <a:pt x="155" y="3430"/>
                    <a:pt x="346" y="3466"/>
                  </a:cubicBezTo>
                  <a:lnTo>
                    <a:pt x="846" y="3573"/>
                  </a:lnTo>
                  <a:cubicBezTo>
                    <a:pt x="882" y="3668"/>
                    <a:pt x="929" y="3751"/>
                    <a:pt x="953" y="3847"/>
                  </a:cubicBezTo>
                  <a:lnTo>
                    <a:pt x="679" y="4275"/>
                  </a:lnTo>
                  <a:cubicBezTo>
                    <a:pt x="572" y="4442"/>
                    <a:pt x="584" y="4656"/>
                    <a:pt x="727" y="4811"/>
                  </a:cubicBezTo>
                  <a:lnTo>
                    <a:pt x="977" y="5049"/>
                  </a:lnTo>
                  <a:cubicBezTo>
                    <a:pt x="1055" y="5127"/>
                    <a:pt x="1163" y="5172"/>
                    <a:pt x="1278" y="5172"/>
                  </a:cubicBezTo>
                  <a:cubicBezTo>
                    <a:pt x="1356" y="5172"/>
                    <a:pt x="1436" y="5152"/>
                    <a:pt x="1513" y="5109"/>
                  </a:cubicBezTo>
                  <a:lnTo>
                    <a:pt x="1941" y="4823"/>
                  </a:lnTo>
                  <a:cubicBezTo>
                    <a:pt x="2025" y="4871"/>
                    <a:pt x="2120" y="4894"/>
                    <a:pt x="2203" y="4930"/>
                  </a:cubicBezTo>
                  <a:lnTo>
                    <a:pt x="2310" y="5430"/>
                  </a:lnTo>
                  <a:cubicBezTo>
                    <a:pt x="2358" y="5633"/>
                    <a:pt x="2513" y="5775"/>
                    <a:pt x="2727" y="5775"/>
                  </a:cubicBezTo>
                  <a:lnTo>
                    <a:pt x="3060" y="5775"/>
                  </a:lnTo>
                  <a:cubicBezTo>
                    <a:pt x="3251" y="5775"/>
                    <a:pt x="3430" y="5633"/>
                    <a:pt x="3465" y="5430"/>
                  </a:cubicBezTo>
                  <a:lnTo>
                    <a:pt x="3572" y="4930"/>
                  </a:lnTo>
                  <a:cubicBezTo>
                    <a:pt x="3668" y="4894"/>
                    <a:pt x="3751" y="4859"/>
                    <a:pt x="3846" y="4823"/>
                  </a:cubicBezTo>
                  <a:lnTo>
                    <a:pt x="4275" y="5109"/>
                  </a:lnTo>
                  <a:cubicBezTo>
                    <a:pt x="4344" y="5153"/>
                    <a:pt x="4422" y="5175"/>
                    <a:pt x="4500" y="5175"/>
                  </a:cubicBezTo>
                  <a:cubicBezTo>
                    <a:pt x="4610" y="5175"/>
                    <a:pt x="4720" y="5132"/>
                    <a:pt x="4811" y="5049"/>
                  </a:cubicBezTo>
                  <a:lnTo>
                    <a:pt x="5049" y="4811"/>
                  </a:lnTo>
                  <a:cubicBezTo>
                    <a:pt x="5180" y="4680"/>
                    <a:pt x="5215" y="4454"/>
                    <a:pt x="5108" y="4275"/>
                  </a:cubicBezTo>
                  <a:lnTo>
                    <a:pt x="4823" y="3847"/>
                  </a:lnTo>
                  <a:cubicBezTo>
                    <a:pt x="4870" y="3751"/>
                    <a:pt x="4894" y="3668"/>
                    <a:pt x="4930" y="3573"/>
                  </a:cubicBezTo>
                  <a:lnTo>
                    <a:pt x="5442" y="3466"/>
                  </a:lnTo>
                  <a:cubicBezTo>
                    <a:pt x="5632" y="3430"/>
                    <a:pt x="5775" y="3263"/>
                    <a:pt x="5775" y="3049"/>
                  </a:cubicBezTo>
                  <a:lnTo>
                    <a:pt x="5775" y="2727"/>
                  </a:lnTo>
                  <a:cubicBezTo>
                    <a:pt x="5775" y="2513"/>
                    <a:pt x="5644" y="2358"/>
                    <a:pt x="5454" y="2311"/>
                  </a:cubicBezTo>
                  <a:lnTo>
                    <a:pt x="4942" y="2204"/>
                  </a:lnTo>
                  <a:cubicBezTo>
                    <a:pt x="4918" y="2120"/>
                    <a:pt x="4870" y="2025"/>
                    <a:pt x="4846" y="1942"/>
                  </a:cubicBezTo>
                  <a:lnTo>
                    <a:pt x="5120" y="1501"/>
                  </a:lnTo>
                  <a:cubicBezTo>
                    <a:pt x="5227" y="1346"/>
                    <a:pt x="5215" y="1120"/>
                    <a:pt x="5061" y="965"/>
                  </a:cubicBezTo>
                  <a:lnTo>
                    <a:pt x="4823" y="727"/>
                  </a:lnTo>
                  <a:cubicBezTo>
                    <a:pt x="4745" y="650"/>
                    <a:pt x="4634" y="610"/>
                    <a:pt x="4520" y="610"/>
                  </a:cubicBezTo>
                  <a:cubicBezTo>
                    <a:pt x="4441" y="610"/>
                    <a:pt x="4360" y="629"/>
                    <a:pt x="4287" y="668"/>
                  </a:cubicBezTo>
                  <a:lnTo>
                    <a:pt x="3858" y="953"/>
                  </a:lnTo>
                  <a:cubicBezTo>
                    <a:pt x="3763" y="906"/>
                    <a:pt x="3680" y="882"/>
                    <a:pt x="3596" y="846"/>
                  </a:cubicBezTo>
                  <a:lnTo>
                    <a:pt x="3489" y="346"/>
                  </a:lnTo>
                  <a:cubicBezTo>
                    <a:pt x="3441" y="156"/>
                    <a:pt x="3275" y="1"/>
                    <a:pt x="3072" y="1"/>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14" name="Google Shape;11955;p81">
              <a:extLst>
                <a:ext uri="{FF2B5EF4-FFF2-40B4-BE49-F238E27FC236}">
                  <a16:creationId xmlns:a16="http://schemas.microsoft.com/office/drawing/2014/main" id="{3EDF83A6-739B-1FDD-EEC3-967D908A7A37}"/>
                </a:ext>
              </a:extLst>
            </p:cNvPr>
            <p:cNvSpPr/>
            <p:nvPr/>
          </p:nvSpPr>
          <p:spPr>
            <a:xfrm>
              <a:off x="3326526" y="4036907"/>
              <a:ext cx="62541" cy="62573"/>
            </a:xfrm>
            <a:custGeom>
              <a:avLst/>
              <a:gdLst/>
              <a:ahLst/>
              <a:cxnLst/>
              <a:rect l="l" t="t" r="r" b="b"/>
              <a:pathLst>
                <a:path w="1965" h="1966" extrusionOk="0">
                  <a:moveTo>
                    <a:pt x="977" y="1"/>
                  </a:moveTo>
                  <a:cubicBezTo>
                    <a:pt x="441" y="1"/>
                    <a:pt x="0" y="453"/>
                    <a:pt x="0" y="989"/>
                  </a:cubicBezTo>
                  <a:cubicBezTo>
                    <a:pt x="0" y="1525"/>
                    <a:pt x="441" y="1965"/>
                    <a:pt x="977" y="1965"/>
                  </a:cubicBezTo>
                  <a:cubicBezTo>
                    <a:pt x="1203" y="1965"/>
                    <a:pt x="1417" y="1894"/>
                    <a:pt x="1572" y="1763"/>
                  </a:cubicBezTo>
                  <a:cubicBezTo>
                    <a:pt x="1655" y="1703"/>
                    <a:pt x="1667" y="1596"/>
                    <a:pt x="1608" y="1501"/>
                  </a:cubicBezTo>
                  <a:cubicBezTo>
                    <a:pt x="1574" y="1461"/>
                    <a:pt x="1525" y="1439"/>
                    <a:pt x="1473" y="1439"/>
                  </a:cubicBezTo>
                  <a:cubicBezTo>
                    <a:pt x="1434" y="1439"/>
                    <a:pt x="1394" y="1452"/>
                    <a:pt x="1358" y="1477"/>
                  </a:cubicBezTo>
                  <a:cubicBezTo>
                    <a:pt x="1250" y="1561"/>
                    <a:pt x="1119" y="1608"/>
                    <a:pt x="965" y="1608"/>
                  </a:cubicBezTo>
                  <a:cubicBezTo>
                    <a:pt x="619" y="1608"/>
                    <a:pt x="346" y="1322"/>
                    <a:pt x="346" y="977"/>
                  </a:cubicBezTo>
                  <a:cubicBezTo>
                    <a:pt x="346" y="644"/>
                    <a:pt x="619" y="358"/>
                    <a:pt x="977" y="358"/>
                  </a:cubicBezTo>
                  <a:cubicBezTo>
                    <a:pt x="1322" y="358"/>
                    <a:pt x="1608" y="644"/>
                    <a:pt x="1608" y="989"/>
                  </a:cubicBezTo>
                  <a:cubicBezTo>
                    <a:pt x="1608" y="1084"/>
                    <a:pt x="1679" y="1168"/>
                    <a:pt x="1786" y="1168"/>
                  </a:cubicBezTo>
                  <a:cubicBezTo>
                    <a:pt x="1893" y="1168"/>
                    <a:pt x="1965" y="1084"/>
                    <a:pt x="1965" y="989"/>
                  </a:cubicBezTo>
                  <a:cubicBezTo>
                    <a:pt x="1965" y="453"/>
                    <a:pt x="1512" y="1"/>
                    <a:pt x="977" y="1"/>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sp>
          <p:nvSpPr>
            <p:cNvPr id="15" name="Google Shape;11956;p81">
              <a:extLst>
                <a:ext uri="{FF2B5EF4-FFF2-40B4-BE49-F238E27FC236}">
                  <a16:creationId xmlns:a16="http://schemas.microsoft.com/office/drawing/2014/main" id="{1FB38470-2ABA-111F-94A2-D17DACA29EEA}"/>
                </a:ext>
              </a:extLst>
            </p:cNvPr>
            <p:cNvSpPr/>
            <p:nvPr/>
          </p:nvSpPr>
          <p:spPr>
            <a:xfrm>
              <a:off x="3196542" y="3907687"/>
              <a:ext cx="68238" cy="68238"/>
            </a:xfrm>
            <a:custGeom>
              <a:avLst/>
              <a:gdLst/>
              <a:ahLst/>
              <a:cxnLst/>
              <a:rect l="l" t="t" r="r" b="b"/>
              <a:pathLst>
                <a:path w="2144" h="2144" extrusionOk="0">
                  <a:moveTo>
                    <a:pt x="1072" y="358"/>
                  </a:moveTo>
                  <a:cubicBezTo>
                    <a:pt x="1477" y="358"/>
                    <a:pt x="1786" y="680"/>
                    <a:pt x="1786" y="1072"/>
                  </a:cubicBezTo>
                  <a:cubicBezTo>
                    <a:pt x="1786" y="1477"/>
                    <a:pt x="1465" y="1787"/>
                    <a:pt x="1072" y="1787"/>
                  </a:cubicBezTo>
                  <a:cubicBezTo>
                    <a:pt x="691" y="1787"/>
                    <a:pt x="358" y="1453"/>
                    <a:pt x="358" y="1072"/>
                  </a:cubicBezTo>
                  <a:cubicBezTo>
                    <a:pt x="358" y="668"/>
                    <a:pt x="691" y="358"/>
                    <a:pt x="1072" y="358"/>
                  </a:cubicBezTo>
                  <a:close/>
                  <a:moveTo>
                    <a:pt x="1072" y="1"/>
                  </a:moveTo>
                  <a:cubicBezTo>
                    <a:pt x="477" y="1"/>
                    <a:pt x="0" y="477"/>
                    <a:pt x="0" y="1072"/>
                  </a:cubicBezTo>
                  <a:cubicBezTo>
                    <a:pt x="0" y="1668"/>
                    <a:pt x="477" y="2144"/>
                    <a:pt x="1072" y="2144"/>
                  </a:cubicBezTo>
                  <a:cubicBezTo>
                    <a:pt x="1667" y="2144"/>
                    <a:pt x="2144" y="1656"/>
                    <a:pt x="2144" y="1072"/>
                  </a:cubicBezTo>
                  <a:cubicBezTo>
                    <a:pt x="2144" y="477"/>
                    <a:pt x="1667" y="1"/>
                    <a:pt x="1072" y="1"/>
                  </a:cubicBezTo>
                  <a:close/>
                </a:path>
              </a:pathLst>
            </a:custGeom>
            <a:solidFill>
              <a:srgbClr val="657E93"/>
            </a:solidFill>
            <a:ln>
              <a:noFill/>
            </a:ln>
          </p:spPr>
          <p:txBody>
            <a:bodyPr spcFirstLastPara="1" wrap="square" lIns="243784" tIns="243784" rIns="243784" bIns="243784" anchor="ctr" anchorCtr="0">
              <a:noAutofit/>
            </a:bodyPr>
            <a:lstStyle/>
            <a:p>
              <a:endParaRPr sz="48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0E1A2BC-C3E7-A8DD-33FB-7C957F23E610}"/>
              </a:ext>
            </a:extLst>
          </p:cNvPr>
          <p:cNvSpPr>
            <a:spLocks noGrp="1"/>
          </p:cNvSpPr>
          <p:nvPr>
            <p:ph type="pic" sz="quarter" idx="10"/>
          </p:nvPr>
        </p:nvSpPr>
        <p:spPr/>
        <p:txBody>
          <a:bodyPr/>
          <a:lstStyle/>
          <a:p>
            <a:endParaRPr lang="es-SV"/>
          </a:p>
        </p:txBody>
      </p:sp>
      <p:sp>
        <p:nvSpPr>
          <p:cNvPr id="6" name="TextBox 5">
            <a:extLst>
              <a:ext uri="{FF2B5EF4-FFF2-40B4-BE49-F238E27FC236}">
                <a16:creationId xmlns:a16="http://schemas.microsoft.com/office/drawing/2014/main" id="{8EABA576-B666-6312-0533-2C7062087490}"/>
              </a:ext>
            </a:extLst>
          </p:cNvPr>
          <p:cNvSpPr txBox="1"/>
          <p:nvPr/>
        </p:nvSpPr>
        <p:spPr>
          <a:xfrm>
            <a:off x="1933404" y="3886594"/>
            <a:ext cx="16740584" cy="3770263"/>
          </a:xfrm>
          <a:prstGeom prst="rect">
            <a:avLst/>
          </a:prstGeom>
          <a:noFill/>
          <a:ln>
            <a:noFill/>
          </a:ln>
        </p:spPr>
        <p:txBody>
          <a:bodyPr wrap="square">
            <a:spAutoFit/>
          </a:bodyPr>
          <a:lstStyle/>
          <a:p>
            <a:r>
              <a:rPr lang="en-US" sz="23900" b="1">
                <a:latin typeface="Avenir Next LT Pro"/>
                <a:ea typeface="Inter Tight" pitchFamily="2" charset="0"/>
                <a:cs typeface="Inter Tight" pitchFamily="2" charset="0"/>
              </a:rPr>
              <a:t>Thank You!</a:t>
            </a:r>
            <a:endParaRPr lang="id-ID" sz="23900" b="1">
              <a:latin typeface="Avenir Next LT Pro"/>
              <a:ea typeface="Inter Tight" pitchFamily="2" charset="0"/>
              <a:cs typeface="Inter Tight" pitchFamily="2" charset="0"/>
            </a:endParaRPr>
          </a:p>
        </p:txBody>
      </p:sp>
      <p:sp>
        <p:nvSpPr>
          <p:cNvPr id="11" name="TextBox 10">
            <a:extLst>
              <a:ext uri="{FF2B5EF4-FFF2-40B4-BE49-F238E27FC236}">
                <a16:creationId xmlns:a16="http://schemas.microsoft.com/office/drawing/2014/main" id="{FDC604BD-1F30-E674-E9CD-83FE16416CB3}"/>
              </a:ext>
            </a:extLst>
          </p:cNvPr>
          <p:cNvSpPr txBox="1"/>
          <p:nvPr/>
        </p:nvSpPr>
        <p:spPr>
          <a:xfrm>
            <a:off x="1030288" y="10999154"/>
            <a:ext cx="6480398" cy="830997"/>
          </a:xfrm>
          <a:prstGeom prst="rect">
            <a:avLst/>
          </a:prstGeom>
          <a:noFill/>
        </p:spPr>
        <p:txBody>
          <a:bodyPr wrap="square" rtlCol="0">
            <a:spAutoFit/>
          </a:bodyPr>
          <a:lstStyle/>
          <a:p>
            <a:r>
              <a:rPr lang="en-US" sz="2400">
                <a:latin typeface="Avenir Next LT Pro"/>
              </a:rPr>
              <a:t>Visit our website or contact us </a:t>
            </a:r>
          </a:p>
          <a:p>
            <a:r>
              <a:rPr lang="en-US" sz="2400">
                <a:latin typeface="Avenir Next LT Pro"/>
              </a:rPr>
              <a:t>for more information:</a:t>
            </a:r>
            <a:endParaRPr lang="id-ID" sz="2400">
              <a:latin typeface="Avenir Next LT Pro"/>
            </a:endParaRPr>
          </a:p>
        </p:txBody>
      </p:sp>
      <p:pic>
        <p:nvPicPr>
          <p:cNvPr id="12" name="Graphic 11" descr="World with solid fill">
            <a:extLst>
              <a:ext uri="{FF2B5EF4-FFF2-40B4-BE49-F238E27FC236}">
                <a16:creationId xmlns:a16="http://schemas.microsoft.com/office/drawing/2014/main" id="{7FF6D470-527D-BE28-D65F-FC41EA7502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0287" y="11973139"/>
            <a:ext cx="715425" cy="715425"/>
          </a:xfrm>
          <a:prstGeom prst="rect">
            <a:avLst/>
          </a:prstGeom>
        </p:spPr>
      </p:pic>
      <p:sp>
        <p:nvSpPr>
          <p:cNvPr id="13" name="TextBox 12">
            <a:extLst>
              <a:ext uri="{FF2B5EF4-FFF2-40B4-BE49-F238E27FC236}">
                <a16:creationId xmlns:a16="http://schemas.microsoft.com/office/drawing/2014/main" id="{DED34CCD-23A5-8F09-E69E-6E5666984328}"/>
              </a:ext>
            </a:extLst>
          </p:cNvPr>
          <p:cNvSpPr txBox="1"/>
          <p:nvPr/>
        </p:nvSpPr>
        <p:spPr>
          <a:xfrm>
            <a:off x="1745712" y="12069240"/>
            <a:ext cx="5764974" cy="523220"/>
          </a:xfrm>
          <a:prstGeom prst="rect">
            <a:avLst/>
          </a:prstGeom>
          <a:noFill/>
        </p:spPr>
        <p:txBody>
          <a:bodyPr wrap="square" lIns="91440" tIns="45720" rIns="91440" bIns="45720" rtlCol="0" anchor="t">
            <a:spAutoFit/>
          </a:bodyPr>
          <a:lstStyle/>
          <a:p>
            <a:r>
              <a:rPr lang="en-US" sz="2800" b="1" dirty="0">
                <a:latin typeface="Avenir Next LT Pro"/>
              </a:rPr>
              <a:t> www.</a:t>
            </a:r>
            <a:endParaRPr lang="id-ID" sz="2800" b="1" dirty="0">
              <a:latin typeface="Avenir Next LT Pro"/>
            </a:endParaRPr>
          </a:p>
        </p:txBody>
      </p:sp>
      <p:sp>
        <p:nvSpPr>
          <p:cNvPr id="17" name="TextBox 16">
            <a:extLst>
              <a:ext uri="{FF2B5EF4-FFF2-40B4-BE49-F238E27FC236}">
                <a16:creationId xmlns:a16="http://schemas.microsoft.com/office/drawing/2014/main" id="{627F9428-3077-2D98-5E1D-6A8062923F7D}"/>
              </a:ext>
            </a:extLst>
          </p:cNvPr>
          <p:cNvSpPr txBox="1"/>
          <p:nvPr/>
        </p:nvSpPr>
        <p:spPr>
          <a:xfrm>
            <a:off x="17310644" y="11414652"/>
            <a:ext cx="6185818" cy="1815882"/>
          </a:xfrm>
          <a:prstGeom prst="rect">
            <a:avLst/>
          </a:prstGeom>
          <a:noFill/>
        </p:spPr>
        <p:txBody>
          <a:bodyPr wrap="square">
            <a:spAutoFit/>
          </a:bodyPr>
          <a:lstStyle/>
          <a:p>
            <a:pPr algn="r"/>
            <a:r>
              <a:rPr lang="id-ID" sz="2800">
                <a:latin typeface="Avenir Next LT Pro"/>
              </a:rPr>
              <a:t>Excepteur sint occaecat cupidatat non proident, sunt in culpa qui officia deserunt mollit id est laborum.</a:t>
            </a:r>
          </a:p>
        </p:txBody>
      </p:sp>
      <p:grpSp>
        <p:nvGrpSpPr>
          <p:cNvPr id="14" name="Grupo 13">
            <a:extLst>
              <a:ext uri="{FF2B5EF4-FFF2-40B4-BE49-F238E27FC236}">
                <a16:creationId xmlns:a16="http://schemas.microsoft.com/office/drawing/2014/main" id="{5E95010E-D79C-5E9D-DFAD-1A57A896C2F0}"/>
              </a:ext>
            </a:extLst>
          </p:cNvPr>
          <p:cNvGrpSpPr/>
          <p:nvPr/>
        </p:nvGrpSpPr>
        <p:grpSpPr>
          <a:xfrm>
            <a:off x="1928711" y="541607"/>
            <a:ext cx="20528765" cy="564914"/>
            <a:chOff x="1928711" y="541607"/>
            <a:chExt cx="20528765" cy="564914"/>
          </a:xfrm>
        </p:grpSpPr>
        <p:cxnSp>
          <p:nvCxnSpPr>
            <p:cNvPr id="4" name="Conector recto de flecha 3">
              <a:extLst>
                <a:ext uri="{FF2B5EF4-FFF2-40B4-BE49-F238E27FC236}">
                  <a16:creationId xmlns:a16="http://schemas.microsoft.com/office/drawing/2014/main" id="{AA89A00B-F26B-D410-2AFD-420C0E815216}"/>
                </a:ext>
              </a:extLst>
            </p:cNvPr>
            <p:cNvCxnSpPr/>
            <p:nvPr/>
          </p:nvCxnSpPr>
          <p:spPr>
            <a:xfrm flipV="1">
              <a:off x="1931594" y="541607"/>
              <a:ext cx="20525882" cy="1406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5">
              <a:extLst>
                <a:ext uri="{FF2B5EF4-FFF2-40B4-BE49-F238E27FC236}">
                  <a16:creationId xmlns:a16="http://schemas.microsoft.com/office/drawing/2014/main" id="{0B2F5B29-0380-0D9C-850F-FB06BAB5BDF8}"/>
                </a:ext>
              </a:extLst>
            </p:cNvPr>
            <p:cNvPicPr>
              <a:picLocks noChangeAspect="1"/>
            </p:cNvPicPr>
            <p:nvPr/>
          </p:nvPicPr>
          <p:blipFill>
            <a:blip r:embed="rId4"/>
            <a:stretch>
              <a:fillRect/>
            </a:stretch>
          </p:blipFill>
          <p:spPr>
            <a:xfrm>
              <a:off x="1928711" y="805596"/>
              <a:ext cx="1509446" cy="300925"/>
            </a:xfrm>
            <a:prstGeom prst="rect">
              <a:avLst/>
            </a:prstGeom>
          </p:spPr>
        </p:pic>
      </p:grpSp>
    </p:spTree>
    <p:extLst>
      <p:ext uri="{BB962C8B-B14F-4D97-AF65-F5344CB8AC3E}">
        <p14:creationId xmlns:p14="http://schemas.microsoft.com/office/powerpoint/2010/main" val="3713116285"/>
      </p:ext>
    </p:extLst>
  </p:cSld>
  <p:clrMapOvr>
    <a:masterClrMapping/>
  </p:clrMapOvr>
</p:sld>
</file>

<file path=ppt/theme/theme1.xml><?xml version="1.0" encoding="utf-8"?>
<a:theme xmlns:a="http://schemas.openxmlformats.org/drawingml/2006/main" name="Office Theme">
  <a:themeElements>
    <a:clrScheme name="Tech.">
      <a:dk1>
        <a:srgbClr val="0A0A0A"/>
      </a:dk1>
      <a:lt1>
        <a:srgbClr val="FDFDFB"/>
      </a:lt1>
      <a:dk2>
        <a:srgbClr val="0A0A0A"/>
      </a:dk2>
      <a:lt2>
        <a:srgbClr val="FDFDFB"/>
      </a:lt2>
      <a:accent1>
        <a:srgbClr val="8236FB"/>
      </a:accent1>
      <a:accent2>
        <a:srgbClr val="D6FF01"/>
      </a:accent2>
      <a:accent3>
        <a:srgbClr val="100843"/>
      </a:accent3>
      <a:accent4>
        <a:srgbClr val="0A0A0A"/>
      </a:accent4>
      <a:accent5>
        <a:srgbClr val="808080"/>
      </a:accent5>
      <a:accent6>
        <a:srgbClr val="FFFFFF"/>
      </a:accent6>
      <a:hlink>
        <a:srgbClr val="D6FF01"/>
      </a:hlink>
      <a:folHlink>
        <a:srgbClr val="8236FB"/>
      </a:folHlink>
    </a:clrScheme>
    <a:fontScheme name="Inter Tight">
      <a:majorFont>
        <a:latin typeface="Inter Tight"/>
        <a:ea typeface=""/>
        <a:cs typeface=""/>
      </a:majorFont>
      <a:minorFont>
        <a:latin typeface="Inter T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2026</TotalTime>
  <Words>1858</Words>
  <Application>Microsoft Office PowerPoint</Application>
  <PresentationFormat>Personalizado</PresentationFormat>
  <Paragraphs>132</Paragraphs>
  <Slides>18</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Avenir Next LT Pro</vt:lpstr>
      <vt:lpstr>Avenir Next LT Pro Demi</vt:lpstr>
      <vt:lpstr>Calibri</vt:lpstr>
      <vt:lpstr>Inter Tight Light</vt:lpstr>
      <vt:lpstr>Open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Aplica la normalización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nurilfikriyah</dc:creator>
  <cp:lastModifiedBy>Carlos Dubon</cp:lastModifiedBy>
  <cp:revision>458</cp:revision>
  <dcterms:created xsi:type="dcterms:W3CDTF">2024-07-15T07:11:27Z</dcterms:created>
  <dcterms:modified xsi:type="dcterms:W3CDTF">2025-05-06T10:54:11Z</dcterms:modified>
</cp:coreProperties>
</file>